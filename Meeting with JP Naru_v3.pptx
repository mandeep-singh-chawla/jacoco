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  <p:sldMasterId id="2147483703" r:id="rId4"/>
  </p:sldMasterIdLst>
  <p:notesMasterIdLst>
    <p:notesMasterId r:id="rId24"/>
  </p:notesMasterIdLst>
  <p:sldIdLst>
    <p:sldId id="256" r:id="rId5"/>
    <p:sldId id="2147480777" r:id="rId6"/>
    <p:sldId id="2147480772" r:id="rId7"/>
    <p:sldId id="2147480776" r:id="rId8"/>
    <p:sldId id="2147480773" r:id="rId9"/>
    <p:sldId id="2147480768" r:id="rId10"/>
    <p:sldId id="2147480774" r:id="rId11"/>
    <p:sldId id="2147475359" r:id="rId12"/>
    <p:sldId id="2147480767" r:id="rId13"/>
    <p:sldId id="2147480771" r:id="rId14"/>
    <p:sldId id="263" r:id="rId15"/>
    <p:sldId id="2147480765" r:id="rId16"/>
    <p:sldId id="2147480766" r:id="rId17"/>
    <p:sldId id="2147475353" r:id="rId18"/>
    <p:sldId id="2147475356" r:id="rId19"/>
    <p:sldId id="2147480763" r:id="rId20"/>
    <p:sldId id="2147475360" r:id="rId21"/>
    <p:sldId id="2147480764" r:id="rId22"/>
    <p:sldId id="214748076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8D476B-95AB-B1CC-BAD5-270D8E7F783D}" name="Rajan Sharma" initials="RS" userId="S::sharajan1@sutherlandglobal.com::f01785c0-3bdc-4539-a177-2faa1aa16fd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33"/>
  </p:normalViewPr>
  <p:slideViewPr>
    <p:cSldViewPr snapToGrid="0">
      <p:cViewPr varScale="1">
        <p:scale>
          <a:sx n="64" d="100"/>
          <a:sy n="64" d="100"/>
        </p:scale>
        <p:origin x="7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335D96-C4D5-8446-895E-941191D83BC6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48142-3320-EE45-B05E-E9FCC613C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03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>
          <a:extLst>
            <a:ext uri="{FF2B5EF4-FFF2-40B4-BE49-F238E27FC236}">
              <a16:creationId xmlns:a16="http://schemas.microsoft.com/office/drawing/2014/main" id="{DD9C71BC-A6AD-E419-F2C2-8C9FE12B4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>
            <a:extLst>
              <a:ext uri="{FF2B5EF4-FFF2-40B4-BE49-F238E27FC236}">
                <a16:creationId xmlns:a16="http://schemas.microsoft.com/office/drawing/2014/main" id="{6DF7A854-8733-7B82-5385-C5124C7ED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>
            <a:extLst>
              <a:ext uri="{FF2B5EF4-FFF2-40B4-BE49-F238E27FC236}">
                <a16:creationId xmlns:a16="http://schemas.microsoft.com/office/drawing/2014/main" id="{95324844-932C-CCC0-94F4-5784E7758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279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>
          <a:extLst>
            <a:ext uri="{FF2B5EF4-FFF2-40B4-BE49-F238E27FC236}">
              <a16:creationId xmlns:a16="http://schemas.microsoft.com/office/drawing/2014/main" id="{57546AE4-C3DD-8A8A-358C-0AF7F0E0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>
            <a:extLst>
              <a:ext uri="{FF2B5EF4-FFF2-40B4-BE49-F238E27FC236}">
                <a16:creationId xmlns:a16="http://schemas.microsoft.com/office/drawing/2014/main" id="{0B194A03-AB4C-1176-A1A4-D34981C1AD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>
            <a:extLst>
              <a:ext uri="{FF2B5EF4-FFF2-40B4-BE49-F238E27FC236}">
                <a16:creationId xmlns:a16="http://schemas.microsoft.com/office/drawing/2014/main" id="{D4D5F9E2-6579-D1D7-0F45-D02E25153C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2583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>
          <a:extLst>
            <a:ext uri="{FF2B5EF4-FFF2-40B4-BE49-F238E27FC236}">
              <a16:creationId xmlns:a16="http://schemas.microsoft.com/office/drawing/2014/main" id="{DB9DA622-F418-D21D-8732-96DF3399C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>
            <a:extLst>
              <a:ext uri="{FF2B5EF4-FFF2-40B4-BE49-F238E27FC236}">
                <a16:creationId xmlns:a16="http://schemas.microsoft.com/office/drawing/2014/main" id="{49F6A5CE-4B01-38D9-06BE-087643AD2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>
            <a:extLst>
              <a:ext uri="{FF2B5EF4-FFF2-40B4-BE49-F238E27FC236}">
                <a16:creationId xmlns:a16="http://schemas.microsoft.com/office/drawing/2014/main" id="{EA5CCC16-3359-8479-8E21-69EE3F21E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3486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>
          <a:extLst>
            <a:ext uri="{FF2B5EF4-FFF2-40B4-BE49-F238E27FC236}">
              <a16:creationId xmlns:a16="http://schemas.microsoft.com/office/drawing/2014/main" id="{856EC9BE-AD5D-47C3-B94B-5DD5C1F4D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>
            <a:extLst>
              <a:ext uri="{FF2B5EF4-FFF2-40B4-BE49-F238E27FC236}">
                <a16:creationId xmlns:a16="http://schemas.microsoft.com/office/drawing/2014/main" id="{1E8EA435-FD8E-2B0A-D96E-0B0BFB890B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>
            <a:extLst>
              <a:ext uri="{FF2B5EF4-FFF2-40B4-BE49-F238E27FC236}">
                <a16:creationId xmlns:a16="http://schemas.microsoft.com/office/drawing/2014/main" id="{1A953F6D-BABF-AE24-B95E-91ECC49512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4298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>
          <a:extLst>
            <a:ext uri="{FF2B5EF4-FFF2-40B4-BE49-F238E27FC236}">
              <a16:creationId xmlns:a16="http://schemas.microsoft.com/office/drawing/2014/main" id="{6BDF7117-7339-2524-E7BB-E2EF9EA3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>
            <a:extLst>
              <a:ext uri="{FF2B5EF4-FFF2-40B4-BE49-F238E27FC236}">
                <a16:creationId xmlns:a16="http://schemas.microsoft.com/office/drawing/2014/main" id="{B7590ABB-E268-B238-3B5A-3C884AE36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>
            <a:extLst>
              <a:ext uri="{FF2B5EF4-FFF2-40B4-BE49-F238E27FC236}">
                <a16:creationId xmlns:a16="http://schemas.microsoft.com/office/drawing/2014/main" id="{7F3BE368-CB9F-538D-5437-586A3073C2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0195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>
          <a:extLst>
            <a:ext uri="{FF2B5EF4-FFF2-40B4-BE49-F238E27FC236}">
              <a16:creationId xmlns:a16="http://schemas.microsoft.com/office/drawing/2014/main" id="{2D17A182-8572-5889-0B17-5A5BB1D5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>
            <a:extLst>
              <a:ext uri="{FF2B5EF4-FFF2-40B4-BE49-F238E27FC236}">
                <a16:creationId xmlns:a16="http://schemas.microsoft.com/office/drawing/2014/main" id="{9EDD725A-8EBB-F164-A484-EFC0115F4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>
            <a:extLst>
              <a:ext uri="{FF2B5EF4-FFF2-40B4-BE49-F238E27FC236}">
                <a16:creationId xmlns:a16="http://schemas.microsoft.com/office/drawing/2014/main" id="{C2398E7A-DBD8-D732-8FC5-A966554DB8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6837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8684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>
          <a:extLst>
            <a:ext uri="{FF2B5EF4-FFF2-40B4-BE49-F238E27FC236}">
              <a16:creationId xmlns:a16="http://schemas.microsoft.com/office/drawing/2014/main" id="{57A4C882-4413-C619-E729-4F89C91F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>
            <a:extLst>
              <a:ext uri="{FF2B5EF4-FFF2-40B4-BE49-F238E27FC236}">
                <a16:creationId xmlns:a16="http://schemas.microsoft.com/office/drawing/2014/main" id="{12DD60F9-A62C-8D00-88B1-6F6D793F13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>
            <a:extLst>
              <a:ext uri="{FF2B5EF4-FFF2-40B4-BE49-F238E27FC236}">
                <a16:creationId xmlns:a16="http://schemas.microsoft.com/office/drawing/2014/main" id="{FA8B7CE2-1DED-6457-4817-0086C5252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4080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>
          <a:extLst>
            <a:ext uri="{FF2B5EF4-FFF2-40B4-BE49-F238E27FC236}">
              <a16:creationId xmlns:a16="http://schemas.microsoft.com/office/drawing/2014/main" id="{A7EFDA41-8399-FF46-897E-4DD9A63B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>
            <a:extLst>
              <a:ext uri="{FF2B5EF4-FFF2-40B4-BE49-F238E27FC236}">
                <a16:creationId xmlns:a16="http://schemas.microsoft.com/office/drawing/2014/main" id="{EADD93B5-604B-3F2B-318E-35B9F57EC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>
            <a:extLst>
              <a:ext uri="{FF2B5EF4-FFF2-40B4-BE49-F238E27FC236}">
                <a16:creationId xmlns:a16="http://schemas.microsoft.com/office/drawing/2014/main" id="{940F0D2A-63E8-22B7-FB58-49FE943F4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5279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Implementation cost by $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What it would take to cost by 1000 TCs\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Feature comparison (Telco/Verizon)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Needs of Verizon (How CT Vs other tools)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Cost comparison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Feature that we build for Verizon (Already exist vs NOT available with other tool)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Value proposition for Vivek in testing space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Tell the story and create a value proposition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Convert the opportunity into reality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Don’t waste time in Tosca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5500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0689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2958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779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30168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>
          <a:extLst>
            <a:ext uri="{FF2B5EF4-FFF2-40B4-BE49-F238E27FC236}">
              <a16:creationId xmlns:a16="http://schemas.microsoft.com/office/drawing/2014/main" id="{40D8B9B8-42A9-C53E-8AC1-DDC21D223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bb80a7fade_0_0:notes">
            <a:extLst>
              <a:ext uri="{FF2B5EF4-FFF2-40B4-BE49-F238E27FC236}">
                <a16:creationId xmlns:a16="http://schemas.microsoft.com/office/drawing/2014/main" id="{71C9BBF3-2AC0-8A80-C9DB-16F3010335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bb80a7fade_0_0:notes">
            <a:extLst>
              <a:ext uri="{FF2B5EF4-FFF2-40B4-BE49-F238E27FC236}">
                <a16:creationId xmlns:a16="http://schemas.microsoft.com/office/drawing/2014/main" id="{F6642E18-6321-9DB9-A800-95D23A4FB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7722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2611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3851-9710-4761-B542-2BAE805237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CE57-D477-4256-984D-22C2667E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24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7646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872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763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148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A19A7-2696-4B99-AFC5-7464AEC38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7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62679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505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5452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3680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0B7FF5-8890-CC08-31F0-5F526709D268}"/>
              </a:ext>
            </a:extLst>
          </p:cNvPr>
          <p:cNvSpPr/>
          <p:nvPr userDrawn="1"/>
        </p:nvSpPr>
        <p:spPr>
          <a:xfrm>
            <a:off x="5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pic>
        <p:nvPicPr>
          <p:cNvPr id="10" name="Google Shape;333;p71">
            <a:extLst>
              <a:ext uri="{FF2B5EF4-FFF2-40B4-BE49-F238E27FC236}">
                <a16:creationId xmlns:a16="http://schemas.microsoft.com/office/drawing/2014/main" id="{2F608837-4565-C4F2-32AF-81A7B493906C}"/>
              </a:ext>
            </a:extLst>
          </p:cNvPr>
          <p:cNvPicPr preferRelativeResize="0"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069" y="998192"/>
            <a:ext cx="2187190" cy="48757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3A8B8FC0-9D22-AF61-7DFC-1C5CDA060384}"/>
              </a:ext>
            </a:extLst>
          </p:cNvPr>
          <p:cNvSpPr/>
          <p:nvPr userDrawn="1"/>
        </p:nvSpPr>
        <p:spPr>
          <a:xfrm>
            <a:off x="5205835" y="-107004"/>
            <a:ext cx="6986164" cy="6965004"/>
          </a:xfrm>
          <a:custGeom>
            <a:avLst/>
            <a:gdLst>
              <a:gd name="connsiteX0" fmla="*/ 0 w 6986164"/>
              <a:gd name="connsiteY0" fmla="*/ 0 h 6858000"/>
              <a:gd name="connsiteX1" fmla="*/ 6986164 w 6986164"/>
              <a:gd name="connsiteY1" fmla="*/ 0 h 6858000"/>
              <a:gd name="connsiteX2" fmla="*/ 6986164 w 6986164"/>
              <a:gd name="connsiteY2" fmla="*/ 6858000 h 6858000"/>
              <a:gd name="connsiteX3" fmla="*/ 0 w 6986164"/>
              <a:gd name="connsiteY3" fmla="*/ 6858000 h 6858000"/>
              <a:gd name="connsiteX4" fmla="*/ 0 w 6986164"/>
              <a:gd name="connsiteY4" fmla="*/ 0 h 6858000"/>
              <a:gd name="connsiteX0" fmla="*/ 2114550 w 6986164"/>
              <a:gd name="connsiteY0" fmla="*/ 19050 h 6858000"/>
              <a:gd name="connsiteX1" fmla="*/ 6986164 w 6986164"/>
              <a:gd name="connsiteY1" fmla="*/ 0 h 6858000"/>
              <a:gd name="connsiteX2" fmla="*/ 6986164 w 6986164"/>
              <a:gd name="connsiteY2" fmla="*/ 6858000 h 6858000"/>
              <a:gd name="connsiteX3" fmla="*/ 0 w 6986164"/>
              <a:gd name="connsiteY3" fmla="*/ 6858000 h 6858000"/>
              <a:gd name="connsiteX4" fmla="*/ 2114550 w 6986164"/>
              <a:gd name="connsiteY4" fmla="*/ 19050 h 6858000"/>
              <a:gd name="connsiteX0" fmla="*/ 3457575 w 8329189"/>
              <a:gd name="connsiteY0" fmla="*/ 19050 h 6858000"/>
              <a:gd name="connsiteX1" fmla="*/ 8329189 w 8329189"/>
              <a:gd name="connsiteY1" fmla="*/ 0 h 6858000"/>
              <a:gd name="connsiteX2" fmla="*/ 8329189 w 8329189"/>
              <a:gd name="connsiteY2" fmla="*/ 6858000 h 6858000"/>
              <a:gd name="connsiteX3" fmla="*/ 0 w 8329189"/>
              <a:gd name="connsiteY3" fmla="*/ 6858000 h 6858000"/>
              <a:gd name="connsiteX4" fmla="*/ 3457575 w 8329189"/>
              <a:gd name="connsiteY4" fmla="*/ 19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189" h="6858000">
                <a:moveTo>
                  <a:pt x="3457575" y="19050"/>
                </a:moveTo>
                <a:lnTo>
                  <a:pt x="8329189" y="0"/>
                </a:lnTo>
                <a:lnTo>
                  <a:pt x="8329189" y="6858000"/>
                </a:lnTo>
                <a:lnTo>
                  <a:pt x="0" y="6858000"/>
                </a:lnTo>
                <a:lnTo>
                  <a:pt x="3457575" y="19050"/>
                </a:lnTo>
                <a:close/>
              </a:path>
            </a:pathLst>
          </a:custGeom>
          <a:gradFill>
            <a:gsLst>
              <a:gs pos="0">
                <a:srgbClr val="D52B1E"/>
              </a:gs>
              <a:gs pos="79000">
                <a:srgbClr val="A52117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pic>
        <p:nvPicPr>
          <p:cNvPr id="12" name="Picture 11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0FD6998-6616-870B-E228-B5F93D3116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238" y="1143000"/>
            <a:ext cx="2739762" cy="39085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5A11D5-F392-02B2-8F8E-E0F190B2AA90}"/>
              </a:ext>
            </a:extLst>
          </p:cNvPr>
          <p:cNvCxnSpPr>
            <a:cxnSpLocks/>
          </p:cNvCxnSpPr>
          <p:nvPr userDrawn="1"/>
        </p:nvCxnSpPr>
        <p:spPr>
          <a:xfrm>
            <a:off x="3073566" y="1062916"/>
            <a:ext cx="0" cy="47094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840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EEF8213-A476-4E8D-BBCB-D0F3A287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986" y="514353"/>
            <a:ext cx="11485746" cy="942309"/>
          </a:xfrm>
        </p:spPr>
        <p:txBody>
          <a:bodyPr anchor="t">
            <a:normAutofit/>
          </a:bodyPr>
          <a:lstStyle>
            <a:lvl1pPr algn="ctr">
              <a:defRPr sz="2275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3303B5D-945F-BC4A-B981-A2075D6A3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013" y="6359504"/>
            <a:ext cx="385277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US" b="0" i="0" smtClean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/>
              <a:t>// © 2024 Sutherland Global Services, Inc. All Rights Reserved.	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6DA4E71-5DD5-3242-A1D5-074340204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4" y="6359504"/>
            <a:ext cx="36512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31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57994-8820-4C47-A89E-A6DC208E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0169" y="1116597"/>
            <a:ext cx="11485562" cy="306388"/>
          </a:xfrm>
        </p:spPr>
        <p:txBody>
          <a:bodyPr anchor="ctr">
            <a:noAutofit/>
          </a:bodyPr>
          <a:lstStyle>
            <a:lvl1pPr marL="0" indent="0" algn="ctr">
              <a:buNone/>
              <a:defRPr sz="1625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  <a:endParaRPr lang="en-PH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81DB329-8EC4-451F-B610-5E55DA34D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86" y="1453896"/>
            <a:ext cx="11485746" cy="448970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162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46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138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138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16353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D57555-2330-F84D-DD3C-314C67BCA123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bg1">
                  <a:lumMod val="0"/>
                  <a:lumOff val="100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3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22E106-3610-3F72-E995-5606B14A73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083" y="5855677"/>
            <a:ext cx="4295834" cy="4747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B08F47-DC61-97FF-EB9E-2BE9BE2713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965" y="940778"/>
            <a:ext cx="5322075" cy="137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4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925687-EBE1-E938-AE51-7591CEE7C550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151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43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6DA4E71-5DD5-3242-A1D5-074340204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5" y="6236216"/>
            <a:ext cx="365122" cy="371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2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CDCA4D-B942-BC47-92B6-393DE0C99508}" type="slidenum">
              <a:rPr lang="en-US" smtClean="0">
                <a:solidFill>
                  <a:srgbClr val="C5C7C5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C5C7C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7B5FC1-2F71-4DE4-EDA6-083500C5B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8902" y="6233777"/>
            <a:ext cx="366617" cy="37371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6F6DB99-CFC1-DC36-7FE6-D9E196933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986" y="302454"/>
            <a:ext cx="11485746" cy="942309"/>
          </a:xfrm>
        </p:spPr>
        <p:txBody>
          <a:bodyPr anchor="t">
            <a:normAutofit/>
          </a:bodyPr>
          <a:lstStyle>
            <a:lvl1pPr algn="ctr">
              <a:defRPr sz="19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E337EE-2894-A8E7-5D8C-2AEDF5F2B80C}"/>
              </a:ext>
            </a:extLst>
          </p:cNvPr>
          <p:cNvSpPr txBox="1"/>
          <p:nvPr userDrawn="1"/>
        </p:nvSpPr>
        <p:spPr>
          <a:xfrm>
            <a:off x="770025" y="6312914"/>
            <a:ext cx="3496720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31">
                <a:solidFill>
                  <a:srgbClr val="C5C7C5"/>
                </a:solidFill>
              </a:rPr>
              <a:t>// © 2024 Sutherland Global Services,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687495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EEF8213-A476-4E8D-BBCB-D0F3A287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986" y="295700"/>
            <a:ext cx="11485746" cy="942309"/>
          </a:xfrm>
        </p:spPr>
        <p:txBody>
          <a:bodyPr anchor="t">
            <a:normAutofit/>
          </a:bodyPr>
          <a:lstStyle>
            <a:lvl1pPr algn="l">
              <a:defRPr sz="1925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CBC37DB-0D1C-91B3-963F-43C103CE29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0169" y="934701"/>
            <a:ext cx="11485562" cy="306389"/>
          </a:xfrm>
        </p:spPr>
        <p:txBody>
          <a:bodyPr anchor="ctr">
            <a:noAutofit/>
          </a:bodyPr>
          <a:lstStyle>
            <a:lvl1pPr marL="0" indent="0" algn="l">
              <a:buNone/>
              <a:defRPr sz="1433" b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3D3C9B1-AF19-6394-CDC5-AF94371DF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5" y="6236216"/>
            <a:ext cx="365122" cy="371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2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CDCA4D-B942-BC47-92B6-393DE0C99508}" type="slidenum">
              <a:rPr lang="en-US" smtClean="0">
                <a:solidFill>
                  <a:srgbClr val="C5C7C5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C5C7C5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1E38FC-EB4B-2885-C2AA-B23E01DF28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8902" y="6233777"/>
            <a:ext cx="366617" cy="373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3729FE-372F-9353-E418-F2700652A2BE}"/>
              </a:ext>
            </a:extLst>
          </p:cNvPr>
          <p:cNvSpPr txBox="1"/>
          <p:nvPr userDrawn="1"/>
        </p:nvSpPr>
        <p:spPr>
          <a:xfrm>
            <a:off x="770025" y="6312914"/>
            <a:ext cx="3496720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31">
                <a:solidFill>
                  <a:srgbClr val="C5C7C5"/>
                </a:solidFill>
              </a:rPr>
              <a:t>// © 2024 Sutherland Global Services,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704047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_0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825BE20-FFF1-20B6-B89D-6935C9307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517" y="2499118"/>
            <a:ext cx="6986162" cy="1819567"/>
          </a:xfrm>
        </p:spPr>
        <p:txBody>
          <a:bodyPr anchor="ctr">
            <a:noAutofit/>
          </a:bodyPr>
          <a:lstStyle>
            <a:lvl1pPr algn="l">
              <a:defRPr sz="3250" b="1">
                <a:solidFill>
                  <a:schemeClr val="bg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5FC0966-ECB1-90F4-7F09-39DEF03BA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4" y="6081728"/>
            <a:ext cx="6986164" cy="499510"/>
          </a:xfrm>
        </p:spPr>
        <p:txBody>
          <a:bodyPr anchor="ctr">
            <a:normAutofit/>
          </a:bodyPr>
          <a:lstStyle>
            <a:lvl1pPr marL="44549" indent="0" algn="l">
              <a:buNone/>
              <a:defRPr sz="1300" b="0" i="1">
                <a:solidFill>
                  <a:schemeClr val="bg1"/>
                </a:solidFill>
                <a:effectLst/>
              </a:defRPr>
            </a:lvl1pPr>
            <a:lvl2pPr marL="366577" indent="0" algn="ctr">
              <a:buNone/>
              <a:defRPr sz="1604"/>
            </a:lvl2pPr>
            <a:lvl3pPr marL="733151" indent="0" algn="ctr">
              <a:buNone/>
              <a:defRPr sz="1443"/>
            </a:lvl3pPr>
            <a:lvl4pPr marL="1099727" indent="0" algn="ctr">
              <a:buNone/>
              <a:defRPr sz="1283"/>
            </a:lvl4pPr>
            <a:lvl5pPr marL="1466303" indent="0" algn="ctr">
              <a:buNone/>
              <a:defRPr sz="1283"/>
            </a:lvl5pPr>
            <a:lvl6pPr marL="1832879" indent="0" algn="ctr">
              <a:buNone/>
              <a:defRPr sz="1283"/>
            </a:lvl6pPr>
            <a:lvl7pPr marL="2199454" indent="0" algn="ctr">
              <a:buNone/>
              <a:defRPr sz="1283"/>
            </a:lvl7pPr>
            <a:lvl8pPr marL="2566030" indent="0" algn="ctr">
              <a:buNone/>
              <a:defRPr sz="1283"/>
            </a:lvl8pPr>
            <a:lvl9pPr marL="2932607" indent="0" algn="ctr">
              <a:buNone/>
              <a:defRPr sz="1283"/>
            </a:lvl9pPr>
          </a:lstStyle>
          <a:p>
            <a:endParaRPr lang="en-US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02D4FC75-E8B2-5DB4-0EF0-13C47908F1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7515" y="4353960"/>
            <a:ext cx="6985595" cy="600075"/>
          </a:xfrm>
        </p:spPr>
        <p:txBody>
          <a:bodyPr anchor="b">
            <a:normAutofit/>
          </a:bodyPr>
          <a:lstStyle>
            <a:lvl1pPr marL="44549" indent="0">
              <a:buNone/>
              <a:defRPr sz="1950" b="0" baseline="0">
                <a:solidFill>
                  <a:schemeClr val="accent3"/>
                </a:solidFill>
                <a:effectLst/>
              </a:defRPr>
            </a:lvl1pPr>
            <a:lvl2pPr>
              <a:defRPr b="1">
                <a:solidFill>
                  <a:srgbClr val="DE1B54"/>
                </a:solidFill>
              </a:defRPr>
            </a:lvl2pPr>
            <a:lvl3pPr>
              <a:defRPr b="1">
                <a:solidFill>
                  <a:srgbClr val="DE1B54"/>
                </a:solidFill>
              </a:defRPr>
            </a:lvl3pPr>
            <a:lvl4pPr>
              <a:defRPr b="1">
                <a:solidFill>
                  <a:srgbClr val="DE1B54"/>
                </a:solidFill>
              </a:defRPr>
            </a:lvl4pPr>
            <a:lvl5pPr>
              <a:defRPr b="1">
                <a:solidFill>
                  <a:srgbClr val="DE1B54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171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19177C1-1047-83B4-9E8F-CBEC0177895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062" t="-188" r="15221" b="188"/>
          <a:stretch/>
        </p:blipFill>
        <p:spPr bwMode="auto">
          <a:xfrm>
            <a:off x="4322618" y="-12968"/>
            <a:ext cx="7869383" cy="6883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A7C09BD-67DB-A4F7-E00E-D040FD491B8E}"/>
              </a:ext>
            </a:extLst>
          </p:cNvPr>
          <p:cNvSpPr/>
          <p:nvPr userDrawn="1"/>
        </p:nvSpPr>
        <p:spPr>
          <a:xfrm>
            <a:off x="6479931" y="4"/>
            <a:ext cx="5712069" cy="7112977"/>
          </a:xfrm>
          <a:prstGeom prst="rect">
            <a:avLst/>
          </a:prstGeom>
          <a:solidFill>
            <a:schemeClr val="dk1">
              <a:alpha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759F47-E511-CEA9-8F47-1C1408C1D963}"/>
              </a:ext>
            </a:extLst>
          </p:cNvPr>
          <p:cNvSpPr>
            <a:spLocks/>
          </p:cNvSpPr>
          <p:nvPr userDrawn="1"/>
        </p:nvSpPr>
        <p:spPr>
          <a:xfrm>
            <a:off x="0" y="4"/>
            <a:ext cx="13390174" cy="6883935"/>
          </a:xfrm>
          <a:custGeom>
            <a:avLst/>
            <a:gdLst>
              <a:gd name="connsiteX0" fmla="*/ 8409028 w 13390131"/>
              <a:gd name="connsiteY0" fmla="*/ 6677356 h 6883741"/>
              <a:gd name="connsiteX1" fmla="*/ 8374801 w 13390131"/>
              <a:gd name="connsiteY1" fmla="*/ 6712922 h 6883741"/>
              <a:gd name="connsiteX2" fmla="*/ 8411132 w 13390131"/>
              <a:gd name="connsiteY2" fmla="*/ 6746258 h 6883741"/>
              <a:gd name="connsiteX3" fmla="*/ 8443639 w 13390131"/>
              <a:gd name="connsiteY3" fmla="*/ 6709671 h 6883741"/>
              <a:gd name="connsiteX4" fmla="*/ 8409028 w 13390131"/>
              <a:gd name="connsiteY4" fmla="*/ 6677356 h 6883741"/>
              <a:gd name="connsiteX5" fmla="*/ 8736389 w 13390131"/>
              <a:gd name="connsiteY5" fmla="*/ 6629553 h 6883741"/>
              <a:gd name="connsiteX6" fmla="*/ 8654677 w 13390131"/>
              <a:gd name="connsiteY6" fmla="*/ 6711329 h 6883741"/>
              <a:gd name="connsiteX7" fmla="*/ 8737537 w 13390131"/>
              <a:gd name="connsiteY7" fmla="*/ 6794571 h 6883741"/>
              <a:gd name="connsiteX8" fmla="*/ 8819760 w 13390131"/>
              <a:gd name="connsiteY8" fmla="*/ 6711329 h 6883741"/>
              <a:gd name="connsiteX9" fmla="*/ 8736389 w 13390131"/>
              <a:gd name="connsiteY9" fmla="*/ 6629553 h 6883741"/>
              <a:gd name="connsiteX10" fmla="*/ 9065790 w 13390131"/>
              <a:gd name="connsiteY10" fmla="*/ 6587868 h 6883741"/>
              <a:gd name="connsiteX11" fmla="*/ 8941946 w 13390131"/>
              <a:gd name="connsiteY11" fmla="*/ 6711202 h 6883741"/>
              <a:gd name="connsiteX12" fmla="*/ 9064388 w 13390131"/>
              <a:gd name="connsiteY12" fmla="*/ 6836193 h 6883741"/>
              <a:gd name="connsiteX13" fmla="*/ 9064452 w 13390131"/>
              <a:gd name="connsiteY13" fmla="*/ 6836256 h 6883741"/>
              <a:gd name="connsiteX14" fmla="*/ 9190017 w 13390131"/>
              <a:gd name="connsiteY14" fmla="*/ 6711456 h 6883741"/>
              <a:gd name="connsiteX15" fmla="*/ 9065790 w 13390131"/>
              <a:gd name="connsiteY15" fmla="*/ 6587868 h 6883741"/>
              <a:gd name="connsiteX16" fmla="*/ 8084663 w 13390131"/>
              <a:gd name="connsiteY16" fmla="*/ 6370265 h 6883741"/>
              <a:gd name="connsiteX17" fmla="*/ 8067709 w 13390131"/>
              <a:gd name="connsiteY17" fmla="*/ 6385307 h 6883741"/>
              <a:gd name="connsiteX18" fmla="*/ 8082879 w 13390131"/>
              <a:gd name="connsiteY18" fmla="*/ 6402007 h 6883741"/>
              <a:gd name="connsiteX19" fmla="*/ 8099387 w 13390131"/>
              <a:gd name="connsiteY19" fmla="*/ 6387092 h 6883741"/>
              <a:gd name="connsiteX20" fmla="*/ 8084663 w 13390131"/>
              <a:gd name="connsiteY20" fmla="*/ 6370265 h 6883741"/>
              <a:gd name="connsiteX21" fmla="*/ 8408901 w 13390131"/>
              <a:gd name="connsiteY21" fmla="*/ 6328453 h 6883741"/>
              <a:gd name="connsiteX22" fmla="*/ 8351600 w 13390131"/>
              <a:gd name="connsiteY22" fmla="*/ 6387283 h 6883741"/>
              <a:gd name="connsiteX23" fmla="*/ 8411259 w 13390131"/>
              <a:gd name="connsiteY23" fmla="*/ 6443628 h 6883741"/>
              <a:gd name="connsiteX24" fmla="*/ 8411259 w 13390131"/>
              <a:gd name="connsiteY24" fmla="*/ 6443564 h 6883741"/>
              <a:gd name="connsiteX25" fmla="*/ 8466966 w 13390131"/>
              <a:gd name="connsiteY25" fmla="*/ 6386072 h 6883741"/>
              <a:gd name="connsiteX26" fmla="*/ 8408901 w 13390131"/>
              <a:gd name="connsiteY26" fmla="*/ 6328453 h 6883741"/>
              <a:gd name="connsiteX27" fmla="*/ 8737473 w 13390131"/>
              <a:gd name="connsiteY27" fmla="*/ 6282306 h 6883741"/>
              <a:gd name="connsiteX28" fmla="*/ 8633770 w 13390131"/>
              <a:gd name="connsiteY28" fmla="*/ 6387411 h 6883741"/>
              <a:gd name="connsiteX29" fmla="*/ 8737792 w 13390131"/>
              <a:gd name="connsiteY29" fmla="*/ 6489838 h 6883741"/>
              <a:gd name="connsiteX30" fmla="*/ 8737855 w 13390131"/>
              <a:gd name="connsiteY30" fmla="*/ 6489838 h 6883741"/>
              <a:gd name="connsiteX31" fmla="*/ 8841813 w 13390131"/>
              <a:gd name="connsiteY31" fmla="*/ 6384797 h 6883741"/>
              <a:gd name="connsiteX32" fmla="*/ 8737473 w 13390131"/>
              <a:gd name="connsiteY32" fmla="*/ 6282306 h 6883741"/>
              <a:gd name="connsiteX33" fmla="*/ 9063750 w 13390131"/>
              <a:gd name="connsiteY33" fmla="*/ 6242215 h 6883741"/>
              <a:gd name="connsiteX34" fmla="*/ 8924418 w 13390131"/>
              <a:gd name="connsiteY34" fmla="*/ 6385626 h 6883741"/>
              <a:gd name="connsiteX35" fmla="*/ 9067384 w 13390131"/>
              <a:gd name="connsiteY35" fmla="*/ 6525341 h 6883741"/>
              <a:gd name="connsiteX36" fmla="*/ 9067320 w 13390131"/>
              <a:gd name="connsiteY36" fmla="*/ 6525277 h 6883741"/>
              <a:gd name="connsiteX37" fmla="*/ 9206908 w 13390131"/>
              <a:gd name="connsiteY37" fmla="*/ 6381993 h 6883741"/>
              <a:gd name="connsiteX38" fmla="*/ 9063750 w 13390131"/>
              <a:gd name="connsiteY38" fmla="*/ 6242215 h 6883741"/>
              <a:gd name="connsiteX39" fmla="*/ 8081222 w 13390131"/>
              <a:gd name="connsiteY39" fmla="*/ 6021616 h 6883741"/>
              <a:gd name="connsiteX40" fmla="*/ 8044826 w 13390131"/>
              <a:gd name="connsiteY40" fmla="*/ 6058457 h 6883741"/>
              <a:gd name="connsiteX41" fmla="*/ 8081795 w 13390131"/>
              <a:gd name="connsiteY41" fmla="*/ 6094597 h 6883741"/>
              <a:gd name="connsiteX42" fmla="*/ 8081859 w 13390131"/>
              <a:gd name="connsiteY42" fmla="*/ 6094597 h 6883741"/>
              <a:gd name="connsiteX43" fmla="*/ 8117680 w 13390131"/>
              <a:gd name="connsiteY43" fmla="*/ 6057883 h 6883741"/>
              <a:gd name="connsiteX44" fmla="*/ 8081222 w 13390131"/>
              <a:gd name="connsiteY44" fmla="*/ 6021616 h 6883741"/>
              <a:gd name="connsiteX45" fmla="*/ 8408519 w 13390131"/>
              <a:gd name="connsiteY45" fmla="*/ 5974386 h 6883741"/>
              <a:gd name="connsiteX46" fmla="*/ 8325085 w 13390131"/>
              <a:gd name="connsiteY46" fmla="*/ 6059732 h 6883741"/>
              <a:gd name="connsiteX47" fmla="*/ 8411706 w 13390131"/>
              <a:gd name="connsiteY47" fmla="*/ 6141954 h 6883741"/>
              <a:gd name="connsiteX48" fmla="*/ 8411706 w 13390131"/>
              <a:gd name="connsiteY48" fmla="*/ 6142018 h 6883741"/>
              <a:gd name="connsiteX49" fmla="*/ 8493546 w 13390131"/>
              <a:gd name="connsiteY49" fmla="*/ 6057756 h 6883741"/>
              <a:gd name="connsiteX50" fmla="*/ 8408519 w 13390131"/>
              <a:gd name="connsiteY50" fmla="*/ 5974386 h 6883741"/>
              <a:gd name="connsiteX51" fmla="*/ 8736900 w 13390131"/>
              <a:gd name="connsiteY51" fmla="*/ 5932765 h 6883741"/>
              <a:gd name="connsiteX52" fmla="*/ 8612163 w 13390131"/>
              <a:gd name="connsiteY52" fmla="*/ 6058266 h 6883741"/>
              <a:gd name="connsiteX53" fmla="*/ 8737218 w 13390131"/>
              <a:gd name="connsiteY53" fmla="*/ 6183512 h 6883741"/>
              <a:gd name="connsiteX54" fmla="*/ 8737282 w 13390131"/>
              <a:gd name="connsiteY54" fmla="*/ 6183512 h 6883741"/>
              <a:gd name="connsiteX55" fmla="*/ 8863676 w 13390131"/>
              <a:gd name="connsiteY55" fmla="*/ 6056736 h 6883741"/>
              <a:gd name="connsiteX56" fmla="*/ 8736900 w 13390131"/>
              <a:gd name="connsiteY56" fmla="*/ 5932765 h 6883741"/>
              <a:gd name="connsiteX57" fmla="*/ 7756601 w 13390131"/>
              <a:gd name="connsiteY57" fmla="*/ 5710127 h 6883741"/>
              <a:gd name="connsiteX58" fmla="*/ 7736204 w 13390131"/>
              <a:gd name="connsiteY58" fmla="*/ 5729886 h 6883741"/>
              <a:gd name="connsiteX59" fmla="*/ 7756155 w 13390131"/>
              <a:gd name="connsiteY59" fmla="*/ 5750027 h 6883741"/>
              <a:gd name="connsiteX60" fmla="*/ 7775595 w 13390131"/>
              <a:gd name="connsiteY60" fmla="*/ 5729249 h 6883741"/>
              <a:gd name="connsiteX61" fmla="*/ 7756601 w 13390131"/>
              <a:gd name="connsiteY61" fmla="*/ 5710127 h 6883741"/>
              <a:gd name="connsiteX62" fmla="*/ 8081604 w 13390131"/>
              <a:gd name="connsiteY62" fmla="*/ 5667168 h 6883741"/>
              <a:gd name="connsiteX63" fmla="*/ 8018120 w 13390131"/>
              <a:gd name="connsiteY63" fmla="*/ 5731161 h 6883741"/>
              <a:gd name="connsiteX64" fmla="*/ 8081476 w 13390131"/>
              <a:gd name="connsiteY64" fmla="*/ 5792987 h 6883741"/>
              <a:gd name="connsiteX65" fmla="*/ 8144705 w 13390131"/>
              <a:gd name="connsiteY65" fmla="*/ 5731288 h 6883741"/>
              <a:gd name="connsiteX66" fmla="*/ 8081604 w 13390131"/>
              <a:gd name="connsiteY66" fmla="*/ 5667168 h 6883741"/>
              <a:gd name="connsiteX67" fmla="*/ 8409985 w 13390131"/>
              <a:gd name="connsiteY67" fmla="*/ 5622168 h 6883741"/>
              <a:gd name="connsiteX68" fmla="*/ 8301310 w 13390131"/>
              <a:gd name="connsiteY68" fmla="*/ 5729631 h 6883741"/>
              <a:gd name="connsiteX69" fmla="*/ 8409028 w 13390131"/>
              <a:gd name="connsiteY69" fmla="*/ 5837859 h 6883741"/>
              <a:gd name="connsiteX70" fmla="*/ 8409028 w 13390131"/>
              <a:gd name="connsiteY70" fmla="*/ 5837922 h 6883741"/>
              <a:gd name="connsiteX71" fmla="*/ 8517002 w 13390131"/>
              <a:gd name="connsiteY71" fmla="*/ 5730587 h 6883741"/>
              <a:gd name="connsiteX72" fmla="*/ 8409985 w 13390131"/>
              <a:gd name="connsiteY72" fmla="*/ 5622168 h 6883741"/>
              <a:gd name="connsiteX73" fmla="*/ 8737537 w 13390131"/>
              <a:gd name="connsiteY73" fmla="*/ 5585710 h 6883741"/>
              <a:gd name="connsiteX74" fmla="*/ 8593743 w 13390131"/>
              <a:gd name="connsiteY74" fmla="*/ 5730651 h 6883741"/>
              <a:gd name="connsiteX75" fmla="*/ 8738811 w 13390131"/>
              <a:gd name="connsiteY75" fmla="*/ 5874190 h 6883741"/>
              <a:gd name="connsiteX76" fmla="*/ 8881969 w 13390131"/>
              <a:gd name="connsiteY76" fmla="*/ 5730523 h 6883741"/>
              <a:gd name="connsiteX77" fmla="*/ 8737537 w 13390131"/>
              <a:gd name="connsiteY77" fmla="*/ 5585710 h 6883741"/>
              <a:gd name="connsiteX78" fmla="*/ 7754689 w 13390131"/>
              <a:gd name="connsiteY78" fmla="*/ 5360586 h 6883741"/>
              <a:gd name="connsiteX79" fmla="*/ 7714024 w 13390131"/>
              <a:gd name="connsiteY79" fmla="*/ 5402016 h 6883741"/>
              <a:gd name="connsiteX80" fmla="*/ 7756856 w 13390131"/>
              <a:gd name="connsiteY80" fmla="*/ 5443446 h 6883741"/>
              <a:gd name="connsiteX81" fmla="*/ 7756919 w 13390131"/>
              <a:gd name="connsiteY81" fmla="*/ 5443446 h 6883741"/>
              <a:gd name="connsiteX82" fmla="*/ 7797011 w 13390131"/>
              <a:gd name="connsiteY82" fmla="*/ 5399849 h 6883741"/>
              <a:gd name="connsiteX83" fmla="*/ 7754689 w 13390131"/>
              <a:gd name="connsiteY83" fmla="*/ 5360586 h 6883741"/>
              <a:gd name="connsiteX84" fmla="*/ 8081604 w 13390131"/>
              <a:gd name="connsiteY84" fmla="*/ 5313611 h 6883741"/>
              <a:gd name="connsiteX85" fmla="*/ 7992880 w 13390131"/>
              <a:gd name="connsiteY85" fmla="*/ 5401952 h 6883741"/>
              <a:gd name="connsiteX86" fmla="*/ 8081412 w 13390131"/>
              <a:gd name="connsiteY86" fmla="*/ 5490548 h 6883741"/>
              <a:gd name="connsiteX87" fmla="*/ 8170646 w 13390131"/>
              <a:gd name="connsiteY87" fmla="*/ 5402143 h 6883741"/>
              <a:gd name="connsiteX88" fmla="*/ 8081604 w 13390131"/>
              <a:gd name="connsiteY88" fmla="*/ 5313611 h 6883741"/>
              <a:gd name="connsiteX89" fmla="*/ 8408136 w 13390131"/>
              <a:gd name="connsiteY89" fmla="*/ 5272946 h 6883741"/>
              <a:gd name="connsiteX90" fmla="*/ 8280404 w 13390131"/>
              <a:gd name="connsiteY90" fmla="*/ 5401761 h 6883741"/>
              <a:gd name="connsiteX91" fmla="*/ 8409857 w 13390131"/>
              <a:gd name="connsiteY91" fmla="*/ 5531023 h 6883741"/>
              <a:gd name="connsiteX92" fmla="*/ 8409921 w 13390131"/>
              <a:gd name="connsiteY92" fmla="*/ 5530959 h 6883741"/>
              <a:gd name="connsiteX93" fmla="*/ 8538991 w 13390131"/>
              <a:gd name="connsiteY93" fmla="*/ 5401124 h 6883741"/>
              <a:gd name="connsiteX94" fmla="*/ 8408136 w 13390131"/>
              <a:gd name="connsiteY94" fmla="*/ 5272946 h 6883741"/>
              <a:gd name="connsiteX95" fmla="*/ 7427519 w 13390131"/>
              <a:gd name="connsiteY95" fmla="*/ 5051519 h 6883741"/>
              <a:gd name="connsiteX96" fmla="*/ 7405402 w 13390131"/>
              <a:gd name="connsiteY96" fmla="*/ 5075102 h 6883741"/>
              <a:gd name="connsiteX97" fmla="*/ 7429495 w 13390131"/>
              <a:gd name="connsiteY97" fmla="*/ 5096837 h 6883741"/>
              <a:gd name="connsiteX98" fmla="*/ 7450975 w 13390131"/>
              <a:gd name="connsiteY98" fmla="*/ 5074273 h 6883741"/>
              <a:gd name="connsiteX99" fmla="*/ 7427519 w 13390131"/>
              <a:gd name="connsiteY99" fmla="*/ 5051519 h 6883741"/>
              <a:gd name="connsiteX100" fmla="*/ 7755581 w 13390131"/>
              <a:gd name="connsiteY100" fmla="*/ 5006073 h 6883741"/>
              <a:gd name="connsiteX101" fmla="*/ 7687062 w 13390131"/>
              <a:gd name="connsiteY101" fmla="*/ 5074273 h 6883741"/>
              <a:gd name="connsiteX102" fmla="*/ 7755964 w 13390131"/>
              <a:gd name="connsiteY102" fmla="*/ 5142219 h 6883741"/>
              <a:gd name="connsiteX103" fmla="*/ 7823909 w 13390131"/>
              <a:gd name="connsiteY103" fmla="*/ 5073891 h 6883741"/>
              <a:gd name="connsiteX104" fmla="*/ 7755581 w 13390131"/>
              <a:gd name="connsiteY104" fmla="*/ 5006073 h 6883741"/>
              <a:gd name="connsiteX105" fmla="*/ 8078736 w 13390131"/>
              <a:gd name="connsiteY105" fmla="*/ 4961648 h 6883741"/>
              <a:gd name="connsiteX106" fmla="*/ 7969679 w 13390131"/>
              <a:gd name="connsiteY106" fmla="*/ 5076823 h 6883741"/>
              <a:gd name="connsiteX107" fmla="*/ 8084408 w 13390131"/>
              <a:gd name="connsiteY107" fmla="*/ 5186134 h 6883741"/>
              <a:gd name="connsiteX108" fmla="*/ 8194038 w 13390131"/>
              <a:gd name="connsiteY108" fmla="*/ 5073445 h 6883741"/>
              <a:gd name="connsiteX109" fmla="*/ 8078736 w 13390131"/>
              <a:gd name="connsiteY109" fmla="*/ 4961648 h 6883741"/>
              <a:gd name="connsiteX110" fmla="*/ 8410304 w 13390131"/>
              <a:gd name="connsiteY110" fmla="*/ 4926656 h 6883741"/>
              <a:gd name="connsiteX111" fmla="*/ 8262685 w 13390131"/>
              <a:gd name="connsiteY111" fmla="*/ 5073318 h 6883741"/>
              <a:gd name="connsiteX112" fmla="*/ 8408901 w 13390131"/>
              <a:gd name="connsiteY112" fmla="*/ 5221573 h 6883741"/>
              <a:gd name="connsiteX113" fmla="*/ 8408901 w 13390131"/>
              <a:gd name="connsiteY113" fmla="*/ 5221636 h 6883741"/>
              <a:gd name="connsiteX114" fmla="*/ 8557220 w 13390131"/>
              <a:gd name="connsiteY114" fmla="*/ 5074720 h 6883741"/>
              <a:gd name="connsiteX115" fmla="*/ 8410304 w 13390131"/>
              <a:gd name="connsiteY115" fmla="*/ 4926656 h 6883741"/>
              <a:gd name="connsiteX116" fmla="*/ 7427710 w 13390131"/>
              <a:gd name="connsiteY116" fmla="*/ 4699938 h 6883741"/>
              <a:gd name="connsiteX117" fmla="*/ 7382073 w 13390131"/>
              <a:gd name="connsiteY117" fmla="*/ 4746722 h 6883741"/>
              <a:gd name="connsiteX118" fmla="*/ 7429176 w 13390131"/>
              <a:gd name="connsiteY118" fmla="*/ 4791913 h 6883741"/>
              <a:gd name="connsiteX119" fmla="*/ 7429112 w 13390131"/>
              <a:gd name="connsiteY119" fmla="*/ 4791976 h 6883741"/>
              <a:gd name="connsiteX120" fmla="*/ 7474175 w 13390131"/>
              <a:gd name="connsiteY120" fmla="*/ 4746467 h 6883741"/>
              <a:gd name="connsiteX121" fmla="*/ 7427710 w 13390131"/>
              <a:gd name="connsiteY121" fmla="*/ 4699938 h 6883741"/>
              <a:gd name="connsiteX122" fmla="*/ 7754306 w 13390131"/>
              <a:gd name="connsiteY122" fmla="*/ 4652389 h 6883741"/>
              <a:gd name="connsiteX123" fmla="*/ 7662204 w 13390131"/>
              <a:gd name="connsiteY123" fmla="*/ 4746467 h 6883741"/>
              <a:gd name="connsiteX124" fmla="*/ 7755135 w 13390131"/>
              <a:gd name="connsiteY124" fmla="*/ 4840035 h 6883741"/>
              <a:gd name="connsiteX125" fmla="*/ 7755135 w 13390131"/>
              <a:gd name="connsiteY125" fmla="*/ 4840099 h 6883741"/>
              <a:gd name="connsiteX126" fmla="*/ 7850169 w 13390131"/>
              <a:gd name="connsiteY126" fmla="*/ 4745638 h 6883741"/>
              <a:gd name="connsiteX127" fmla="*/ 7754306 w 13390131"/>
              <a:gd name="connsiteY127" fmla="*/ 4652389 h 6883741"/>
              <a:gd name="connsiteX128" fmla="*/ 8081923 w 13390131"/>
              <a:gd name="connsiteY128" fmla="*/ 4613190 h 6883741"/>
              <a:gd name="connsiteX129" fmla="*/ 7948836 w 13390131"/>
              <a:gd name="connsiteY129" fmla="*/ 4745575 h 6883741"/>
              <a:gd name="connsiteX130" fmla="*/ 8081158 w 13390131"/>
              <a:gd name="connsiteY130" fmla="*/ 4878533 h 6883741"/>
              <a:gd name="connsiteX131" fmla="*/ 8081222 w 13390131"/>
              <a:gd name="connsiteY131" fmla="*/ 4878533 h 6883741"/>
              <a:gd name="connsiteX132" fmla="*/ 8213797 w 13390131"/>
              <a:gd name="connsiteY132" fmla="*/ 4746276 h 6883741"/>
              <a:gd name="connsiteX133" fmla="*/ 8081923 w 13390131"/>
              <a:gd name="connsiteY133" fmla="*/ 4613190 h 6883741"/>
              <a:gd name="connsiteX134" fmla="*/ 7101624 w 13390131"/>
              <a:gd name="connsiteY134" fmla="*/ 4394695 h 6883741"/>
              <a:gd name="connsiteX135" fmla="*/ 7074662 w 13390131"/>
              <a:gd name="connsiteY135" fmla="*/ 4419107 h 6883741"/>
              <a:gd name="connsiteX136" fmla="*/ 7099393 w 13390131"/>
              <a:gd name="connsiteY136" fmla="*/ 4446004 h 6883741"/>
              <a:gd name="connsiteX137" fmla="*/ 7125653 w 13390131"/>
              <a:gd name="connsiteY137" fmla="*/ 4420254 h 6883741"/>
              <a:gd name="connsiteX138" fmla="*/ 7101624 w 13390131"/>
              <a:gd name="connsiteY138" fmla="*/ 4394695 h 6883741"/>
              <a:gd name="connsiteX139" fmla="*/ 7427200 w 13390131"/>
              <a:gd name="connsiteY139" fmla="*/ 4346955 h 6883741"/>
              <a:gd name="connsiteX140" fmla="*/ 7354984 w 13390131"/>
              <a:gd name="connsiteY140" fmla="*/ 4420318 h 6883741"/>
              <a:gd name="connsiteX141" fmla="*/ 7427328 w 13390131"/>
              <a:gd name="connsiteY141" fmla="*/ 4493362 h 6883741"/>
              <a:gd name="connsiteX142" fmla="*/ 7427328 w 13390131"/>
              <a:gd name="connsiteY142" fmla="*/ 4493426 h 6883741"/>
              <a:gd name="connsiteX143" fmla="*/ 7501264 w 13390131"/>
              <a:gd name="connsiteY143" fmla="*/ 4421338 h 6883741"/>
              <a:gd name="connsiteX144" fmla="*/ 7427200 w 13390131"/>
              <a:gd name="connsiteY144" fmla="*/ 4346955 h 6883741"/>
              <a:gd name="connsiteX145" fmla="*/ 7753032 w 13390131"/>
              <a:gd name="connsiteY145" fmla="*/ 4304888 h 6883741"/>
              <a:gd name="connsiteX146" fmla="*/ 7637984 w 13390131"/>
              <a:gd name="connsiteY146" fmla="*/ 4419617 h 6883741"/>
              <a:gd name="connsiteX147" fmla="*/ 7754052 w 13390131"/>
              <a:gd name="connsiteY147" fmla="*/ 4535557 h 6883741"/>
              <a:gd name="connsiteX148" fmla="*/ 7753988 w 13390131"/>
              <a:gd name="connsiteY148" fmla="*/ 4535621 h 6883741"/>
              <a:gd name="connsiteX149" fmla="*/ 7869163 w 13390131"/>
              <a:gd name="connsiteY149" fmla="*/ 4420955 h 6883741"/>
              <a:gd name="connsiteX150" fmla="*/ 7753032 w 13390131"/>
              <a:gd name="connsiteY150" fmla="*/ 4304888 h 6883741"/>
              <a:gd name="connsiteX151" fmla="*/ 7099074 w 13390131"/>
              <a:gd name="connsiteY151" fmla="*/ 4040182 h 6883741"/>
              <a:gd name="connsiteX152" fmla="*/ 7048211 w 13390131"/>
              <a:gd name="connsiteY152" fmla="*/ 4091747 h 6883741"/>
              <a:gd name="connsiteX153" fmla="*/ 7100540 w 13390131"/>
              <a:gd name="connsiteY153" fmla="*/ 4144076 h 6883741"/>
              <a:gd name="connsiteX154" fmla="*/ 7151467 w 13390131"/>
              <a:gd name="connsiteY154" fmla="*/ 4092576 h 6883741"/>
              <a:gd name="connsiteX155" fmla="*/ 7099074 w 13390131"/>
              <a:gd name="connsiteY155" fmla="*/ 4040182 h 6883741"/>
              <a:gd name="connsiteX156" fmla="*/ 7425862 w 13390131"/>
              <a:gd name="connsiteY156" fmla="*/ 3994418 h 6883741"/>
              <a:gd name="connsiteX157" fmla="*/ 7330445 w 13390131"/>
              <a:gd name="connsiteY157" fmla="*/ 4094169 h 6883741"/>
              <a:gd name="connsiteX158" fmla="*/ 7429813 w 13390131"/>
              <a:gd name="connsiteY158" fmla="*/ 4189904 h 6883741"/>
              <a:gd name="connsiteX159" fmla="*/ 7525230 w 13390131"/>
              <a:gd name="connsiteY159" fmla="*/ 4090217 h 6883741"/>
              <a:gd name="connsiteX160" fmla="*/ 7425862 w 13390131"/>
              <a:gd name="connsiteY160" fmla="*/ 3994418 h 6883741"/>
              <a:gd name="connsiteX161" fmla="*/ 7754306 w 13390131"/>
              <a:gd name="connsiteY161" fmla="*/ 3956494 h 6883741"/>
              <a:gd name="connsiteX162" fmla="*/ 7617460 w 13390131"/>
              <a:gd name="connsiteY162" fmla="*/ 4093149 h 6883741"/>
              <a:gd name="connsiteX163" fmla="*/ 7753860 w 13390131"/>
              <a:gd name="connsiteY163" fmla="*/ 4227828 h 6883741"/>
              <a:gd name="connsiteX164" fmla="*/ 7753860 w 13390131"/>
              <a:gd name="connsiteY164" fmla="*/ 4227892 h 6883741"/>
              <a:gd name="connsiteX165" fmla="*/ 7889114 w 13390131"/>
              <a:gd name="connsiteY165" fmla="*/ 4092448 h 6883741"/>
              <a:gd name="connsiteX166" fmla="*/ 7754306 w 13390131"/>
              <a:gd name="connsiteY166" fmla="*/ 3956494 h 6883741"/>
              <a:gd name="connsiteX167" fmla="*/ 6772924 w 13390131"/>
              <a:gd name="connsiteY167" fmla="*/ 3733665 h 6883741"/>
              <a:gd name="connsiteX168" fmla="*/ 6741310 w 13390131"/>
              <a:gd name="connsiteY168" fmla="*/ 3762984 h 6883741"/>
              <a:gd name="connsiteX169" fmla="*/ 6770629 w 13390131"/>
              <a:gd name="connsiteY169" fmla="*/ 3794790 h 6883741"/>
              <a:gd name="connsiteX170" fmla="*/ 6801862 w 13390131"/>
              <a:gd name="connsiteY170" fmla="*/ 3765343 h 6883741"/>
              <a:gd name="connsiteX171" fmla="*/ 6772924 w 13390131"/>
              <a:gd name="connsiteY171" fmla="*/ 3733665 h 6883741"/>
              <a:gd name="connsiteX172" fmla="*/ 7100795 w 13390131"/>
              <a:gd name="connsiteY172" fmla="*/ 3686307 h 6883741"/>
              <a:gd name="connsiteX173" fmla="*/ 7021950 w 13390131"/>
              <a:gd name="connsiteY173" fmla="*/ 3762538 h 6883741"/>
              <a:gd name="connsiteX174" fmla="*/ 7097672 w 13390131"/>
              <a:gd name="connsiteY174" fmla="*/ 3841765 h 6883741"/>
              <a:gd name="connsiteX175" fmla="*/ 7097608 w 13390131"/>
              <a:gd name="connsiteY175" fmla="*/ 3841701 h 6883741"/>
              <a:gd name="connsiteX176" fmla="*/ 7177090 w 13390131"/>
              <a:gd name="connsiteY176" fmla="*/ 3764514 h 6883741"/>
              <a:gd name="connsiteX177" fmla="*/ 7100795 w 13390131"/>
              <a:gd name="connsiteY177" fmla="*/ 3686307 h 6883741"/>
              <a:gd name="connsiteX178" fmla="*/ 7427837 w 13390131"/>
              <a:gd name="connsiteY178" fmla="*/ 3644558 h 6883741"/>
              <a:gd name="connsiteX179" fmla="*/ 7308519 w 13390131"/>
              <a:gd name="connsiteY179" fmla="*/ 3764132 h 6883741"/>
              <a:gd name="connsiteX180" fmla="*/ 7427837 w 13390131"/>
              <a:gd name="connsiteY180" fmla="*/ 3883577 h 6883741"/>
              <a:gd name="connsiteX181" fmla="*/ 7547730 w 13390131"/>
              <a:gd name="connsiteY181" fmla="*/ 3764132 h 6883741"/>
              <a:gd name="connsiteX182" fmla="*/ 7427837 w 13390131"/>
              <a:gd name="connsiteY182" fmla="*/ 3644558 h 6883741"/>
              <a:gd name="connsiteX183" fmla="*/ 6443077 w 13390131"/>
              <a:gd name="connsiteY183" fmla="*/ 3416885 h 6883741"/>
              <a:gd name="connsiteX184" fmla="*/ 6422936 w 13390131"/>
              <a:gd name="connsiteY184" fmla="*/ 3436007 h 6883741"/>
              <a:gd name="connsiteX185" fmla="*/ 6428521 w 13390131"/>
              <a:gd name="connsiteY185" fmla="*/ 3449217 h 6883741"/>
              <a:gd name="connsiteX186" fmla="*/ 6442344 w 13390131"/>
              <a:gd name="connsiteY186" fmla="*/ 3454288 h 6883741"/>
              <a:gd name="connsiteX187" fmla="*/ 6442312 w 13390131"/>
              <a:gd name="connsiteY187" fmla="*/ 3454300 h 6883741"/>
              <a:gd name="connsiteX188" fmla="*/ 6442376 w 13390131"/>
              <a:gd name="connsiteY188" fmla="*/ 3454300 h 6883741"/>
              <a:gd name="connsiteX189" fmla="*/ 6442344 w 13390131"/>
              <a:gd name="connsiteY189" fmla="*/ 3454288 h 6883741"/>
              <a:gd name="connsiteX190" fmla="*/ 6456136 w 13390131"/>
              <a:gd name="connsiteY190" fmla="*/ 3448930 h 6883741"/>
              <a:gd name="connsiteX191" fmla="*/ 6461689 w 13390131"/>
              <a:gd name="connsiteY191" fmla="*/ 3436389 h 6883741"/>
              <a:gd name="connsiteX192" fmla="*/ 6443077 w 13390131"/>
              <a:gd name="connsiteY192" fmla="*/ 3416885 h 6883741"/>
              <a:gd name="connsiteX193" fmla="*/ 6772542 w 13390131"/>
              <a:gd name="connsiteY193" fmla="*/ 3391772 h 6883741"/>
              <a:gd name="connsiteX194" fmla="*/ 6727224 w 13390131"/>
              <a:gd name="connsiteY194" fmla="*/ 3435943 h 6883741"/>
              <a:gd name="connsiteX195" fmla="*/ 6772223 w 13390131"/>
              <a:gd name="connsiteY195" fmla="*/ 3480368 h 6883741"/>
              <a:gd name="connsiteX196" fmla="*/ 6816394 w 13390131"/>
              <a:gd name="connsiteY196" fmla="*/ 3435114 h 6883741"/>
              <a:gd name="connsiteX197" fmla="*/ 6772542 w 13390131"/>
              <a:gd name="connsiteY197" fmla="*/ 3391772 h 6883741"/>
              <a:gd name="connsiteX198" fmla="*/ 7098756 w 13390131"/>
              <a:gd name="connsiteY198" fmla="*/ 3342502 h 6883741"/>
              <a:gd name="connsiteX199" fmla="*/ 7006717 w 13390131"/>
              <a:gd name="connsiteY199" fmla="*/ 3437090 h 6883741"/>
              <a:gd name="connsiteX200" fmla="*/ 7100795 w 13390131"/>
              <a:gd name="connsiteY200" fmla="*/ 3529575 h 6883741"/>
              <a:gd name="connsiteX201" fmla="*/ 7100795 w 13390131"/>
              <a:gd name="connsiteY201" fmla="*/ 3529511 h 6883741"/>
              <a:gd name="connsiteX202" fmla="*/ 7193216 w 13390131"/>
              <a:gd name="connsiteY202" fmla="*/ 3435051 h 6883741"/>
              <a:gd name="connsiteX203" fmla="*/ 7098756 w 13390131"/>
              <a:gd name="connsiteY203" fmla="*/ 3342502 h 6883741"/>
              <a:gd name="connsiteX204" fmla="*/ 7428156 w 13390131"/>
              <a:gd name="connsiteY204" fmla="*/ 3304068 h 6883741"/>
              <a:gd name="connsiteX205" fmla="*/ 7295580 w 13390131"/>
              <a:gd name="connsiteY205" fmla="*/ 3434031 h 6883741"/>
              <a:gd name="connsiteX206" fmla="*/ 7428603 w 13390131"/>
              <a:gd name="connsiteY206" fmla="*/ 3568264 h 6883741"/>
              <a:gd name="connsiteX207" fmla="*/ 7560477 w 13390131"/>
              <a:gd name="connsiteY207" fmla="*/ 3434796 h 6883741"/>
              <a:gd name="connsiteX208" fmla="*/ 7428156 w 13390131"/>
              <a:gd name="connsiteY208" fmla="*/ 3304068 h 6883741"/>
              <a:gd name="connsiteX209" fmla="*/ 6772096 w 13390131"/>
              <a:gd name="connsiteY209" fmla="*/ 3077542 h 6883741"/>
              <a:gd name="connsiteX210" fmla="*/ 6741310 w 13390131"/>
              <a:gd name="connsiteY210" fmla="*/ 3107754 h 6883741"/>
              <a:gd name="connsiteX211" fmla="*/ 6771458 w 13390131"/>
              <a:gd name="connsiteY211" fmla="*/ 3138731 h 6883741"/>
              <a:gd name="connsiteX212" fmla="*/ 6801862 w 13390131"/>
              <a:gd name="connsiteY212" fmla="*/ 3108392 h 6883741"/>
              <a:gd name="connsiteX213" fmla="*/ 6772096 w 13390131"/>
              <a:gd name="connsiteY213" fmla="*/ 3077542 h 6883741"/>
              <a:gd name="connsiteX214" fmla="*/ 7100476 w 13390131"/>
              <a:gd name="connsiteY214" fmla="*/ 3031077 h 6883741"/>
              <a:gd name="connsiteX215" fmla="*/ 7023417 w 13390131"/>
              <a:gd name="connsiteY215" fmla="*/ 3108073 h 6883741"/>
              <a:gd name="connsiteX216" fmla="*/ 7100476 w 13390131"/>
              <a:gd name="connsiteY216" fmla="*/ 3185069 h 6883741"/>
              <a:gd name="connsiteX217" fmla="*/ 7176580 w 13390131"/>
              <a:gd name="connsiteY217" fmla="*/ 3106926 h 6883741"/>
              <a:gd name="connsiteX218" fmla="*/ 7100476 w 13390131"/>
              <a:gd name="connsiteY218" fmla="*/ 3031077 h 6883741"/>
              <a:gd name="connsiteX219" fmla="*/ 7425352 w 13390131"/>
              <a:gd name="connsiteY219" fmla="*/ 2988819 h 6883741"/>
              <a:gd name="connsiteX220" fmla="*/ 7306097 w 13390131"/>
              <a:gd name="connsiteY220" fmla="*/ 3108902 h 6883741"/>
              <a:gd name="connsiteX221" fmla="*/ 7424650 w 13390131"/>
              <a:gd name="connsiteY221" fmla="*/ 3227200 h 6883741"/>
              <a:gd name="connsiteX222" fmla="*/ 7544415 w 13390131"/>
              <a:gd name="connsiteY222" fmla="*/ 3108455 h 6883741"/>
              <a:gd name="connsiteX223" fmla="*/ 7425352 w 13390131"/>
              <a:gd name="connsiteY223" fmla="*/ 2988819 h 6883741"/>
              <a:gd name="connsiteX224" fmla="*/ 7099712 w 13390131"/>
              <a:gd name="connsiteY224" fmla="*/ 2731889 h 6883741"/>
              <a:gd name="connsiteX225" fmla="*/ 7049167 w 13390131"/>
              <a:gd name="connsiteY225" fmla="*/ 2783581 h 6883741"/>
              <a:gd name="connsiteX226" fmla="*/ 7099903 w 13390131"/>
              <a:gd name="connsiteY226" fmla="*/ 2832660 h 6883741"/>
              <a:gd name="connsiteX227" fmla="*/ 7149810 w 13390131"/>
              <a:gd name="connsiteY227" fmla="*/ 2781095 h 6883741"/>
              <a:gd name="connsiteX228" fmla="*/ 7099712 w 13390131"/>
              <a:gd name="connsiteY228" fmla="*/ 2731889 h 6883741"/>
              <a:gd name="connsiteX229" fmla="*/ 7426117 w 13390131"/>
              <a:gd name="connsiteY229" fmla="*/ 2683193 h 6883741"/>
              <a:gd name="connsiteX230" fmla="*/ 7426117 w 13390131"/>
              <a:gd name="connsiteY230" fmla="*/ 2683257 h 6883741"/>
              <a:gd name="connsiteX231" fmla="*/ 7328660 w 13390131"/>
              <a:gd name="connsiteY231" fmla="*/ 2780713 h 6883741"/>
              <a:gd name="connsiteX232" fmla="*/ 7425033 w 13390131"/>
              <a:gd name="connsiteY232" fmla="*/ 2877149 h 6883741"/>
              <a:gd name="connsiteX233" fmla="*/ 7521979 w 13390131"/>
              <a:gd name="connsiteY233" fmla="*/ 2779502 h 6883741"/>
              <a:gd name="connsiteX234" fmla="*/ 7426117 w 13390131"/>
              <a:gd name="connsiteY234" fmla="*/ 2683193 h 6883741"/>
              <a:gd name="connsiteX235" fmla="*/ 7753796 w 13390131"/>
              <a:gd name="connsiteY235" fmla="*/ 2644632 h 6883741"/>
              <a:gd name="connsiteX236" fmla="*/ 7617906 w 13390131"/>
              <a:gd name="connsiteY236" fmla="*/ 2779948 h 6883741"/>
              <a:gd name="connsiteX237" fmla="*/ 7753478 w 13390131"/>
              <a:gd name="connsiteY237" fmla="*/ 2915392 h 6883741"/>
              <a:gd name="connsiteX238" fmla="*/ 7888731 w 13390131"/>
              <a:gd name="connsiteY238" fmla="*/ 2780267 h 6883741"/>
              <a:gd name="connsiteX239" fmla="*/ 7753796 w 13390131"/>
              <a:gd name="connsiteY239" fmla="*/ 2644632 h 6883741"/>
              <a:gd name="connsiteX240" fmla="*/ 7101114 w 13390131"/>
              <a:gd name="connsiteY240" fmla="*/ 2428750 h 6883741"/>
              <a:gd name="connsiteX241" fmla="*/ 7074599 w 13390131"/>
              <a:gd name="connsiteY241" fmla="*/ 2453544 h 6883741"/>
              <a:gd name="connsiteX242" fmla="*/ 7099775 w 13390131"/>
              <a:gd name="connsiteY242" fmla="*/ 2479613 h 6883741"/>
              <a:gd name="connsiteX243" fmla="*/ 7125653 w 13390131"/>
              <a:gd name="connsiteY243" fmla="*/ 2453799 h 6883741"/>
              <a:gd name="connsiteX244" fmla="*/ 7101177 w 13390131"/>
              <a:gd name="connsiteY244" fmla="*/ 2428813 h 6883741"/>
              <a:gd name="connsiteX245" fmla="*/ 7425607 w 13390131"/>
              <a:gd name="connsiteY245" fmla="*/ 2382476 h 6883741"/>
              <a:gd name="connsiteX246" fmla="*/ 7353518 w 13390131"/>
              <a:gd name="connsiteY246" fmla="*/ 2455456 h 6883741"/>
              <a:gd name="connsiteX247" fmla="*/ 7425607 w 13390131"/>
              <a:gd name="connsiteY247" fmla="*/ 2526142 h 6883741"/>
              <a:gd name="connsiteX248" fmla="*/ 7497759 w 13390131"/>
              <a:gd name="connsiteY248" fmla="*/ 2453225 h 6883741"/>
              <a:gd name="connsiteX249" fmla="*/ 7425671 w 13390131"/>
              <a:gd name="connsiteY249" fmla="*/ 2382476 h 6883741"/>
              <a:gd name="connsiteX250" fmla="*/ 7752458 w 13390131"/>
              <a:gd name="connsiteY250" fmla="*/ 2338241 h 6883741"/>
              <a:gd name="connsiteX251" fmla="*/ 7638111 w 13390131"/>
              <a:gd name="connsiteY251" fmla="*/ 2454373 h 6883741"/>
              <a:gd name="connsiteX252" fmla="*/ 7754880 w 13390131"/>
              <a:gd name="connsiteY252" fmla="*/ 2570313 h 6883741"/>
              <a:gd name="connsiteX253" fmla="*/ 7869354 w 13390131"/>
              <a:gd name="connsiteY253" fmla="*/ 2454245 h 6883741"/>
              <a:gd name="connsiteX254" fmla="*/ 7752458 w 13390131"/>
              <a:gd name="connsiteY254" fmla="*/ 2338305 h 6883741"/>
              <a:gd name="connsiteX255" fmla="*/ 7424523 w 13390131"/>
              <a:gd name="connsiteY255" fmla="*/ 2080228 h 6883741"/>
              <a:gd name="connsiteX256" fmla="*/ 7379269 w 13390131"/>
              <a:gd name="connsiteY256" fmla="*/ 2125674 h 6883741"/>
              <a:gd name="connsiteX257" fmla="*/ 7425543 w 13390131"/>
              <a:gd name="connsiteY257" fmla="*/ 2172267 h 6883741"/>
              <a:gd name="connsiteX258" fmla="*/ 7471371 w 13390131"/>
              <a:gd name="connsiteY258" fmla="*/ 2125801 h 6883741"/>
              <a:gd name="connsiteX259" fmla="*/ 7424523 w 13390131"/>
              <a:gd name="connsiteY259" fmla="*/ 2080228 h 6883741"/>
              <a:gd name="connsiteX260" fmla="*/ 7753542 w 13390131"/>
              <a:gd name="connsiteY260" fmla="*/ 2034018 h 6883741"/>
              <a:gd name="connsiteX261" fmla="*/ 7661375 w 13390131"/>
              <a:gd name="connsiteY261" fmla="*/ 2125291 h 6883741"/>
              <a:gd name="connsiteX262" fmla="*/ 7753796 w 13390131"/>
              <a:gd name="connsiteY262" fmla="*/ 2218477 h 6883741"/>
              <a:gd name="connsiteX263" fmla="*/ 7846281 w 13390131"/>
              <a:gd name="connsiteY263" fmla="*/ 2127331 h 6883741"/>
              <a:gd name="connsiteX264" fmla="*/ 7753542 w 13390131"/>
              <a:gd name="connsiteY264" fmla="*/ 2034018 h 6883741"/>
              <a:gd name="connsiteX265" fmla="*/ 8081986 w 13390131"/>
              <a:gd name="connsiteY265" fmla="*/ 1993990 h 6883741"/>
              <a:gd name="connsiteX266" fmla="*/ 7949729 w 13390131"/>
              <a:gd name="connsiteY266" fmla="*/ 2127076 h 6883741"/>
              <a:gd name="connsiteX267" fmla="*/ 8081348 w 13390131"/>
              <a:gd name="connsiteY267" fmla="*/ 2258505 h 6883741"/>
              <a:gd name="connsiteX268" fmla="*/ 8213606 w 13390131"/>
              <a:gd name="connsiteY268" fmla="*/ 2125483 h 6883741"/>
              <a:gd name="connsiteX269" fmla="*/ 8082050 w 13390131"/>
              <a:gd name="connsiteY269" fmla="*/ 1993990 h 6883741"/>
              <a:gd name="connsiteX270" fmla="*/ 7426818 w 13390131"/>
              <a:gd name="connsiteY270" fmla="*/ 1775623 h 6883741"/>
              <a:gd name="connsiteX271" fmla="*/ 7402533 w 13390131"/>
              <a:gd name="connsiteY271" fmla="*/ 1797613 h 6883741"/>
              <a:gd name="connsiteX272" fmla="*/ 7425479 w 13390131"/>
              <a:gd name="connsiteY272" fmla="*/ 1821132 h 6883741"/>
              <a:gd name="connsiteX273" fmla="*/ 7448043 w 13390131"/>
              <a:gd name="connsiteY273" fmla="*/ 1800098 h 6883741"/>
              <a:gd name="connsiteX274" fmla="*/ 7426754 w 13390131"/>
              <a:gd name="connsiteY274" fmla="*/ 1775687 h 6883741"/>
              <a:gd name="connsiteX275" fmla="*/ 7752840 w 13390131"/>
              <a:gd name="connsiteY275" fmla="*/ 1731133 h 6883741"/>
              <a:gd name="connsiteX276" fmla="*/ 7752874 w 13390131"/>
              <a:gd name="connsiteY276" fmla="*/ 1731139 h 6883741"/>
              <a:gd name="connsiteX277" fmla="*/ 7726828 w 13390131"/>
              <a:gd name="connsiteY277" fmla="*/ 1736604 h 6883741"/>
              <a:gd name="connsiteX278" fmla="*/ 7686234 w 13390131"/>
              <a:gd name="connsiteY278" fmla="*/ 1798441 h 6883741"/>
              <a:gd name="connsiteX279" fmla="*/ 7755517 w 13390131"/>
              <a:gd name="connsiteY279" fmla="*/ 1865239 h 6883741"/>
              <a:gd name="connsiteX280" fmla="*/ 7820722 w 13390131"/>
              <a:gd name="connsiteY280" fmla="*/ 1796912 h 6883741"/>
              <a:gd name="connsiteX281" fmla="*/ 7779160 w 13390131"/>
              <a:gd name="connsiteY281" fmla="*/ 1735998 h 6883741"/>
              <a:gd name="connsiteX282" fmla="*/ 7752874 w 13390131"/>
              <a:gd name="connsiteY282" fmla="*/ 1731139 h 6883741"/>
              <a:gd name="connsiteX283" fmla="*/ 7752904 w 13390131"/>
              <a:gd name="connsiteY283" fmla="*/ 1731133 h 6883741"/>
              <a:gd name="connsiteX284" fmla="*/ 8081412 w 13390131"/>
              <a:gd name="connsiteY284" fmla="*/ 1686262 h 6883741"/>
              <a:gd name="connsiteX285" fmla="*/ 7970253 w 13390131"/>
              <a:gd name="connsiteY285" fmla="*/ 1797294 h 6883741"/>
              <a:gd name="connsiteX286" fmla="*/ 8081986 w 13390131"/>
              <a:gd name="connsiteY286" fmla="*/ 1909983 h 6883741"/>
              <a:gd name="connsiteX287" fmla="*/ 8193465 w 13390131"/>
              <a:gd name="connsiteY287" fmla="*/ 1799079 h 6883741"/>
              <a:gd name="connsiteX288" fmla="*/ 8081412 w 13390131"/>
              <a:gd name="connsiteY288" fmla="*/ 1686325 h 6883741"/>
              <a:gd name="connsiteX289" fmla="*/ 8409921 w 13390131"/>
              <a:gd name="connsiteY289" fmla="*/ 1651524 h 6883741"/>
              <a:gd name="connsiteX290" fmla="*/ 8263322 w 13390131"/>
              <a:gd name="connsiteY290" fmla="*/ 1798632 h 6883741"/>
              <a:gd name="connsiteX291" fmla="*/ 8410877 w 13390131"/>
              <a:gd name="connsiteY291" fmla="*/ 1945039 h 6883741"/>
              <a:gd name="connsiteX292" fmla="*/ 8556647 w 13390131"/>
              <a:gd name="connsiteY292" fmla="*/ 1798887 h 6883741"/>
              <a:gd name="connsiteX293" fmla="*/ 8409921 w 13390131"/>
              <a:gd name="connsiteY293" fmla="*/ 1651524 h 6883741"/>
              <a:gd name="connsiteX294" fmla="*/ 7754753 w 13390131"/>
              <a:gd name="connsiteY294" fmla="*/ 1428695 h 6883741"/>
              <a:gd name="connsiteX295" fmla="*/ 7712494 w 13390131"/>
              <a:gd name="connsiteY295" fmla="*/ 1470316 h 6883741"/>
              <a:gd name="connsiteX296" fmla="*/ 7752713 w 13390131"/>
              <a:gd name="connsiteY296" fmla="*/ 1511555 h 6883741"/>
              <a:gd name="connsiteX297" fmla="*/ 7795482 w 13390131"/>
              <a:gd name="connsiteY297" fmla="*/ 1470061 h 6883741"/>
              <a:gd name="connsiteX298" fmla="*/ 7754753 w 13390131"/>
              <a:gd name="connsiteY298" fmla="*/ 1428695 h 6883741"/>
              <a:gd name="connsiteX299" fmla="*/ 8081731 w 13390131"/>
              <a:gd name="connsiteY299" fmla="*/ 1382421 h 6883741"/>
              <a:gd name="connsiteX300" fmla="*/ 7993517 w 13390131"/>
              <a:gd name="connsiteY300" fmla="*/ 1471209 h 6883741"/>
              <a:gd name="connsiteX301" fmla="*/ 8081540 w 13390131"/>
              <a:gd name="connsiteY301" fmla="*/ 1557893 h 6883741"/>
              <a:gd name="connsiteX302" fmla="*/ 8169499 w 13390131"/>
              <a:gd name="connsiteY302" fmla="*/ 1469169 h 6883741"/>
              <a:gd name="connsiteX303" fmla="*/ 8081795 w 13390131"/>
              <a:gd name="connsiteY303" fmla="*/ 1382421 h 6883741"/>
              <a:gd name="connsiteX304" fmla="*/ 8408264 w 13390131"/>
              <a:gd name="connsiteY304" fmla="*/ 1341628 h 6883741"/>
              <a:gd name="connsiteX305" fmla="*/ 8281807 w 13390131"/>
              <a:gd name="connsiteY305" fmla="*/ 1471655 h 6883741"/>
              <a:gd name="connsiteX306" fmla="*/ 8411387 w 13390131"/>
              <a:gd name="connsiteY306" fmla="*/ 1598430 h 6883741"/>
              <a:gd name="connsiteX307" fmla="*/ 8538482 w 13390131"/>
              <a:gd name="connsiteY307" fmla="*/ 1468595 h 6883741"/>
              <a:gd name="connsiteX308" fmla="*/ 8408264 w 13390131"/>
              <a:gd name="connsiteY308" fmla="*/ 1341692 h 6883741"/>
              <a:gd name="connsiteX309" fmla="*/ 7754052 w 13390131"/>
              <a:gd name="connsiteY309" fmla="*/ 1122177 h 6883741"/>
              <a:gd name="connsiteX310" fmla="*/ 7733782 w 13390131"/>
              <a:gd name="connsiteY310" fmla="*/ 1142319 h 6883741"/>
              <a:gd name="connsiteX311" fmla="*/ 7754370 w 13390131"/>
              <a:gd name="connsiteY311" fmla="*/ 1162014 h 6883741"/>
              <a:gd name="connsiteX312" fmla="*/ 7773173 w 13390131"/>
              <a:gd name="connsiteY312" fmla="*/ 1140853 h 6883741"/>
              <a:gd name="connsiteX313" fmla="*/ 7754052 w 13390131"/>
              <a:gd name="connsiteY313" fmla="*/ 1122177 h 6883741"/>
              <a:gd name="connsiteX314" fmla="*/ 8082177 w 13390131"/>
              <a:gd name="connsiteY314" fmla="*/ 1079983 h 6883741"/>
              <a:gd name="connsiteX315" fmla="*/ 8019905 w 13390131"/>
              <a:gd name="connsiteY315" fmla="*/ 1142255 h 6883741"/>
              <a:gd name="connsiteX316" fmla="*/ 8082496 w 13390131"/>
              <a:gd name="connsiteY316" fmla="*/ 1204145 h 6883741"/>
              <a:gd name="connsiteX317" fmla="*/ 8144195 w 13390131"/>
              <a:gd name="connsiteY317" fmla="*/ 1143147 h 6883741"/>
              <a:gd name="connsiteX318" fmla="*/ 8082177 w 13390131"/>
              <a:gd name="connsiteY318" fmla="*/ 1079983 h 6883741"/>
              <a:gd name="connsiteX319" fmla="*/ 8408965 w 13390131"/>
              <a:gd name="connsiteY319" fmla="*/ 1034537 h 6883741"/>
              <a:gd name="connsiteX320" fmla="*/ 8302203 w 13390131"/>
              <a:gd name="connsiteY320" fmla="*/ 1141171 h 6883741"/>
              <a:gd name="connsiteX321" fmla="*/ 8409411 w 13390131"/>
              <a:gd name="connsiteY321" fmla="*/ 1249526 h 6883741"/>
              <a:gd name="connsiteX322" fmla="*/ 8516810 w 13390131"/>
              <a:gd name="connsiteY322" fmla="*/ 1141872 h 6883741"/>
              <a:gd name="connsiteX323" fmla="*/ 8408965 w 13390131"/>
              <a:gd name="connsiteY323" fmla="*/ 1034537 h 6883741"/>
              <a:gd name="connsiteX324" fmla="*/ 8738429 w 13390131"/>
              <a:gd name="connsiteY324" fmla="*/ 998079 h 6883741"/>
              <a:gd name="connsiteX325" fmla="*/ 8594253 w 13390131"/>
              <a:gd name="connsiteY325" fmla="*/ 1142510 h 6883741"/>
              <a:gd name="connsiteX326" fmla="*/ 8737027 w 13390131"/>
              <a:gd name="connsiteY326" fmla="*/ 1285921 h 6883741"/>
              <a:gd name="connsiteX327" fmla="*/ 8881458 w 13390131"/>
              <a:gd name="connsiteY327" fmla="*/ 1141618 h 6883741"/>
              <a:gd name="connsiteX328" fmla="*/ 8738429 w 13390131"/>
              <a:gd name="connsiteY328" fmla="*/ 998079 h 6883741"/>
              <a:gd name="connsiteX329" fmla="*/ 8082305 w 13390131"/>
              <a:gd name="connsiteY329" fmla="*/ 777480 h 6883741"/>
              <a:gd name="connsiteX330" fmla="*/ 8082305 w 13390131"/>
              <a:gd name="connsiteY330" fmla="*/ 777544 h 6883741"/>
              <a:gd name="connsiteX331" fmla="*/ 8044954 w 13390131"/>
              <a:gd name="connsiteY331" fmla="*/ 813492 h 6883741"/>
              <a:gd name="connsiteX332" fmla="*/ 8081030 w 13390131"/>
              <a:gd name="connsiteY332" fmla="*/ 850524 h 6883741"/>
              <a:gd name="connsiteX333" fmla="*/ 8117807 w 13390131"/>
              <a:gd name="connsiteY333" fmla="*/ 814704 h 6883741"/>
              <a:gd name="connsiteX334" fmla="*/ 8082305 w 13390131"/>
              <a:gd name="connsiteY334" fmla="*/ 777480 h 6883741"/>
              <a:gd name="connsiteX335" fmla="*/ 8406989 w 13390131"/>
              <a:gd name="connsiteY335" fmla="*/ 730951 h 6883741"/>
              <a:gd name="connsiteX336" fmla="*/ 8326615 w 13390131"/>
              <a:gd name="connsiteY336" fmla="*/ 816233 h 6883741"/>
              <a:gd name="connsiteX337" fmla="*/ 8411387 w 13390131"/>
              <a:gd name="connsiteY337" fmla="*/ 897053 h 6883741"/>
              <a:gd name="connsiteX338" fmla="*/ 8493227 w 13390131"/>
              <a:gd name="connsiteY338" fmla="*/ 812983 h 6883741"/>
              <a:gd name="connsiteX339" fmla="*/ 8407053 w 13390131"/>
              <a:gd name="connsiteY339" fmla="*/ 730951 h 6883741"/>
              <a:gd name="connsiteX340" fmla="*/ 8736453 w 13390131"/>
              <a:gd name="connsiteY340" fmla="*/ 689203 h 6883741"/>
              <a:gd name="connsiteX341" fmla="*/ 8612673 w 13390131"/>
              <a:gd name="connsiteY341" fmla="*/ 813492 h 6883741"/>
              <a:gd name="connsiteX342" fmla="*/ 8737855 w 13390131"/>
              <a:gd name="connsiteY342" fmla="*/ 938738 h 6883741"/>
              <a:gd name="connsiteX343" fmla="*/ 8862974 w 13390131"/>
              <a:gd name="connsiteY343" fmla="*/ 813301 h 6883741"/>
              <a:gd name="connsiteX344" fmla="*/ 8736453 w 13390131"/>
              <a:gd name="connsiteY344" fmla="*/ 689203 h 6883741"/>
              <a:gd name="connsiteX345" fmla="*/ 8080775 w 13390131"/>
              <a:gd name="connsiteY345" fmla="*/ 472811 h 6883741"/>
              <a:gd name="connsiteX346" fmla="*/ 8066179 w 13390131"/>
              <a:gd name="connsiteY346" fmla="*/ 489383 h 6883741"/>
              <a:gd name="connsiteX347" fmla="*/ 8082815 w 13390131"/>
              <a:gd name="connsiteY347" fmla="*/ 504107 h 6883741"/>
              <a:gd name="connsiteX348" fmla="*/ 8097793 w 13390131"/>
              <a:gd name="connsiteY348" fmla="*/ 487280 h 6883741"/>
              <a:gd name="connsiteX349" fmla="*/ 8080775 w 13390131"/>
              <a:gd name="connsiteY349" fmla="*/ 472811 h 6883741"/>
              <a:gd name="connsiteX350" fmla="*/ 8410686 w 13390131"/>
              <a:gd name="connsiteY350" fmla="*/ 430489 h 6883741"/>
              <a:gd name="connsiteX351" fmla="*/ 8410686 w 13390131"/>
              <a:gd name="connsiteY351" fmla="*/ 430553 h 6883741"/>
              <a:gd name="connsiteX352" fmla="*/ 8351791 w 13390131"/>
              <a:gd name="connsiteY352" fmla="*/ 487917 h 6883741"/>
              <a:gd name="connsiteX353" fmla="*/ 8409857 w 13390131"/>
              <a:gd name="connsiteY353" fmla="*/ 546301 h 6883741"/>
              <a:gd name="connsiteX354" fmla="*/ 8467094 w 13390131"/>
              <a:gd name="connsiteY354" fmla="*/ 489893 h 6883741"/>
              <a:gd name="connsiteX355" fmla="*/ 8410686 w 13390131"/>
              <a:gd name="connsiteY355" fmla="*/ 430489 h 6883741"/>
              <a:gd name="connsiteX356" fmla="*/ 8736453 w 13390131"/>
              <a:gd name="connsiteY356" fmla="*/ 382558 h 6883741"/>
              <a:gd name="connsiteX357" fmla="*/ 8634727 w 13390131"/>
              <a:gd name="connsiteY357" fmla="*/ 487280 h 6883741"/>
              <a:gd name="connsiteX358" fmla="*/ 8739130 w 13390131"/>
              <a:gd name="connsiteY358" fmla="*/ 589197 h 6883741"/>
              <a:gd name="connsiteX359" fmla="*/ 8841494 w 13390131"/>
              <a:gd name="connsiteY359" fmla="*/ 484603 h 6883741"/>
              <a:gd name="connsiteX360" fmla="*/ 8736453 w 13390131"/>
              <a:gd name="connsiteY360" fmla="*/ 382558 h 6883741"/>
              <a:gd name="connsiteX361" fmla="*/ 9063942 w 13390131"/>
              <a:gd name="connsiteY361" fmla="*/ 345717 h 6883741"/>
              <a:gd name="connsiteX362" fmla="*/ 8923589 w 13390131"/>
              <a:gd name="connsiteY362" fmla="*/ 484921 h 6883741"/>
              <a:gd name="connsiteX363" fmla="*/ 9061966 w 13390131"/>
              <a:gd name="connsiteY363" fmla="*/ 625974 h 6883741"/>
              <a:gd name="connsiteX364" fmla="*/ 9204039 w 13390131"/>
              <a:gd name="connsiteY364" fmla="*/ 485814 h 6883741"/>
              <a:gd name="connsiteX365" fmla="*/ 9063942 w 13390131"/>
              <a:gd name="connsiteY365" fmla="*/ 345781 h 6883741"/>
              <a:gd name="connsiteX366" fmla="*/ 8410048 w 13390131"/>
              <a:gd name="connsiteY366" fmla="*/ 125692 h 6883741"/>
              <a:gd name="connsiteX367" fmla="*/ 8374928 w 13390131"/>
              <a:gd name="connsiteY367" fmla="*/ 160366 h 6883741"/>
              <a:gd name="connsiteX368" fmla="*/ 8410367 w 13390131"/>
              <a:gd name="connsiteY368" fmla="*/ 194593 h 6883741"/>
              <a:gd name="connsiteX369" fmla="*/ 8443830 w 13390131"/>
              <a:gd name="connsiteY369" fmla="*/ 158900 h 6883741"/>
              <a:gd name="connsiteX370" fmla="*/ 8410048 w 13390131"/>
              <a:gd name="connsiteY370" fmla="*/ 125692 h 6883741"/>
              <a:gd name="connsiteX371" fmla="*/ 8737218 w 13390131"/>
              <a:gd name="connsiteY371" fmla="*/ 78844 h 6883741"/>
              <a:gd name="connsiteX372" fmla="*/ 8737218 w 13390131"/>
              <a:gd name="connsiteY372" fmla="*/ 78908 h 6883741"/>
              <a:gd name="connsiteX373" fmla="*/ 8655761 w 13390131"/>
              <a:gd name="connsiteY373" fmla="*/ 160812 h 6883741"/>
              <a:gd name="connsiteX374" fmla="*/ 8738302 w 13390131"/>
              <a:gd name="connsiteY374" fmla="*/ 241632 h 6883741"/>
              <a:gd name="connsiteX375" fmla="*/ 8819377 w 13390131"/>
              <a:gd name="connsiteY375" fmla="*/ 159665 h 6883741"/>
              <a:gd name="connsiteX376" fmla="*/ 8737218 w 13390131"/>
              <a:gd name="connsiteY376" fmla="*/ 78844 h 6883741"/>
              <a:gd name="connsiteX377" fmla="*/ 9062157 w 13390131"/>
              <a:gd name="connsiteY377" fmla="*/ 36968 h 6883741"/>
              <a:gd name="connsiteX378" fmla="*/ 8939524 w 13390131"/>
              <a:gd name="connsiteY378" fmla="*/ 159665 h 6883741"/>
              <a:gd name="connsiteX379" fmla="*/ 9063496 w 13390131"/>
              <a:gd name="connsiteY379" fmla="*/ 283572 h 6883741"/>
              <a:gd name="connsiteX380" fmla="*/ 9186702 w 13390131"/>
              <a:gd name="connsiteY380" fmla="*/ 159537 h 6883741"/>
              <a:gd name="connsiteX381" fmla="*/ 9062221 w 13390131"/>
              <a:gd name="connsiteY381" fmla="*/ 37032 h 6883741"/>
              <a:gd name="connsiteX382" fmla="*/ 0 w 13390131"/>
              <a:gd name="connsiteY382" fmla="*/ 0 h 6883741"/>
              <a:gd name="connsiteX383" fmla="*/ 1502321 w 13390131"/>
              <a:gd name="connsiteY383" fmla="*/ 0 h 6883741"/>
              <a:gd name="connsiteX384" fmla="*/ 13390131 w 13390131"/>
              <a:gd name="connsiteY384" fmla="*/ 0 h 6883741"/>
              <a:gd name="connsiteX385" fmla="*/ 13390131 w 13390131"/>
              <a:gd name="connsiteY385" fmla="*/ 829 h 6883741"/>
              <a:gd name="connsiteX386" fmla="*/ 9896749 w 13390131"/>
              <a:gd name="connsiteY386" fmla="*/ 574 h 6883741"/>
              <a:gd name="connsiteX387" fmla="*/ 9867558 w 13390131"/>
              <a:gd name="connsiteY387" fmla="*/ 14214 h 6883741"/>
              <a:gd name="connsiteX388" fmla="*/ 9856276 w 13390131"/>
              <a:gd name="connsiteY388" fmla="*/ 27662 h 6883741"/>
              <a:gd name="connsiteX389" fmla="*/ 9851240 w 13390131"/>
              <a:gd name="connsiteY389" fmla="*/ 26069 h 6883741"/>
              <a:gd name="connsiteX390" fmla="*/ 9783805 w 13390131"/>
              <a:gd name="connsiteY390" fmla="*/ 255 h 6883741"/>
              <a:gd name="connsiteX391" fmla="*/ 9637015 w 13390131"/>
              <a:gd name="connsiteY391" fmla="*/ 637 h 6883741"/>
              <a:gd name="connsiteX392" fmla="*/ 9603489 w 13390131"/>
              <a:gd name="connsiteY392" fmla="*/ 12302 h 6883741"/>
              <a:gd name="connsiteX393" fmla="*/ 9547781 w 13390131"/>
              <a:gd name="connsiteY393" fmla="*/ 84071 h 6883741"/>
              <a:gd name="connsiteX394" fmla="*/ 9537774 w 13390131"/>
              <a:gd name="connsiteY394" fmla="*/ 105041 h 6883741"/>
              <a:gd name="connsiteX395" fmla="*/ 9443377 w 13390131"/>
              <a:gd name="connsiteY395" fmla="*/ 13640 h 6883741"/>
              <a:gd name="connsiteX396" fmla="*/ 9344264 w 13390131"/>
              <a:gd name="connsiteY396" fmla="*/ 11919 h 6883741"/>
              <a:gd name="connsiteX397" fmla="*/ 9236163 w 13390131"/>
              <a:gd name="connsiteY397" fmla="*/ 169990 h 6883741"/>
              <a:gd name="connsiteX398" fmla="*/ 9374476 w 13390131"/>
              <a:gd name="connsiteY398" fmla="*/ 316397 h 6883741"/>
              <a:gd name="connsiteX399" fmla="*/ 9224627 w 13390131"/>
              <a:gd name="connsiteY399" fmla="*/ 463824 h 6883741"/>
              <a:gd name="connsiteX400" fmla="*/ 9317813 w 13390131"/>
              <a:gd name="connsiteY400" fmla="*/ 639168 h 6883741"/>
              <a:gd name="connsiteX401" fmla="*/ 9211241 w 13390131"/>
              <a:gd name="connsiteY401" fmla="*/ 755873 h 6883741"/>
              <a:gd name="connsiteX402" fmla="*/ 9015946 w 13390131"/>
              <a:gd name="connsiteY402" fmla="*/ 665301 h 6883741"/>
              <a:gd name="connsiteX403" fmla="*/ 8907273 w 13390131"/>
              <a:gd name="connsiteY403" fmla="*/ 804378 h 6883741"/>
              <a:gd name="connsiteX404" fmla="*/ 9038192 w 13390131"/>
              <a:gd name="connsiteY404" fmla="*/ 970799 h 6883741"/>
              <a:gd name="connsiteX405" fmla="*/ 8893760 w 13390131"/>
              <a:gd name="connsiteY405" fmla="*/ 1118480 h 6883741"/>
              <a:gd name="connsiteX406" fmla="*/ 8982611 w 13390131"/>
              <a:gd name="connsiteY406" fmla="*/ 1295036 h 6883741"/>
              <a:gd name="connsiteX407" fmla="*/ 8883753 w 13390131"/>
              <a:gd name="connsiteY407" fmla="*/ 1400841 h 6883741"/>
              <a:gd name="connsiteX408" fmla="*/ 8681957 w 13390131"/>
              <a:gd name="connsiteY408" fmla="*/ 1321423 h 6883741"/>
              <a:gd name="connsiteX409" fmla="*/ 8578956 w 13390131"/>
              <a:gd name="connsiteY409" fmla="*/ 1462413 h 6883741"/>
              <a:gd name="connsiteX410" fmla="*/ 8692856 w 13390131"/>
              <a:gd name="connsiteY410" fmla="*/ 1624754 h 6883741"/>
              <a:gd name="connsiteX411" fmla="*/ 8647920 w 13390131"/>
              <a:gd name="connsiteY411" fmla="*/ 1951604 h 6883741"/>
              <a:gd name="connsiteX412" fmla="*/ 8555691 w 13390131"/>
              <a:gd name="connsiteY412" fmla="*/ 2052502 h 6883741"/>
              <a:gd name="connsiteX413" fmla="*/ 8364220 w 13390131"/>
              <a:gd name="connsiteY413" fmla="*/ 1970917 h 6883741"/>
              <a:gd name="connsiteX414" fmla="*/ 8248853 w 13390131"/>
              <a:gd name="connsiteY414" fmla="*/ 2108018 h 6883741"/>
              <a:gd name="connsiteX415" fmla="*/ 8354277 w 13390131"/>
              <a:gd name="connsiteY415" fmla="*/ 2280494 h 6883741"/>
              <a:gd name="connsiteX416" fmla="*/ 8229477 w 13390131"/>
              <a:gd name="connsiteY416" fmla="*/ 2424862 h 6883741"/>
              <a:gd name="connsiteX417" fmla="*/ 8058275 w 13390131"/>
              <a:gd name="connsiteY417" fmla="*/ 2306244 h 6883741"/>
              <a:gd name="connsiteX418" fmla="*/ 7932392 w 13390131"/>
              <a:gd name="connsiteY418" fmla="*/ 2458133 h 6883741"/>
              <a:gd name="connsiteX419" fmla="*/ 8061462 w 13390131"/>
              <a:gd name="connsiteY419" fmla="*/ 2602564 h 6883741"/>
              <a:gd name="connsiteX420" fmla="*/ 8228839 w 13390131"/>
              <a:gd name="connsiteY420" fmla="*/ 2483692 h 6883741"/>
              <a:gd name="connsiteX421" fmla="*/ 8259626 w 13390131"/>
              <a:gd name="connsiteY421" fmla="*/ 2550235 h 6883741"/>
              <a:gd name="connsiteX422" fmla="*/ 8308513 w 13390131"/>
              <a:gd name="connsiteY422" fmla="*/ 2607026 h 6883741"/>
              <a:gd name="connsiteX423" fmla="*/ 8226163 w 13390131"/>
              <a:gd name="connsiteY423" fmla="*/ 2699064 h 6883741"/>
              <a:gd name="connsiteX424" fmla="*/ 8032843 w 13390131"/>
              <a:gd name="connsiteY424" fmla="*/ 2623917 h 6883741"/>
              <a:gd name="connsiteX425" fmla="*/ 7920281 w 13390131"/>
              <a:gd name="connsiteY425" fmla="*/ 2753178 h 6883741"/>
              <a:gd name="connsiteX426" fmla="*/ 8021243 w 13390131"/>
              <a:gd name="connsiteY426" fmla="*/ 2934386 h 6883741"/>
              <a:gd name="connsiteX427" fmla="*/ 7946095 w 13390131"/>
              <a:gd name="connsiteY427" fmla="*/ 2984803 h 6883741"/>
              <a:gd name="connsiteX428" fmla="*/ 7902180 w 13390131"/>
              <a:gd name="connsiteY428" fmla="*/ 3067344 h 6883741"/>
              <a:gd name="connsiteX429" fmla="*/ 7806253 w 13390131"/>
              <a:gd name="connsiteY429" fmla="*/ 2964980 h 6883741"/>
              <a:gd name="connsiteX430" fmla="*/ 7709435 w 13390131"/>
              <a:gd name="connsiteY430" fmla="*/ 2961857 h 6883741"/>
              <a:gd name="connsiteX431" fmla="*/ 7600760 w 13390131"/>
              <a:gd name="connsiteY431" fmla="*/ 3110113 h 6883741"/>
              <a:gd name="connsiteX432" fmla="*/ 7715681 w 13390131"/>
              <a:gd name="connsiteY432" fmla="*/ 3255627 h 6883741"/>
              <a:gd name="connsiteX433" fmla="*/ 7828689 w 13390131"/>
              <a:gd name="connsiteY433" fmla="*/ 3240904 h 6883741"/>
              <a:gd name="connsiteX434" fmla="*/ 7901861 w 13390131"/>
              <a:gd name="connsiteY434" fmla="*/ 3154092 h 6883741"/>
              <a:gd name="connsiteX435" fmla="*/ 7984530 w 13390131"/>
              <a:gd name="connsiteY435" fmla="*/ 3263722 h 6883741"/>
              <a:gd name="connsiteX436" fmla="*/ 7898802 w 13390131"/>
              <a:gd name="connsiteY436" fmla="*/ 3360796 h 6883741"/>
              <a:gd name="connsiteX437" fmla="*/ 7757366 w 13390131"/>
              <a:gd name="connsiteY437" fmla="*/ 3273729 h 6883741"/>
              <a:gd name="connsiteX438" fmla="*/ 7633777 w 13390131"/>
              <a:gd name="connsiteY438" fmla="*/ 3326313 h 6883741"/>
              <a:gd name="connsiteX439" fmla="*/ 7643847 w 13390131"/>
              <a:gd name="connsiteY439" fmla="*/ 3555707 h 6883741"/>
              <a:gd name="connsiteX440" fmla="*/ 7779929 w 13390131"/>
              <a:gd name="connsiteY440" fmla="*/ 3596181 h 6883741"/>
              <a:gd name="connsiteX441" fmla="*/ 7898674 w 13390131"/>
              <a:gd name="connsiteY441" fmla="*/ 3511409 h 6883741"/>
              <a:gd name="connsiteX442" fmla="*/ 7984339 w 13390131"/>
              <a:gd name="connsiteY442" fmla="*/ 3608164 h 6883741"/>
              <a:gd name="connsiteX443" fmla="*/ 7902945 w 13390131"/>
              <a:gd name="connsiteY443" fmla="*/ 3722065 h 6883741"/>
              <a:gd name="connsiteX444" fmla="*/ 7890834 w 13390131"/>
              <a:gd name="connsiteY444" fmla="*/ 3696569 h 6883741"/>
              <a:gd name="connsiteX445" fmla="*/ 7738244 w 13390131"/>
              <a:gd name="connsiteY445" fmla="*/ 3612052 h 6883741"/>
              <a:gd name="connsiteX446" fmla="*/ 7607453 w 13390131"/>
              <a:gd name="connsiteY446" fmla="*/ 3718431 h 6883741"/>
              <a:gd name="connsiteX447" fmla="*/ 7706693 w 13390131"/>
              <a:gd name="connsiteY447" fmla="*/ 3909965 h 6883741"/>
              <a:gd name="connsiteX448" fmla="*/ 7892364 w 13390131"/>
              <a:gd name="connsiteY448" fmla="*/ 3828826 h 6883741"/>
              <a:gd name="connsiteX449" fmla="*/ 7902753 w 13390131"/>
              <a:gd name="connsiteY449" fmla="*/ 3807410 h 6883741"/>
              <a:gd name="connsiteX450" fmla="*/ 8019777 w 13390131"/>
              <a:gd name="connsiteY450" fmla="*/ 3937118 h 6883741"/>
              <a:gd name="connsiteX451" fmla="*/ 8001293 w 13390131"/>
              <a:gd name="connsiteY451" fmla="*/ 3948463 h 6883741"/>
              <a:gd name="connsiteX452" fmla="*/ 7919134 w 13390131"/>
              <a:gd name="connsiteY452" fmla="*/ 4116860 h 6883741"/>
              <a:gd name="connsiteX453" fmla="*/ 8043169 w 13390131"/>
              <a:gd name="connsiteY453" fmla="*/ 4251730 h 6883741"/>
              <a:gd name="connsiteX454" fmla="*/ 8211121 w 13390131"/>
              <a:gd name="connsiteY454" fmla="*/ 4193601 h 6883741"/>
              <a:gd name="connsiteX455" fmla="*/ 8223613 w 13390131"/>
              <a:gd name="connsiteY455" fmla="*/ 4177220 h 6883741"/>
              <a:gd name="connsiteX456" fmla="*/ 8227310 w 13390131"/>
              <a:gd name="connsiteY456" fmla="*/ 4175563 h 6883741"/>
              <a:gd name="connsiteX457" fmla="*/ 8313548 w 13390131"/>
              <a:gd name="connsiteY457" fmla="*/ 4268111 h 6883741"/>
              <a:gd name="connsiteX458" fmla="*/ 8230433 w 13390131"/>
              <a:gd name="connsiteY458" fmla="*/ 4388640 h 6883741"/>
              <a:gd name="connsiteX459" fmla="*/ 8150505 w 13390131"/>
              <a:gd name="connsiteY459" fmla="*/ 4287105 h 6883741"/>
              <a:gd name="connsiteX460" fmla="*/ 8048077 w 13390131"/>
              <a:gd name="connsiteY460" fmla="*/ 4273848 h 6883741"/>
              <a:gd name="connsiteX461" fmla="*/ 7931818 w 13390131"/>
              <a:gd name="connsiteY461" fmla="*/ 4422422 h 6883741"/>
              <a:gd name="connsiteX462" fmla="*/ 8054706 w 13390131"/>
              <a:gd name="connsiteY462" fmla="*/ 4567490 h 6883741"/>
              <a:gd name="connsiteX463" fmla="*/ 8230943 w 13390131"/>
              <a:gd name="connsiteY463" fmla="*/ 4449255 h 6883741"/>
              <a:gd name="connsiteX464" fmla="*/ 8273074 w 13390131"/>
              <a:gd name="connsiteY464" fmla="*/ 4537087 h 6883741"/>
              <a:gd name="connsiteX465" fmla="*/ 8353768 w 13390131"/>
              <a:gd name="connsiteY465" fmla="*/ 4591455 h 6883741"/>
              <a:gd name="connsiteX466" fmla="*/ 8250065 w 13390131"/>
              <a:gd name="connsiteY466" fmla="*/ 4771962 h 6883741"/>
              <a:gd name="connsiteX467" fmla="*/ 8366642 w 13390131"/>
              <a:gd name="connsiteY467" fmla="*/ 4901797 h 6883741"/>
              <a:gd name="connsiteX468" fmla="*/ 8554862 w 13390131"/>
              <a:gd name="connsiteY468" fmla="*/ 4821870 h 6883741"/>
              <a:gd name="connsiteX469" fmla="*/ 8647155 w 13390131"/>
              <a:gd name="connsiteY469" fmla="*/ 4921493 h 6883741"/>
              <a:gd name="connsiteX470" fmla="*/ 8563977 w 13390131"/>
              <a:gd name="connsiteY470" fmla="*/ 5099514 h 6883741"/>
              <a:gd name="connsiteX471" fmla="*/ 8694577 w 13390131"/>
              <a:gd name="connsiteY471" fmla="*/ 5245666 h 6883741"/>
              <a:gd name="connsiteX472" fmla="*/ 8580740 w 13390131"/>
              <a:gd name="connsiteY472" fmla="*/ 5428722 h 6883741"/>
              <a:gd name="connsiteX473" fmla="*/ 8692920 w 13390131"/>
              <a:gd name="connsiteY473" fmla="*/ 5554924 h 6883741"/>
              <a:gd name="connsiteX474" fmla="*/ 8884327 w 13390131"/>
              <a:gd name="connsiteY474" fmla="*/ 5471108 h 6883741"/>
              <a:gd name="connsiteX475" fmla="*/ 8982675 w 13390131"/>
              <a:gd name="connsiteY475" fmla="*/ 5577233 h 6883741"/>
              <a:gd name="connsiteX476" fmla="*/ 8897648 w 13390131"/>
              <a:gd name="connsiteY476" fmla="*/ 5766217 h 6883741"/>
              <a:gd name="connsiteX477" fmla="*/ 9034622 w 13390131"/>
              <a:gd name="connsiteY477" fmla="*/ 5900832 h 6883741"/>
              <a:gd name="connsiteX478" fmla="*/ 8913647 w 13390131"/>
              <a:gd name="connsiteY478" fmla="*/ 6096573 h 6883741"/>
              <a:gd name="connsiteX479" fmla="*/ 9040805 w 13390131"/>
              <a:gd name="connsiteY479" fmla="*/ 6213469 h 6883741"/>
              <a:gd name="connsiteX480" fmla="*/ 9211178 w 13390131"/>
              <a:gd name="connsiteY480" fmla="*/ 6120857 h 6883741"/>
              <a:gd name="connsiteX481" fmla="*/ 9254329 w 13390131"/>
              <a:gd name="connsiteY481" fmla="*/ 6184404 h 6883741"/>
              <a:gd name="connsiteX482" fmla="*/ 9312969 w 13390131"/>
              <a:gd name="connsiteY482" fmla="*/ 6233355 h 6883741"/>
              <a:gd name="connsiteX483" fmla="*/ 9228451 w 13390131"/>
              <a:gd name="connsiteY483" fmla="*/ 6417878 h 6883741"/>
              <a:gd name="connsiteX484" fmla="*/ 9383272 w 13390131"/>
              <a:gd name="connsiteY484" fmla="*/ 6555043 h 6883741"/>
              <a:gd name="connsiteX485" fmla="*/ 9237693 w 13390131"/>
              <a:gd name="connsiteY485" fmla="*/ 6701003 h 6883741"/>
              <a:gd name="connsiteX486" fmla="*/ 9340440 w 13390131"/>
              <a:gd name="connsiteY486" fmla="*/ 6858565 h 6883741"/>
              <a:gd name="connsiteX487" fmla="*/ 9458739 w 13390131"/>
              <a:gd name="connsiteY487" fmla="*/ 6853848 h 6883741"/>
              <a:gd name="connsiteX488" fmla="*/ 9540834 w 13390131"/>
              <a:gd name="connsiteY488" fmla="*/ 6767610 h 6883741"/>
              <a:gd name="connsiteX489" fmla="*/ 9547717 w 13390131"/>
              <a:gd name="connsiteY489" fmla="*/ 6782143 h 6883741"/>
              <a:gd name="connsiteX490" fmla="*/ 9623184 w 13390131"/>
              <a:gd name="connsiteY490" fmla="*/ 6871886 h 6883741"/>
              <a:gd name="connsiteX491" fmla="*/ 9623120 w 13390131"/>
              <a:gd name="connsiteY491" fmla="*/ 6871886 h 6883741"/>
              <a:gd name="connsiteX492" fmla="*/ 9635804 w 13390131"/>
              <a:gd name="connsiteY492" fmla="*/ 6883741 h 6883741"/>
              <a:gd name="connsiteX493" fmla="*/ 1502321 w 13390131"/>
              <a:gd name="connsiteY493" fmla="*/ 6883741 h 6883741"/>
              <a:gd name="connsiteX494" fmla="*/ 0 w 13390131"/>
              <a:gd name="connsiteY494" fmla="*/ 6883741 h 688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</a:cxnLst>
            <a:rect l="l" t="t" r="r" b="b"/>
            <a:pathLst>
              <a:path w="13390131" h="6883741">
                <a:moveTo>
                  <a:pt x="8409028" y="6677356"/>
                </a:moveTo>
                <a:cubicBezTo>
                  <a:pt x="8389971" y="6677675"/>
                  <a:pt x="8374164" y="6694120"/>
                  <a:pt x="8374801" y="6712922"/>
                </a:cubicBezTo>
                <a:cubicBezTo>
                  <a:pt x="8375502" y="6731980"/>
                  <a:pt x="8391883" y="6747023"/>
                  <a:pt x="8411132" y="6746258"/>
                </a:cubicBezTo>
                <a:cubicBezTo>
                  <a:pt x="8430572" y="6745429"/>
                  <a:pt x="8444722" y="6729495"/>
                  <a:pt x="8443639" y="6709671"/>
                </a:cubicBezTo>
                <a:cubicBezTo>
                  <a:pt x="8442619" y="6691252"/>
                  <a:pt x="8427449" y="6677037"/>
                  <a:pt x="8409028" y="6677356"/>
                </a:cubicBezTo>
                <a:close/>
                <a:moveTo>
                  <a:pt x="8736389" y="6629553"/>
                </a:moveTo>
                <a:cubicBezTo>
                  <a:pt x="8691518" y="6630126"/>
                  <a:pt x="8655059" y="6666648"/>
                  <a:pt x="8654677" y="6711329"/>
                </a:cubicBezTo>
                <a:cubicBezTo>
                  <a:pt x="8654294" y="6756520"/>
                  <a:pt x="8692155" y="6794571"/>
                  <a:pt x="8737537" y="6794571"/>
                </a:cubicBezTo>
                <a:cubicBezTo>
                  <a:pt x="8783428" y="6794571"/>
                  <a:pt x="8820014" y="6757603"/>
                  <a:pt x="8819760" y="6711329"/>
                </a:cubicBezTo>
                <a:cubicBezTo>
                  <a:pt x="8819505" y="6665055"/>
                  <a:pt x="8782727" y="6628979"/>
                  <a:pt x="8736389" y="6629553"/>
                </a:cubicBezTo>
                <a:close/>
                <a:moveTo>
                  <a:pt x="9065790" y="6587868"/>
                </a:moveTo>
                <a:cubicBezTo>
                  <a:pt x="8997208" y="6587804"/>
                  <a:pt x="8942265" y="6642556"/>
                  <a:pt x="8941946" y="6711202"/>
                </a:cubicBezTo>
                <a:cubicBezTo>
                  <a:pt x="8941628" y="6779847"/>
                  <a:pt x="8995806" y="6835173"/>
                  <a:pt x="9064388" y="6836193"/>
                </a:cubicBezTo>
                <a:lnTo>
                  <a:pt x="9064452" y="6836256"/>
                </a:lnTo>
                <a:cubicBezTo>
                  <a:pt x="9132780" y="6837212"/>
                  <a:pt x="9190272" y="6780039"/>
                  <a:pt x="9190017" y="6711456"/>
                </a:cubicBezTo>
                <a:cubicBezTo>
                  <a:pt x="9189698" y="6643384"/>
                  <a:pt x="9133990" y="6587868"/>
                  <a:pt x="9065790" y="6587868"/>
                </a:cubicBezTo>
                <a:close/>
                <a:moveTo>
                  <a:pt x="8084663" y="6370265"/>
                </a:moveTo>
                <a:cubicBezTo>
                  <a:pt x="8076314" y="6369819"/>
                  <a:pt x="8068282" y="6377021"/>
                  <a:pt x="8067709" y="6385307"/>
                </a:cubicBezTo>
                <a:cubicBezTo>
                  <a:pt x="8067199" y="6393530"/>
                  <a:pt x="8074401" y="6401497"/>
                  <a:pt x="8082879" y="6402007"/>
                </a:cubicBezTo>
                <a:cubicBezTo>
                  <a:pt x="8091802" y="6402581"/>
                  <a:pt x="8098940" y="6396079"/>
                  <a:pt x="8099387" y="6387092"/>
                </a:cubicBezTo>
                <a:cubicBezTo>
                  <a:pt x="8099833" y="6377978"/>
                  <a:pt x="8093459" y="6370711"/>
                  <a:pt x="8084663" y="6370265"/>
                </a:cubicBezTo>
                <a:close/>
                <a:moveTo>
                  <a:pt x="8408901" y="6328453"/>
                </a:moveTo>
                <a:cubicBezTo>
                  <a:pt x="8376905" y="6328771"/>
                  <a:pt x="8350963" y="6355478"/>
                  <a:pt x="8351600" y="6387283"/>
                </a:cubicBezTo>
                <a:cubicBezTo>
                  <a:pt x="8352301" y="6419280"/>
                  <a:pt x="8378816" y="6444329"/>
                  <a:pt x="8411259" y="6443628"/>
                </a:cubicBezTo>
                <a:lnTo>
                  <a:pt x="8411259" y="6443564"/>
                </a:lnTo>
                <a:cubicBezTo>
                  <a:pt x="8442683" y="6442863"/>
                  <a:pt x="8466966" y="6417750"/>
                  <a:pt x="8466966" y="6386072"/>
                </a:cubicBezTo>
                <a:cubicBezTo>
                  <a:pt x="8466903" y="6353502"/>
                  <a:pt x="8441344" y="6328134"/>
                  <a:pt x="8408901" y="6328453"/>
                </a:cubicBezTo>
                <a:close/>
                <a:moveTo>
                  <a:pt x="8737473" y="6282306"/>
                </a:moveTo>
                <a:cubicBezTo>
                  <a:pt x="8679152" y="6282306"/>
                  <a:pt x="8633069" y="6329026"/>
                  <a:pt x="8633770" y="6387411"/>
                </a:cubicBezTo>
                <a:cubicBezTo>
                  <a:pt x="8634472" y="6444966"/>
                  <a:pt x="8680172" y="6489966"/>
                  <a:pt x="8737792" y="6489838"/>
                </a:cubicBezTo>
                <a:lnTo>
                  <a:pt x="8737855" y="6489838"/>
                </a:lnTo>
                <a:cubicBezTo>
                  <a:pt x="8796049" y="6489711"/>
                  <a:pt x="8842450" y="6442863"/>
                  <a:pt x="8841813" y="6384797"/>
                </a:cubicBezTo>
                <a:cubicBezTo>
                  <a:pt x="8841176" y="6327879"/>
                  <a:pt x="8794774" y="6282306"/>
                  <a:pt x="8737473" y="6282306"/>
                </a:cubicBezTo>
                <a:close/>
                <a:moveTo>
                  <a:pt x="9063750" y="6242215"/>
                </a:moveTo>
                <a:cubicBezTo>
                  <a:pt x="8985862" y="6243490"/>
                  <a:pt x="8923717" y="6307483"/>
                  <a:pt x="8924418" y="6385626"/>
                </a:cubicBezTo>
                <a:cubicBezTo>
                  <a:pt x="8925119" y="6463196"/>
                  <a:pt x="8989750" y="6526360"/>
                  <a:pt x="9067384" y="6525341"/>
                </a:cubicBezTo>
                <a:lnTo>
                  <a:pt x="9067320" y="6525277"/>
                </a:lnTo>
                <a:cubicBezTo>
                  <a:pt x="9144954" y="6524257"/>
                  <a:pt x="9208374" y="6459180"/>
                  <a:pt x="9206908" y="6381993"/>
                </a:cubicBezTo>
                <a:cubicBezTo>
                  <a:pt x="9205442" y="6303850"/>
                  <a:pt x="9141001" y="6240940"/>
                  <a:pt x="9063750" y="6242215"/>
                </a:cubicBezTo>
                <a:close/>
                <a:moveTo>
                  <a:pt x="8081222" y="6021616"/>
                </a:moveTo>
                <a:cubicBezTo>
                  <a:pt x="8061717" y="6021744"/>
                  <a:pt x="8044636" y="6039017"/>
                  <a:pt x="8044826" y="6058457"/>
                </a:cubicBezTo>
                <a:cubicBezTo>
                  <a:pt x="8045018" y="6078025"/>
                  <a:pt x="8062100" y="6094724"/>
                  <a:pt x="8081795" y="6094597"/>
                </a:cubicBezTo>
                <a:lnTo>
                  <a:pt x="8081859" y="6094597"/>
                </a:lnTo>
                <a:cubicBezTo>
                  <a:pt x="8102063" y="6094469"/>
                  <a:pt x="8117807" y="6078280"/>
                  <a:pt x="8117680" y="6057883"/>
                </a:cubicBezTo>
                <a:cubicBezTo>
                  <a:pt x="8117488" y="6037615"/>
                  <a:pt x="8101236" y="6021425"/>
                  <a:pt x="8081222" y="6021616"/>
                </a:cubicBezTo>
                <a:close/>
                <a:moveTo>
                  <a:pt x="8408519" y="5974386"/>
                </a:moveTo>
                <a:cubicBezTo>
                  <a:pt x="8361671" y="5974833"/>
                  <a:pt x="8323874" y="6013521"/>
                  <a:pt x="8325085" y="6059732"/>
                </a:cubicBezTo>
                <a:cubicBezTo>
                  <a:pt x="8326296" y="6106580"/>
                  <a:pt x="8364667" y="6142974"/>
                  <a:pt x="8411706" y="6141954"/>
                </a:cubicBezTo>
                <a:lnTo>
                  <a:pt x="8411706" y="6142018"/>
                </a:lnTo>
                <a:cubicBezTo>
                  <a:pt x="8457725" y="6140998"/>
                  <a:pt x="8493737" y="6103966"/>
                  <a:pt x="8493546" y="6057756"/>
                </a:cubicBezTo>
                <a:cubicBezTo>
                  <a:pt x="8493354" y="6010717"/>
                  <a:pt x="8455812" y="5973940"/>
                  <a:pt x="8408519" y="5974386"/>
                </a:cubicBezTo>
                <a:close/>
                <a:moveTo>
                  <a:pt x="8736900" y="5932765"/>
                </a:moveTo>
                <a:cubicBezTo>
                  <a:pt x="8667233" y="5933084"/>
                  <a:pt x="8612163" y="5988600"/>
                  <a:pt x="8612163" y="6058266"/>
                </a:cubicBezTo>
                <a:cubicBezTo>
                  <a:pt x="8612227" y="6127741"/>
                  <a:pt x="8667680" y="6183321"/>
                  <a:pt x="8737218" y="6183512"/>
                </a:cubicBezTo>
                <a:lnTo>
                  <a:pt x="8737282" y="6183512"/>
                </a:lnTo>
                <a:cubicBezTo>
                  <a:pt x="8807458" y="6183703"/>
                  <a:pt x="8864759" y="6126211"/>
                  <a:pt x="8863676" y="6056736"/>
                </a:cubicBezTo>
                <a:cubicBezTo>
                  <a:pt x="8862592" y="5987453"/>
                  <a:pt x="8806311" y="5932446"/>
                  <a:pt x="8736900" y="5932765"/>
                </a:cubicBezTo>
                <a:close/>
                <a:moveTo>
                  <a:pt x="7756601" y="5710127"/>
                </a:moveTo>
                <a:cubicBezTo>
                  <a:pt x="7746020" y="5709617"/>
                  <a:pt x="7736332" y="5718987"/>
                  <a:pt x="7736204" y="5729886"/>
                </a:cubicBezTo>
                <a:cubicBezTo>
                  <a:pt x="7736077" y="5740849"/>
                  <a:pt x="7745383" y="5750218"/>
                  <a:pt x="7756155" y="5750027"/>
                </a:cubicBezTo>
                <a:cubicBezTo>
                  <a:pt x="7766672" y="5749836"/>
                  <a:pt x="7776105" y="5739829"/>
                  <a:pt x="7775595" y="5729249"/>
                </a:cubicBezTo>
                <a:cubicBezTo>
                  <a:pt x="7775085" y="5719752"/>
                  <a:pt x="7766034" y="5710573"/>
                  <a:pt x="7756601" y="5710127"/>
                </a:cubicBezTo>
                <a:close/>
                <a:moveTo>
                  <a:pt x="8081604" y="5667168"/>
                </a:moveTo>
                <a:cubicBezTo>
                  <a:pt x="8045974" y="5667168"/>
                  <a:pt x="8017419" y="5695914"/>
                  <a:pt x="8018120" y="5731161"/>
                </a:cubicBezTo>
                <a:cubicBezTo>
                  <a:pt x="8018821" y="5765771"/>
                  <a:pt x="8046739" y="5792987"/>
                  <a:pt x="8081476" y="5792987"/>
                </a:cubicBezTo>
                <a:cubicBezTo>
                  <a:pt x="8116468" y="5792987"/>
                  <a:pt x="8144131" y="5765962"/>
                  <a:pt x="8144705" y="5731288"/>
                </a:cubicBezTo>
                <a:cubicBezTo>
                  <a:pt x="8145278" y="5695531"/>
                  <a:pt x="8117425" y="5667168"/>
                  <a:pt x="8081604" y="5667168"/>
                </a:cubicBezTo>
                <a:close/>
                <a:moveTo>
                  <a:pt x="8409985" y="5622168"/>
                </a:moveTo>
                <a:cubicBezTo>
                  <a:pt x="8350581" y="5621977"/>
                  <a:pt x="8301629" y="5670418"/>
                  <a:pt x="8301310" y="5729631"/>
                </a:cubicBezTo>
                <a:cubicBezTo>
                  <a:pt x="8300992" y="5788908"/>
                  <a:pt x="8349561" y="5837668"/>
                  <a:pt x="8409028" y="5837859"/>
                </a:cubicBezTo>
                <a:lnTo>
                  <a:pt x="8409028" y="5837922"/>
                </a:lnTo>
                <a:cubicBezTo>
                  <a:pt x="8469070" y="5838114"/>
                  <a:pt x="8516874" y="5790629"/>
                  <a:pt x="8517002" y="5730587"/>
                </a:cubicBezTo>
                <a:cubicBezTo>
                  <a:pt x="8517192" y="5670418"/>
                  <a:pt x="8469708" y="5622359"/>
                  <a:pt x="8409985" y="5622168"/>
                </a:cubicBezTo>
                <a:close/>
                <a:moveTo>
                  <a:pt x="8737537" y="5585710"/>
                </a:moveTo>
                <a:cubicBezTo>
                  <a:pt x="8657928" y="5585710"/>
                  <a:pt x="8593488" y="5650659"/>
                  <a:pt x="8593743" y="5730651"/>
                </a:cubicBezTo>
                <a:cubicBezTo>
                  <a:pt x="8593998" y="5810515"/>
                  <a:pt x="8658884" y="5874700"/>
                  <a:pt x="8738811" y="5874190"/>
                </a:cubicBezTo>
                <a:cubicBezTo>
                  <a:pt x="8817210" y="5873616"/>
                  <a:pt x="8881586" y="5809049"/>
                  <a:pt x="8881969" y="5730523"/>
                </a:cubicBezTo>
                <a:cubicBezTo>
                  <a:pt x="8882415" y="5651488"/>
                  <a:pt x="8816764" y="5585710"/>
                  <a:pt x="8737537" y="5585710"/>
                </a:cubicBezTo>
                <a:close/>
                <a:moveTo>
                  <a:pt x="7754689" y="5360586"/>
                </a:moveTo>
                <a:cubicBezTo>
                  <a:pt x="7732444" y="5361160"/>
                  <a:pt x="7714024" y="5379835"/>
                  <a:pt x="7714024" y="5402016"/>
                </a:cubicBezTo>
                <a:cubicBezTo>
                  <a:pt x="7713960" y="5425153"/>
                  <a:pt x="7733400" y="5443956"/>
                  <a:pt x="7756856" y="5443446"/>
                </a:cubicBezTo>
                <a:lnTo>
                  <a:pt x="7756919" y="5443446"/>
                </a:lnTo>
                <a:cubicBezTo>
                  <a:pt x="7780503" y="5442936"/>
                  <a:pt x="7798095" y="5423815"/>
                  <a:pt x="7797011" y="5399849"/>
                </a:cubicBezTo>
                <a:cubicBezTo>
                  <a:pt x="7795991" y="5377222"/>
                  <a:pt x="7777380" y="5360012"/>
                  <a:pt x="7754689" y="5360586"/>
                </a:cubicBezTo>
                <a:close/>
                <a:moveTo>
                  <a:pt x="8081604" y="5313611"/>
                </a:moveTo>
                <a:cubicBezTo>
                  <a:pt x="8032142" y="5313547"/>
                  <a:pt x="7992880" y="5352555"/>
                  <a:pt x="7992880" y="5401952"/>
                </a:cubicBezTo>
                <a:cubicBezTo>
                  <a:pt x="7992816" y="5451350"/>
                  <a:pt x="8032015" y="5490548"/>
                  <a:pt x="8081412" y="5490548"/>
                </a:cubicBezTo>
                <a:cubicBezTo>
                  <a:pt x="8130619" y="5490548"/>
                  <a:pt x="8170582" y="5450967"/>
                  <a:pt x="8170646" y="5402143"/>
                </a:cubicBezTo>
                <a:cubicBezTo>
                  <a:pt x="8170710" y="5353320"/>
                  <a:pt x="8130873" y="5313675"/>
                  <a:pt x="8081604" y="5313611"/>
                </a:cubicBezTo>
                <a:close/>
                <a:moveTo>
                  <a:pt x="8408136" y="5272946"/>
                </a:moveTo>
                <a:cubicBezTo>
                  <a:pt x="8337195" y="5273456"/>
                  <a:pt x="8280595" y="5330629"/>
                  <a:pt x="8280404" y="5401761"/>
                </a:cubicBezTo>
                <a:cubicBezTo>
                  <a:pt x="8280213" y="5473913"/>
                  <a:pt x="8337578" y="5531150"/>
                  <a:pt x="8409857" y="5531023"/>
                </a:cubicBezTo>
                <a:lnTo>
                  <a:pt x="8409921" y="5530959"/>
                </a:lnTo>
                <a:cubicBezTo>
                  <a:pt x="8481818" y="5530895"/>
                  <a:pt x="8539374" y="5472957"/>
                  <a:pt x="8538991" y="5401124"/>
                </a:cubicBezTo>
                <a:cubicBezTo>
                  <a:pt x="8538546" y="5329545"/>
                  <a:pt x="8480288" y="5272436"/>
                  <a:pt x="8408136" y="5272946"/>
                </a:cubicBezTo>
                <a:close/>
                <a:moveTo>
                  <a:pt x="7427519" y="5051519"/>
                </a:moveTo>
                <a:cubicBezTo>
                  <a:pt x="7414389" y="5051710"/>
                  <a:pt x="7404828" y="5061908"/>
                  <a:pt x="7405402" y="5075102"/>
                </a:cubicBezTo>
                <a:cubicBezTo>
                  <a:pt x="7405911" y="5087977"/>
                  <a:pt x="7416747" y="5097793"/>
                  <a:pt x="7429495" y="5096837"/>
                </a:cubicBezTo>
                <a:cubicBezTo>
                  <a:pt x="7441095" y="5096008"/>
                  <a:pt x="7450847" y="5085683"/>
                  <a:pt x="7450975" y="5074273"/>
                </a:cubicBezTo>
                <a:cubicBezTo>
                  <a:pt x="7451038" y="5061781"/>
                  <a:pt x="7440266" y="5051392"/>
                  <a:pt x="7427519" y="5051519"/>
                </a:cubicBezTo>
                <a:close/>
                <a:moveTo>
                  <a:pt x="7755581" y="5006073"/>
                </a:moveTo>
                <a:cubicBezTo>
                  <a:pt x="7717657" y="5006137"/>
                  <a:pt x="7686935" y="5036731"/>
                  <a:pt x="7687062" y="5074273"/>
                </a:cubicBezTo>
                <a:cubicBezTo>
                  <a:pt x="7687189" y="5111752"/>
                  <a:pt x="7718167" y="5142282"/>
                  <a:pt x="7755964" y="5142219"/>
                </a:cubicBezTo>
                <a:cubicBezTo>
                  <a:pt x="7794079" y="5142155"/>
                  <a:pt x="7823973" y="5112007"/>
                  <a:pt x="7823909" y="5073891"/>
                </a:cubicBezTo>
                <a:cubicBezTo>
                  <a:pt x="7823845" y="5035648"/>
                  <a:pt x="7793952" y="5006010"/>
                  <a:pt x="7755581" y="5006073"/>
                </a:cubicBezTo>
                <a:close/>
                <a:moveTo>
                  <a:pt x="8078736" y="4961648"/>
                </a:moveTo>
                <a:cubicBezTo>
                  <a:pt x="8017036" y="4963114"/>
                  <a:pt x="7968531" y="5014360"/>
                  <a:pt x="7969679" y="5076823"/>
                </a:cubicBezTo>
                <a:cubicBezTo>
                  <a:pt x="7970826" y="5138522"/>
                  <a:pt x="8022136" y="5187409"/>
                  <a:pt x="8084408" y="5186134"/>
                </a:cubicBezTo>
                <a:cubicBezTo>
                  <a:pt x="8144896" y="5184860"/>
                  <a:pt x="8194484" y="5133869"/>
                  <a:pt x="8194038" y="5073445"/>
                </a:cubicBezTo>
                <a:cubicBezTo>
                  <a:pt x="8193656" y="5011045"/>
                  <a:pt x="8141135" y="4960182"/>
                  <a:pt x="8078736" y="4961648"/>
                </a:cubicBezTo>
                <a:close/>
                <a:moveTo>
                  <a:pt x="8410304" y="4926656"/>
                </a:moveTo>
                <a:cubicBezTo>
                  <a:pt x="8329101" y="4925508"/>
                  <a:pt x="8263003" y="4991669"/>
                  <a:pt x="8262685" y="5073318"/>
                </a:cubicBezTo>
                <a:cubicBezTo>
                  <a:pt x="8262302" y="5155030"/>
                  <a:pt x="8327507" y="5221127"/>
                  <a:pt x="8408901" y="5221573"/>
                </a:cubicBezTo>
                <a:lnTo>
                  <a:pt x="8408901" y="5221636"/>
                </a:lnTo>
                <a:cubicBezTo>
                  <a:pt x="8489212" y="5222083"/>
                  <a:pt x="8558049" y="5155030"/>
                  <a:pt x="8557220" y="5074720"/>
                </a:cubicBezTo>
                <a:cubicBezTo>
                  <a:pt x="8556392" y="4992051"/>
                  <a:pt x="8493100" y="4927803"/>
                  <a:pt x="8410304" y="4926656"/>
                </a:cubicBezTo>
                <a:close/>
                <a:moveTo>
                  <a:pt x="7427710" y="4699938"/>
                </a:moveTo>
                <a:cubicBezTo>
                  <a:pt x="7401769" y="4699938"/>
                  <a:pt x="7381755" y="4720526"/>
                  <a:pt x="7382073" y="4746722"/>
                </a:cubicBezTo>
                <a:cubicBezTo>
                  <a:pt x="7382392" y="4772919"/>
                  <a:pt x="7402980" y="4792614"/>
                  <a:pt x="7429176" y="4791913"/>
                </a:cubicBezTo>
                <a:lnTo>
                  <a:pt x="7429112" y="4791976"/>
                </a:lnTo>
                <a:cubicBezTo>
                  <a:pt x="7453843" y="4791339"/>
                  <a:pt x="7473921" y="4771007"/>
                  <a:pt x="7474175" y="4746467"/>
                </a:cubicBezTo>
                <a:cubicBezTo>
                  <a:pt x="7474494" y="4721163"/>
                  <a:pt x="7453206" y="4699874"/>
                  <a:pt x="7427710" y="4699938"/>
                </a:cubicBezTo>
                <a:close/>
                <a:moveTo>
                  <a:pt x="7754306" y="4652389"/>
                </a:moveTo>
                <a:cubicBezTo>
                  <a:pt x="7702423" y="4653154"/>
                  <a:pt x="7662077" y="4694393"/>
                  <a:pt x="7662204" y="4746467"/>
                </a:cubicBezTo>
                <a:cubicBezTo>
                  <a:pt x="7662332" y="4798095"/>
                  <a:pt x="7703507" y="4839589"/>
                  <a:pt x="7755135" y="4840035"/>
                </a:cubicBezTo>
                <a:lnTo>
                  <a:pt x="7755135" y="4840099"/>
                </a:lnTo>
                <a:cubicBezTo>
                  <a:pt x="7807018" y="4840545"/>
                  <a:pt x="7850488" y="4797330"/>
                  <a:pt x="7850169" y="4745638"/>
                </a:cubicBezTo>
                <a:cubicBezTo>
                  <a:pt x="7849850" y="4693501"/>
                  <a:pt x="7806763" y="4651561"/>
                  <a:pt x="7754306" y="4652389"/>
                </a:cubicBezTo>
                <a:close/>
                <a:moveTo>
                  <a:pt x="8081923" y="4613190"/>
                </a:moveTo>
                <a:cubicBezTo>
                  <a:pt x="8009451" y="4612999"/>
                  <a:pt x="7949155" y="4672913"/>
                  <a:pt x="7948836" y="4745575"/>
                </a:cubicBezTo>
                <a:cubicBezTo>
                  <a:pt x="7948454" y="4818109"/>
                  <a:pt x="8008496" y="4878406"/>
                  <a:pt x="8081158" y="4878533"/>
                </a:cubicBezTo>
                <a:lnTo>
                  <a:pt x="8081222" y="4878533"/>
                </a:lnTo>
                <a:cubicBezTo>
                  <a:pt x="8154329" y="4878660"/>
                  <a:pt x="8213670" y="4819511"/>
                  <a:pt x="8213797" y="4746276"/>
                </a:cubicBezTo>
                <a:cubicBezTo>
                  <a:pt x="8213925" y="4673040"/>
                  <a:pt x="8154903" y="4613445"/>
                  <a:pt x="8081923" y="4613190"/>
                </a:cubicBezTo>
                <a:close/>
                <a:moveTo>
                  <a:pt x="7101624" y="4394695"/>
                </a:moveTo>
                <a:cubicBezTo>
                  <a:pt x="7087282" y="4393676"/>
                  <a:pt x="7075236" y="4404575"/>
                  <a:pt x="7074662" y="4419107"/>
                </a:cubicBezTo>
                <a:cubicBezTo>
                  <a:pt x="7074152" y="4433639"/>
                  <a:pt x="7085179" y="4445686"/>
                  <a:pt x="7099393" y="4446004"/>
                </a:cubicBezTo>
                <a:cubicBezTo>
                  <a:pt x="7113224" y="4446323"/>
                  <a:pt x="7125653" y="4434149"/>
                  <a:pt x="7125653" y="4420254"/>
                </a:cubicBezTo>
                <a:cubicBezTo>
                  <a:pt x="7125653" y="4407060"/>
                  <a:pt x="7114945" y="4395651"/>
                  <a:pt x="7101624" y="4394695"/>
                </a:cubicBezTo>
                <a:close/>
                <a:moveTo>
                  <a:pt x="7427200" y="4346955"/>
                </a:moveTo>
                <a:cubicBezTo>
                  <a:pt x="7387173" y="4347274"/>
                  <a:pt x="7354984" y="4380035"/>
                  <a:pt x="7354984" y="4420318"/>
                </a:cubicBezTo>
                <a:cubicBezTo>
                  <a:pt x="7355048" y="4460728"/>
                  <a:pt x="7387109" y="4493107"/>
                  <a:pt x="7427328" y="4493362"/>
                </a:cubicBezTo>
                <a:lnTo>
                  <a:pt x="7427328" y="4493426"/>
                </a:lnTo>
                <a:cubicBezTo>
                  <a:pt x="7467228" y="4493681"/>
                  <a:pt x="7500499" y="4461238"/>
                  <a:pt x="7501264" y="4421338"/>
                </a:cubicBezTo>
                <a:cubicBezTo>
                  <a:pt x="7502029" y="4381055"/>
                  <a:pt x="7467674" y="4346573"/>
                  <a:pt x="7427200" y="4346955"/>
                </a:cubicBezTo>
                <a:close/>
                <a:moveTo>
                  <a:pt x="7753032" y="4304888"/>
                </a:moveTo>
                <a:cubicBezTo>
                  <a:pt x="7689293" y="4305079"/>
                  <a:pt x="7638430" y="4355815"/>
                  <a:pt x="7637984" y="4419617"/>
                </a:cubicBezTo>
                <a:cubicBezTo>
                  <a:pt x="7637601" y="4484247"/>
                  <a:pt x="7689102" y="4535748"/>
                  <a:pt x="7754052" y="4535557"/>
                </a:cubicBezTo>
                <a:lnTo>
                  <a:pt x="7753988" y="4535621"/>
                </a:lnTo>
                <a:cubicBezTo>
                  <a:pt x="7817726" y="4535430"/>
                  <a:pt x="7868908" y="4484439"/>
                  <a:pt x="7869163" y="4420955"/>
                </a:cubicBezTo>
                <a:cubicBezTo>
                  <a:pt x="7869482" y="4356388"/>
                  <a:pt x="7817726" y="4304697"/>
                  <a:pt x="7753032" y="4304888"/>
                </a:cubicBezTo>
                <a:close/>
                <a:moveTo>
                  <a:pt x="7099074" y="4040182"/>
                </a:moveTo>
                <a:cubicBezTo>
                  <a:pt x="7071348" y="4040692"/>
                  <a:pt x="7048466" y="4063957"/>
                  <a:pt x="7048211" y="4091747"/>
                </a:cubicBezTo>
                <a:cubicBezTo>
                  <a:pt x="7048020" y="4120493"/>
                  <a:pt x="7071985" y="4144522"/>
                  <a:pt x="7100540" y="4144076"/>
                </a:cubicBezTo>
                <a:cubicBezTo>
                  <a:pt x="7128266" y="4143630"/>
                  <a:pt x="7151212" y="4120429"/>
                  <a:pt x="7151467" y="4092576"/>
                </a:cubicBezTo>
                <a:cubicBezTo>
                  <a:pt x="7151722" y="4063893"/>
                  <a:pt x="7127501" y="4039672"/>
                  <a:pt x="7099074" y="4040182"/>
                </a:cubicBezTo>
                <a:close/>
                <a:moveTo>
                  <a:pt x="7425862" y="3994418"/>
                </a:moveTo>
                <a:cubicBezTo>
                  <a:pt x="7372003" y="3995884"/>
                  <a:pt x="7329234" y="4040629"/>
                  <a:pt x="7330445" y="4094169"/>
                </a:cubicBezTo>
                <a:cubicBezTo>
                  <a:pt x="7331720" y="4147964"/>
                  <a:pt x="7376528" y="4191179"/>
                  <a:pt x="7429813" y="4189904"/>
                </a:cubicBezTo>
                <a:cubicBezTo>
                  <a:pt x="7483545" y="4188629"/>
                  <a:pt x="7526122" y="4144076"/>
                  <a:pt x="7525230" y="4090217"/>
                </a:cubicBezTo>
                <a:cubicBezTo>
                  <a:pt x="7524338" y="4036868"/>
                  <a:pt x="7478828" y="3992952"/>
                  <a:pt x="7425862" y="3994418"/>
                </a:cubicBezTo>
                <a:close/>
                <a:moveTo>
                  <a:pt x="7754306" y="3956494"/>
                </a:moveTo>
                <a:cubicBezTo>
                  <a:pt x="7678394" y="3956175"/>
                  <a:pt x="7617014" y="4017492"/>
                  <a:pt x="7617460" y="4093149"/>
                </a:cubicBezTo>
                <a:cubicBezTo>
                  <a:pt x="7617906" y="4167787"/>
                  <a:pt x="7678776" y="4227892"/>
                  <a:pt x="7753860" y="4227828"/>
                </a:cubicBezTo>
                <a:lnTo>
                  <a:pt x="7753860" y="4227892"/>
                </a:lnTo>
                <a:cubicBezTo>
                  <a:pt x="7829135" y="4227764"/>
                  <a:pt x="7888986" y="4167851"/>
                  <a:pt x="7889114" y="4092448"/>
                </a:cubicBezTo>
                <a:cubicBezTo>
                  <a:pt x="7889241" y="4017109"/>
                  <a:pt x="7829390" y="3956749"/>
                  <a:pt x="7754306" y="3956494"/>
                </a:cubicBezTo>
                <a:close/>
                <a:moveTo>
                  <a:pt x="6772924" y="3733665"/>
                </a:moveTo>
                <a:cubicBezTo>
                  <a:pt x="6756544" y="3732964"/>
                  <a:pt x="6741947" y="3746540"/>
                  <a:pt x="6741310" y="3762984"/>
                </a:cubicBezTo>
                <a:cubicBezTo>
                  <a:pt x="6740672" y="3779301"/>
                  <a:pt x="6754312" y="3794025"/>
                  <a:pt x="6770629" y="3794790"/>
                </a:cubicBezTo>
                <a:cubicBezTo>
                  <a:pt x="6787010" y="3795555"/>
                  <a:pt x="6801288" y="3782106"/>
                  <a:pt x="6801862" y="3765343"/>
                </a:cubicBezTo>
                <a:cubicBezTo>
                  <a:pt x="6802435" y="3748261"/>
                  <a:pt x="6789687" y="3734302"/>
                  <a:pt x="6772924" y="3733665"/>
                </a:cubicBezTo>
                <a:close/>
                <a:moveTo>
                  <a:pt x="7100795" y="3686307"/>
                </a:moveTo>
                <a:cubicBezTo>
                  <a:pt x="7058855" y="3685734"/>
                  <a:pt x="7023098" y="3720216"/>
                  <a:pt x="7021950" y="3762538"/>
                </a:cubicBezTo>
                <a:cubicBezTo>
                  <a:pt x="7020803" y="3804351"/>
                  <a:pt x="7055541" y="3840618"/>
                  <a:pt x="7097672" y="3841765"/>
                </a:cubicBezTo>
                <a:lnTo>
                  <a:pt x="7097608" y="3841701"/>
                </a:lnTo>
                <a:cubicBezTo>
                  <a:pt x="7141205" y="3842848"/>
                  <a:pt x="7176899" y="3808175"/>
                  <a:pt x="7177090" y="3764514"/>
                </a:cubicBezTo>
                <a:cubicBezTo>
                  <a:pt x="7177281" y="3721682"/>
                  <a:pt x="7143309" y="3686945"/>
                  <a:pt x="7100795" y="3686307"/>
                </a:cubicBezTo>
                <a:close/>
                <a:moveTo>
                  <a:pt x="7427837" y="3644558"/>
                </a:moveTo>
                <a:cubicBezTo>
                  <a:pt x="7361422" y="3644558"/>
                  <a:pt x="7308519" y="3697589"/>
                  <a:pt x="7308519" y="3764132"/>
                </a:cubicBezTo>
                <a:cubicBezTo>
                  <a:pt x="7308519" y="3830802"/>
                  <a:pt x="7361231" y="3883577"/>
                  <a:pt x="7427837" y="3883577"/>
                </a:cubicBezTo>
                <a:cubicBezTo>
                  <a:pt x="7494062" y="3883577"/>
                  <a:pt x="7547730" y="3830037"/>
                  <a:pt x="7547730" y="3764132"/>
                </a:cubicBezTo>
                <a:cubicBezTo>
                  <a:pt x="7547666" y="3698290"/>
                  <a:pt x="7493807" y="3644558"/>
                  <a:pt x="7427837" y="3644558"/>
                </a:cubicBezTo>
                <a:close/>
                <a:moveTo>
                  <a:pt x="6443077" y="3416885"/>
                </a:moveTo>
                <a:cubicBezTo>
                  <a:pt x="6431413" y="3417013"/>
                  <a:pt x="6422936" y="3424789"/>
                  <a:pt x="6422936" y="3436007"/>
                </a:cubicBezTo>
                <a:cubicBezTo>
                  <a:pt x="6422936" y="3441616"/>
                  <a:pt x="6425040" y="3446094"/>
                  <a:pt x="6428521" y="3449217"/>
                </a:cubicBezTo>
                <a:lnTo>
                  <a:pt x="6442344" y="3454288"/>
                </a:lnTo>
                <a:lnTo>
                  <a:pt x="6442312" y="3454300"/>
                </a:lnTo>
                <a:lnTo>
                  <a:pt x="6442376" y="3454300"/>
                </a:lnTo>
                <a:lnTo>
                  <a:pt x="6442344" y="3454288"/>
                </a:lnTo>
                <a:lnTo>
                  <a:pt x="6456136" y="3448930"/>
                </a:lnTo>
                <a:cubicBezTo>
                  <a:pt x="6459602" y="3445567"/>
                  <a:pt x="6461689" y="3441010"/>
                  <a:pt x="6461689" y="3436389"/>
                </a:cubicBezTo>
                <a:cubicBezTo>
                  <a:pt x="6461689" y="3427147"/>
                  <a:pt x="6454741" y="3416758"/>
                  <a:pt x="6443077" y="3416885"/>
                </a:cubicBezTo>
                <a:close/>
                <a:moveTo>
                  <a:pt x="6772542" y="3391772"/>
                </a:moveTo>
                <a:cubicBezTo>
                  <a:pt x="6747301" y="3391517"/>
                  <a:pt x="6727224" y="3411021"/>
                  <a:pt x="6727224" y="3435943"/>
                </a:cubicBezTo>
                <a:cubicBezTo>
                  <a:pt x="6727160" y="3461056"/>
                  <a:pt x="6746919" y="3480496"/>
                  <a:pt x="6772223" y="3480368"/>
                </a:cubicBezTo>
                <a:cubicBezTo>
                  <a:pt x="6797464" y="3480241"/>
                  <a:pt x="6816840" y="3460355"/>
                  <a:pt x="6816394" y="3435114"/>
                </a:cubicBezTo>
                <a:cubicBezTo>
                  <a:pt x="6815947" y="3411085"/>
                  <a:pt x="6796763" y="3392091"/>
                  <a:pt x="6772542" y="3391772"/>
                </a:cubicBezTo>
                <a:close/>
                <a:moveTo>
                  <a:pt x="7098756" y="3342502"/>
                </a:moveTo>
                <a:cubicBezTo>
                  <a:pt x="7047510" y="3343204"/>
                  <a:pt x="7006143" y="3385653"/>
                  <a:pt x="7006717" y="3437090"/>
                </a:cubicBezTo>
                <a:cubicBezTo>
                  <a:pt x="7007354" y="3488718"/>
                  <a:pt x="7049486" y="3530148"/>
                  <a:pt x="7100795" y="3529575"/>
                </a:cubicBezTo>
                <a:lnTo>
                  <a:pt x="7100795" y="3529511"/>
                </a:lnTo>
                <a:cubicBezTo>
                  <a:pt x="7151913" y="3528937"/>
                  <a:pt x="7193726" y="3486233"/>
                  <a:pt x="7193216" y="3435051"/>
                </a:cubicBezTo>
                <a:cubicBezTo>
                  <a:pt x="7192706" y="3384124"/>
                  <a:pt x="7149555" y="3341865"/>
                  <a:pt x="7098756" y="3342502"/>
                </a:cubicBezTo>
                <a:close/>
                <a:moveTo>
                  <a:pt x="7428156" y="3304068"/>
                </a:moveTo>
                <a:cubicBezTo>
                  <a:pt x="7355176" y="3303877"/>
                  <a:pt x="7296090" y="3361751"/>
                  <a:pt x="7295580" y="3434031"/>
                </a:cubicBezTo>
                <a:cubicBezTo>
                  <a:pt x="7295070" y="3509370"/>
                  <a:pt x="7353837" y="3568710"/>
                  <a:pt x="7428603" y="3568264"/>
                </a:cubicBezTo>
                <a:cubicBezTo>
                  <a:pt x="7502157" y="3567818"/>
                  <a:pt x="7561242" y="3508031"/>
                  <a:pt x="7560477" y="3434796"/>
                </a:cubicBezTo>
                <a:cubicBezTo>
                  <a:pt x="7559712" y="3362453"/>
                  <a:pt x="7500818" y="3304259"/>
                  <a:pt x="7428156" y="3304068"/>
                </a:cubicBezTo>
                <a:close/>
                <a:moveTo>
                  <a:pt x="6772096" y="3077542"/>
                </a:moveTo>
                <a:cubicBezTo>
                  <a:pt x="6755651" y="3077415"/>
                  <a:pt x="6741501" y="3091310"/>
                  <a:pt x="6741310" y="3107754"/>
                </a:cubicBezTo>
                <a:cubicBezTo>
                  <a:pt x="6741182" y="3124071"/>
                  <a:pt x="6755141" y="3138476"/>
                  <a:pt x="6771458" y="3138731"/>
                </a:cubicBezTo>
                <a:cubicBezTo>
                  <a:pt x="6787967" y="3138986"/>
                  <a:pt x="6801670" y="3125282"/>
                  <a:pt x="6801862" y="3108392"/>
                </a:cubicBezTo>
                <a:cubicBezTo>
                  <a:pt x="6801989" y="3091374"/>
                  <a:pt x="6788795" y="3077670"/>
                  <a:pt x="6772096" y="3077542"/>
                </a:cubicBezTo>
                <a:close/>
                <a:moveTo>
                  <a:pt x="7100476" y="3031077"/>
                </a:moveTo>
                <a:cubicBezTo>
                  <a:pt x="7058345" y="3030567"/>
                  <a:pt x="7023417" y="3065432"/>
                  <a:pt x="7023417" y="3108073"/>
                </a:cubicBezTo>
                <a:cubicBezTo>
                  <a:pt x="7023417" y="3150714"/>
                  <a:pt x="7058218" y="3185515"/>
                  <a:pt x="7100476" y="3185069"/>
                </a:cubicBezTo>
                <a:cubicBezTo>
                  <a:pt x="7142735" y="3184623"/>
                  <a:pt x="7177154" y="3149248"/>
                  <a:pt x="7176580" y="3106926"/>
                </a:cubicBezTo>
                <a:cubicBezTo>
                  <a:pt x="7176007" y="3065623"/>
                  <a:pt x="7141843" y="3031587"/>
                  <a:pt x="7100476" y="3031077"/>
                </a:cubicBezTo>
                <a:close/>
                <a:moveTo>
                  <a:pt x="7425352" y="2988819"/>
                </a:moveTo>
                <a:cubicBezTo>
                  <a:pt x="7359828" y="2988946"/>
                  <a:pt x="7305523" y="3043633"/>
                  <a:pt x="7306097" y="3108902"/>
                </a:cubicBezTo>
                <a:cubicBezTo>
                  <a:pt x="7306671" y="3173723"/>
                  <a:pt x="7359892" y="3226818"/>
                  <a:pt x="7424650" y="3227200"/>
                </a:cubicBezTo>
                <a:cubicBezTo>
                  <a:pt x="7491003" y="3227582"/>
                  <a:pt x="7544288" y="3174743"/>
                  <a:pt x="7544415" y="3108455"/>
                </a:cubicBezTo>
                <a:cubicBezTo>
                  <a:pt x="7544543" y="3042168"/>
                  <a:pt x="7491321" y="2988691"/>
                  <a:pt x="7425352" y="2988819"/>
                </a:cubicBezTo>
                <a:close/>
                <a:moveTo>
                  <a:pt x="7099712" y="2731889"/>
                </a:moveTo>
                <a:cubicBezTo>
                  <a:pt x="7071922" y="2731953"/>
                  <a:pt x="7048338" y="2756110"/>
                  <a:pt x="7049167" y="2783581"/>
                </a:cubicBezTo>
                <a:cubicBezTo>
                  <a:pt x="7049996" y="2810670"/>
                  <a:pt x="7072814" y="2832660"/>
                  <a:pt x="7099903" y="2832660"/>
                </a:cubicBezTo>
                <a:cubicBezTo>
                  <a:pt x="7128266" y="2832596"/>
                  <a:pt x="7150384" y="2809714"/>
                  <a:pt x="7149810" y="2781095"/>
                </a:cubicBezTo>
                <a:cubicBezTo>
                  <a:pt x="7149300" y="2753688"/>
                  <a:pt x="7126992" y="2731826"/>
                  <a:pt x="7099712" y="2731889"/>
                </a:cubicBezTo>
                <a:close/>
                <a:moveTo>
                  <a:pt x="7426117" y="2683193"/>
                </a:moveTo>
                <a:lnTo>
                  <a:pt x="7426117" y="2683257"/>
                </a:lnTo>
                <a:cubicBezTo>
                  <a:pt x="7372640" y="2682875"/>
                  <a:pt x="7328278" y="2727236"/>
                  <a:pt x="7328660" y="2780713"/>
                </a:cubicBezTo>
                <a:cubicBezTo>
                  <a:pt x="7328979" y="2833233"/>
                  <a:pt x="7372385" y="2876703"/>
                  <a:pt x="7425033" y="2877149"/>
                </a:cubicBezTo>
                <a:cubicBezTo>
                  <a:pt x="7478573" y="2877595"/>
                  <a:pt x="7522298" y="2833616"/>
                  <a:pt x="7521979" y="2779502"/>
                </a:cubicBezTo>
                <a:cubicBezTo>
                  <a:pt x="7521725" y="2726217"/>
                  <a:pt x="7479274" y="2683576"/>
                  <a:pt x="7426117" y="2683193"/>
                </a:cubicBezTo>
                <a:close/>
                <a:moveTo>
                  <a:pt x="7753796" y="2644632"/>
                </a:moveTo>
                <a:cubicBezTo>
                  <a:pt x="7679159" y="2644632"/>
                  <a:pt x="7618033" y="2705502"/>
                  <a:pt x="7617906" y="2779948"/>
                </a:cubicBezTo>
                <a:cubicBezTo>
                  <a:pt x="7617842" y="2854458"/>
                  <a:pt x="7678713" y="2915264"/>
                  <a:pt x="7753478" y="2915392"/>
                </a:cubicBezTo>
                <a:cubicBezTo>
                  <a:pt x="7828625" y="2915519"/>
                  <a:pt x="7888667" y="2855542"/>
                  <a:pt x="7888731" y="2780267"/>
                </a:cubicBezTo>
                <a:cubicBezTo>
                  <a:pt x="7888795" y="2705055"/>
                  <a:pt x="7828689" y="2644632"/>
                  <a:pt x="7753796" y="2644632"/>
                </a:cubicBezTo>
                <a:close/>
                <a:moveTo>
                  <a:pt x="7101114" y="2428750"/>
                </a:moveTo>
                <a:cubicBezTo>
                  <a:pt x="7086581" y="2428049"/>
                  <a:pt x="7074981" y="2438884"/>
                  <a:pt x="7074599" y="2453544"/>
                </a:cubicBezTo>
                <a:cubicBezTo>
                  <a:pt x="7074216" y="2468395"/>
                  <a:pt x="7085052" y="2479613"/>
                  <a:pt x="7099775" y="2479613"/>
                </a:cubicBezTo>
                <a:cubicBezTo>
                  <a:pt x="7114117" y="2479613"/>
                  <a:pt x="7125908" y="2467821"/>
                  <a:pt x="7125653" y="2453799"/>
                </a:cubicBezTo>
                <a:cubicBezTo>
                  <a:pt x="7125398" y="2440732"/>
                  <a:pt x="7114435" y="2429451"/>
                  <a:pt x="7101177" y="2428813"/>
                </a:cubicBezTo>
                <a:close/>
                <a:moveTo>
                  <a:pt x="7425607" y="2382476"/>
                </a:moveTo>
                <a:cubicBezTo>
                  <a:pt x="7384941" y="2382476"/>
                  <a:pt x="7352881" y="2414918"/>
                  <a:pt x="7353518" y="2455456"/>
                </a:cubicBezTo>
                <a:cubicBezTo>
                  <a:pt x="7354156" y="2495229"/>
                  <a:pt x="7385706" y="2526142"/>
                  <a:pt x="7425607" y="2526142"/>
                </a:cubicBezTo>
                <a:cubicBezTo>
                  <a:pt x="7466336" y="2526078"/>
                  <a:pt x="7498332" y="2493763"/>
                  <a:pt x="7497759" y="2453225"/>
                </a:cubicBezTo>
                <a:cubicBezTo>
                  <a:pt x="7497185" y="2413771"/>
                  <a:pt x="7465316" y="2382476"/>
                  <a:pt x="7425671" y="2382476"/>
                </a:cubicBezTo>
                <a:close/>
                <a:moveTo>
                  <a:pt x="7752458" y="2338241"/>
                </a:moveTo>
                <a:cubicBezTo>
                  <a:pt x="7688911" y="2339197"/>
                  <a:pt x="7638111" y="2390825"/>
                  <a:pt x="7638111" y="2454373"/>
                </a:cubicBezTo>
                <a:cubicBezTo>
                  <a:pt x="7638111" y="2518748"/>
                  <a:pt x="7690886" y="2571141"/>
                  <a:pt x="7754880" y="2570313"/>
                </a:cubicBezTo>
                <a:cubicBezTo>
                  <a:pt x="7818045" y="2569484"/>
                  <a:pt x="7869354" y="2517473"/>
                  <a:pt x="7869354" y="2454245"/>
                </a:cubicBezTo>
                <a:cubicBezTo>
                  <a:pt x="7869354" y="2390252"/>
                  <a:pt x="7816005" y="2337349"/>
                  <a:pt x="7752458" y="2338305"/>
                </a:cubicBezTo>
                <a:close/>
                <a:moveTo>
                  <a:pt x="7424523" y="2080228"/>
                </a:moveTo>
                <a:cubicBezTo>
                  <a:pt x="7399984" y="2080802"/>
                  <a:pt x="7379651" y="2101198"/>
                  <a:pt x="7379269" y="2125674"/>
                </a:cubicBezTo>
                <a:cubicBezTo>
                  <a:pt x="7378822" y="2151042"/>
                  <a:pt x="7399793" y="2172203"/>
                  <a:pt x="7425543" y="2172267"/>
                </a:cubicBezTo>
                <a:cubicBezTo>
                  <a:pt x="7451612" y="2172330"/>
                  <a:pt x="7471626" y="2152062"/>
                  <a:pt x="7471371" y="2125801"/>
                </a:cubicBezTo>
                <a:cubicBezTo>
                  <a:pt x="7471116" y="2099732"/>
                  <a:pt x="7450465" y="2079655"/>
                  <a:pt x="7424523" y="2080228"/>
                </a:cubicBezTo>
                <a:close/>
                <a:moveTo>
                  <a:pt x="7753542" y="2034018"/>
                </a:moveTo>
                <a:cubicBezTo>
                  <a:pt x="7702487" y="2034082"/>
                  <a:pt x="7661949" y="2074237"/>
                  <a:pt x="7661375" y="2125291"/>
                </a:cubicBezTo>
                <a:cubicBezTo>
                  <a:pt x="7660865" y="2177366"/>
                  <a:pt x="7701658" y="2218477"/>
                  <a:pt x="7753796" y="2218477"/>
                </a:cubicBezTo>
                <a:cubicBezTo>
                  <a:pt x="7804723" y="2218477"/>
                  <a:pt x="7845771" y="2178003"/>
                  <a:pt x="7846281" y="2127331"/>
                </a:cubicBezTo>
                <a:cubicBezTo>
                  <a:pt x="7846791" y="2075767"/>
                  <a:pt x="7805297" y="2034018"/>
                  <a:pt x="7753542" y="2034018"/>
                </a:cubicBezTo>
                <a:close/>
                <a:moveTo>
                  <a:pt x="8081986" y="1993990"/>
                </a:moveTo>
                <a:cubicBezTo>
                  <a:pt x="8009197" y="1993735"/>
                  <a:pt x="7949155" y="2054159"/>
                  <a:pt x="7949729" y="2127076"/>
                </a:cubicBezTo>
                <a:cubicBezTo>
                  <a:pt x="7950366" y="2199547"/>
                  <a:pt x="8009197" y="2258313"/>
                  <a:pt x="8081348" y="2258505"/>
                </a:cubicBezTo>
                <a:cubicBezTo>
                  <a:pt x="8154329" y="2258696"/>
                  <a:pt x="8213989" y="2198718"/>
                  <a:pt x="8213606" y="2125483"/>
                </a:cubicBezTo>
                <a:cubicBezTo>
                  <a:pt x="8213224" y="2053395"/>
                  <a:pt x="8154074" y="1994245"/>
                  <a:pt x="8082050" y="1993990"/>
                </a:cubicBezTo>
                <a:close/>
                <a:moveTo>
                  <a:pt x="7426818" y="1775623"/>
                </a:moveTo>
                <a:cubicBezTo>
                  <a:pt x="7414134" y="1775049"/>
                  <a:pt x="7402916" y="1785247"/>
                  <a:pt x="7402533" y="1797613"/>
                </a:cubicBezTo>
                <a:cubicBezTo>
                  <a:pt x="7402151" y="1809787"/>
                  <a:pt x="7413114" y="1821005"/>
                  <a:pt x="7425479" y="1821132"/>
                </a:cubicBezTo>
                <a:cubicBezTo>
                  <a:pt x="7437335" y="1821259"/>
                  <a:pt x="7447150" y="1812081"/>
                  <a:pt x="7448043" y="1800098"/>
                </a:cubicBezTo>
                <a:cubicBezTo>
                  <a:pt x="7448999" y="1786968"/>
                  <a:pt x="7439693" y="1776260"/>
                  <a:pt x="7426754" y="1775687"/>
                </a:cubicBezTo>
                <a:close/>
                <a:moveTo>
                  <a:pt x="7752840" y="1731133"/>
                </a:moveTo>
                <a:lnTo>
                  <a:pt x="7752874" y="1731139"/>
                </a:lnTo>
                <a:lnTo>
                  <a:pt x="7726828" y="1736604"/>
                </a:lnTo>
                <a:cubicBezTo>
                  <a:pt x="7702846" y="1746909"/>
                  <a:pt x="7686186" y="1770667"/>
                  <a:pt x="7686234" y="1798441"/>
                </a:cubicBezTo>
                <a:cubicBezTo>
                  <a:pt x="7686297" y="1836365"/>
                  <a:pt x="7717147" y="1866067"/>
                  <a:pt x="7755517" y="1865239"/>
                </a:cubicBezTo>
                <a:cubicBezTo>
                  <a:pt x="7792740" y="1864474"/>
                  <a:pt x="7821423" y="1834389"/>
                  <a:pt x="7820722" y="1796912"/>
                </a:cubicBezTo>
                <a:cubicBezTo>
                  <a:pt x="7820196" y="1768899"/>
                  <a:pt x="7803358" y="1745690"/>
                  <a:pt x="7779160" y="1735998"/>
                </a:cubicBezTo>
                <a:lnTo>
                  <a:pt x="7752874" y="1731139"/>
                </a:lnTo>
                <a:lnTo>
                  <a:pt x="7752904" y="1731133"/>
                </a:lnTo>
                <a:close/>
                <a:moveTo>
                  <a:pt x="8081412" y="1686262"/>
                </a:moveTo>
                <a:cubicBezTo>
                  <a:pt x="8020542" y="1686453"/>
                  <a:pt x="7970635" y="1736360"/>
                  <a:pt x="7970253" y="1797294"/>
                </a:cubicBezTo>
                <a:cubicBezTo>
                  <a:pt x="7969934" y="1859439"/>
                  <a:pt x="8020160" y="1910111"/>
                  <a:pt x="8081986" y="1909983"/>
                </a:cubicBezTo>
                <a:cubicBezTo>
                  <a:pt x="8142792" y="1909856"/>
                  <a:pt x="8192828" y="1860076"/>
                  <a:pt x="8193465" y="1799079"/>
                </a:cubicBezTo>
                <a:cubicBezTo>
                  <a:pt x="8194102" y="1737699"/>
                  <a:pt x="8142856" y="1686134"/>
                  <a:pt x="8081412" y="1686325"/>
                </a:cubicBezTo>
                <a:close/>
                <a:moveTo>
                  <a:pt x="8409921" y="1651524"/>
                </a:moveTo>
                <a:cubicBezTo>
                  <a:pt x="8328145" y="1651716"/>
                  <a:pt x="8263195" y="1716665"/>
                  <a:pt x="8263322" y="1798632"/>
                </a:cubicBezTo>
                <a:cubicBezTo>
                  <a:pt x="8263514" y="1880154"/>
                  <a:pt x="8329866" y="1946442"/>
                  <a:pt x="8410877" y="1945039"/>
                </a:cubicBezTo>
                <a:cubicBezTo>
                  <a:pt x="8489913" y="1943701"/>
                  <a:pt x="8556328" y="1884169"/>
                  <a:pt x="8556647" y="1798887"/>
                </a:cubicBezTo>
                <a:cubicBezTo>
                  <a:pt x="8556966" y="1708188"/>
                  <a:pt x="8484049" y="1651333"/>
                  <a:pt x="8409921" y="1651524"/>
                </a:cubicBezTo>
                <a:close/>
                <a:moveTo>
                  <a:pt x="7754753" y="1428695"/>
                </a:moveTo>
                <a:cubicBezTo>
                  <a:pt x="7731169" y="1428185"/>
                  <a:pt x="7712494" y="1446542"/>
                  <a:pt x="7712494" y="1470316"/>
                </a:cubicBezTo>
                <a:cubicBezTo>
                  <a:pt x="7712558" y="1493262"/>
                  <a:pt x="7729958" y="1511109"/>
                  <a:pt x="7752713" y="1511555"/>
                </a:cubicBezTo>
                <a:cubicBezTo>
                  <a:pt x="7776169" y="1512001"/>
                  <a:pt x="7795609" y="1493134"/>
                  <a:pt x="7795482" y="1470061"/>
                </a:cubicBezTo>
                <a:cubicBezTo>
                  <a:pt x="7795354" y="1447880"/>
                  <a:pt x="7776997" y="1429205"/>
                  <a:pt x="7754753" y="1428695"/>
                </a:cubicBezTo>
                <a:close/>
                <a:moveTo>
                  <a:pt x="8081731" y="1382421"/>
                </a:moveTo>
                <a:cubicBezTo>
                  <a:pt x="8032525" y="1382357"/>
                  <a:pt x="7993007" y="1422066"/>
                  <a:pt x="7993517" y="1471209"/>
                </a:cubicBezTo>
                <a:cubicBezTo>
                  <a:pt x="7994027" y="1519395"/>
                  <a:pt x="8033099" y="1557893"/>
                  <a:pt x="8081540" y="1557893"/>
                </a:cubicBezTo>
                <a:cubicBezTo>
                  <a:pt x="8131256" y="1557956"/>
                  <a:pt x="8170073" y="1518757"/>
                  <a:pt x="8169499" y="1469169"/>
                </a:cubicBezTo>
                <a:cubicBezTo>
                  <a:pt x="8168926" y="1420536"/>
                  <a:pt x="8130427" y="1382421"/>
                  <a:pt x="8081795" y="1382421"/>
                </a:cubicBezTo>
                <a:close/>
                <a:moveTo>
                  <a:pt x="8408264" y="1341628"/>
                </a:moveTo>
                <a:cubicBezTo>
                  <a:pt x="8337578" y="1342393"/>
                  <a:pt x="8281233" y="1400331"/>
                  <a:pt x="8281807" y="1471655"/>
                </a:cubicBezTo>
                <a:cubicBezTo>
                  <a:pt x="8282380" y="1542595"/>
                  <a:pt x="8340127" y="1599068"/>
                  <a:pt x="8411387" y="1598430"/>
                </a:cubicBezTo>
                <a:cubicBezTo>
                  <a:pt x="8481754" y="1597793"/>
                  <a:pt x="8539629" y="1538707"/>
                  <a:pt x="8538482" y="1468595"/>
                </a:cubicBezTo>
                <a:cubicBezTo>
                  <a:pt x="8537334" y="1398037"/>
                  <a:pt x="8478823" y="1340991"/>
                  <a:pt x="8408264" y="1341692"/>
                </a:cubicBezTo>
                <a:close/>
                <a:moveTo>
                  <a:pt x="7754052" y="1122177"/>
                </a:moveTo>
                <a:cubicBezTo>
                  <a:pt x="7743726" y="1121922"/>
                  <a:pt x="7733719" y="1131866"/>
                  <a:pt x="7733782" y="1142319"/>
                </a:cubicBezTo>
                <a:cubicBezTo>
                  <a:pt x="7733846" y="1152899"/>
                  <a:pt x="7743853" y="1162396"/>
                  <a:pt x="7754370" y="1162014"/>
                </a:cubicBezTo>
                <a:cubicBezTo>
                  <a:pt x="7765269" y="1161568"/>
                  <a:pt x="7773874" y="1151879"/>
                  <a:pt x="7773173" y="1140853"/>
                </a:cubicBezTo>
                <a:cubicBezTo>
                  <a:pt x="7772535" y="1130782"/>
                  <a:pt x="7763931" y="1122432"/>
                  <a:pt x="7754052" y="1122177"/>
                </a:cubicBezTo>
                <a:close/>
                <a:moveTo>
                  <a:pt x="8082177" y="1079983"/>
                </a:moveTo>
                <a:cubicBezTo>
                  <a:pt x="8047312" y="1079728"/>
                  <a:pt x="8019841" y="1107199"/>
                  <a:pt x="8019905" y="1142255"/>
                </a:cubicBezTo>
                <a:cubicBezTo>
                  <a:pt x="8019969" y="1177375"/>
                  <a:pt x="8047440" y="1204527"/>
                  <a:pt x="8082496" y="1204145"/>
                </a:cubicBezTo>
                <a:cubicBezTo>
                  <a:pt x="8116150" y="1203826"/>
                  <a:pt x="8143621" y="1176610"/>
                  <a:pt x="8144195" y="1143147"/>
                </a:cubicBezTo>
                <a:cubicBezTo>
                  <a:pt x="8144769" y="1108920"/>
                  <a:pt x="8116532" y="1080174"/>
                  <a:pt x="8082177" y="1079983"/>
                </a:cubicBezTo>
                <a:close/>
                <a:moveTo>
                  <a:pt x="8408965" y="1034537"/>
                </a:moveTo>
                <a:cubicBezTo>
                  <a:pt x="8350835" y="1035047"/>
                  <a:pt x="8302967" y="1082914"/>
                  <a:pt x="8302203" y="1141171"/>
                </a:cubicBezTo>
                <a:cubicBezTo>
                  <a:pt x="8301438" y="1199938"/>
                  <a:pt x="8350325" y="1249335"/>
                  <a:pt x="8409411" y="1249526"/>
                </a:cubicBezTo>
                <a:cubicBezTo>
                  <a:pt x="8468879" y="1249718"/>
                  <a:pt x="8516874" y="1201595"/>
                  <a:pt x="8516810" y="1141872"/>
                </a:cubicBezTo>
                <a:cubicBezTo>
                  <a:pt x="8516747" y="1082341"/>
                  <a:pt x="8468242" y="1034027"/>
                  <a:pt x="8408965" y="1034537"/>
                </a:cubicBezTo>
                <a:close/>
                <a:moveTo>
                  <a:pt x="8738429" y="998079"/>
                </a:moveTo>
                <a:cubicBezTo>
                  <a:pt x="8659138" y="997633"/>
                  <a:pt x="8594062" y="1062773"/>
                  <a:pt x="8594253" y="1142510"/>
                </a:cubicBezTo>
                <a:cubicBezTo>
                  <a:pt x="8594381" y="1221290"/>
                  <a:pt x="8658373" y="1285539"/>
                  <a:pt x="8737027" y="1285921"/>
                </a:cubicBezTo>
                <a:cubicBezTo>
                  <a:pt x="8816382" y="1286304"/>
                  <a:pt x="8881841" y="1220908"/>
                  <a:pt x="8881458" y="1141618"/>
                </a:cubicBezTo>
                <a:cubicBezTo>
                  <a:pt x="8881076" y="1062964"/>
                  <a:pt x="8816827" y="998525"/>
                  <a:pt x="8738429" y="998079"/>
                </a:cubicBezTo>
                <a:close/>
                <a:moveTo>
                  <a:pt x="8082305" y="777480"/>
                </a:moveTo>
                <a:lnTo>
                  <a:pt x="8082305" y="777544"/>
                </a:lnTo>
                <a:cubicBezTo>
                  <a:pt x="8062801" y="777162"/>
                  <a:pt x="8045337" y="793989"/>
                  <a:pt x="8044954" y="813492"/>
                </a:cubicBezTo>
                <a:cubicBezTo>
                  <a:pt x="8044572" y="832996"/>
                  <a:pt x="8061335" y="850206"/>
                  <a:pt x="8081030" y="850524"/>
                </a:cubicBezTo>
                <a:cubicBezTo>
                  <a:pt x="8101299" y="850843"/>
                  <a:pt x="8117488" y="835036"/>
                  <a:pt x="8117807" y="814704"/>
                </a:cubicBezTo>
                <a:cubicBezTo>
                  <a:pt x="8118126" y="794435"/>
                  <a:pt x="8102319" y="777863"/>
                  <a:pt x="8082305" y="777480"/>
                </a:cubicBezTo>
                <a:close/>
                <a:moveTo>
                  <a:pt x="8406989" y="730951"/>
                </a:moveTo>
                <a:cubicBezTo>
                  <a:pt x="8361224" y="732035"/>
                  <a:pt x="8325467" y="770023"/>
                  <a:pt x="8326615" y="816233"/>
                </a:cubicBezTo>
                <a:cubicBezTo>
                  <a:pt x="8327826" y="862507"/>
                  <a:pt x="8364730" y="897691"/>
                  <a:pt x="8411387" y="897053"/>
                </a:cubicBezTo>
                <a:cubicBezTo>
                  <a:pt x="8457215" y="896416"/>
                  <a:pt x="8493801" y="858874"/>
                  <a:pt x="8493227" y="812983"/>
                </a:cubicBezTo>
                <a:cubicBezTo>
                  <a:pt x="8492653" y="766262"/>
                  <a:pt x="8454410" y="729868"/>
                  <a:pt x="8407053" y="730951"/>
                </a:cubicBezTo>
                <a:close/>
                <a:moveTo>
                  <a:pt x="8736453" y="689203"/>
                </a:moveTo>
                <a:cubicBezTo>
                  <a:pt x="8667807" y="689649"/>
                  <a:pt x="8612864" y="744846"/>
                  <a:pt x="8612673" y="813492"/>
                </a:cubicBezTo>
                <a:cubicBezTo>
                  <a:pt x="8612482" y="883222"/>
                  <a:pt x="8668062" y="938802"/>
                  <a:pt x="8737855" y="938738"/>
                </a:cubicBezTo>
                <a:cubicBezTo>
                  <a:pt x="8807522" y="938675"/>
                  <a:pt x="8863548" y="882521"/>
                  <a:pt x="8862974" y="813301"/>
                </a:cubicBezTo>
                <a:cubicBezTo>
                  <a:pt x="8862401" y="743826"/>
                  <a:pt x="8806247" y="688757"/>
                  <a:pt x="8736453" y="689203"/>
                </a:cubicBezTo>
                <a:close/>
                <a:moveTo>
                  <a:pt x="8080775" y="472811"/>
                </a:moveTo>
                <a:cubicBezTo>
                  <a:pt x="8071661" y="473257"/>
                  <a:pt x="8065605" y="480205"/>
                  <a:pt x="8066179" y="489383"/>
                </a:cubicBezTo>
                <a:cubicBezTo>
                  <a:pt x="8066753" y="498179"/>
                  <a:pt x="8074147" y="504744"/>
                  <a:pt x="8082815" y="504107"/>
                </a:cubicBezTo>
                <a:cubicBezTo>
                  <a:pt x="8091164" y="503469"/>
                  <a:pt x="8098367" y="495438"/>
                  <a:pt x="8097793" y="487280"/>
                </a:cubicBezTo>
                <a:cubicBezTo>
                  <a:pt x="8097283" y="478994"/>
                  <a:pt x="8089443" y="472365"/>
                  <a:pt x="8080775" y="472811"/>
                </a:cubicBezTo>
                <a:close/>
                <a:moveTo>
                  <a:pt x="8410686" y="430489"/>
                </a:moveTo>
                <a:lnTo>
                  <a:pt x="8410686" y="430553"/>
                </a:lnTo>
                <a:cubicBezTo>
                  <a:pt x="8379008" y="429979"/>
                  <a:pt x="8352046" y="456175"/>
                  <a:pt x="8351791" y="487917"/>
                </a:cubicBezTo>
                <a:cubicBezTo>
                  <a:pt x="8351536" y="519531"/>
                  <a:pt x="8378243" y="546301"/>
                  <a:pt x="8409857" y="546301"/>
                </a:cubicBezTo>
                <a:cubicBezTo>
                  <a:pt x="8440834" y="546301"/>
                  <a:pt x="8466393" y="521125"/>
                  <a:pt x="8467094" y="489893"/>
                </a:cubicBezTo>
                <a:cubicBezTo>
                  <a:pt x="8467859" y="457259"/>
                  <a:pt x="8442938" y="431062"/>
                  <a:pt x="8410686" y="430489"/>
                </a:cubicBezTo>
                <a:close/>
                <a:moveTo>
                  <a:pt x="8736453" y="382558"/>
                </a:moveTo>
                <a:cubicBezTo>
                  <a:pt x="8679280" y="383067"/>
                  <a:pt x="8634217" y="429533"/>
                  <a:pt x="8634727" y="487280"/>
                </a:cubicBezTo>
                <a:cubicBezTo>
                  <a:pt x="8635236" y="544772"/>
                  <a:pt x="8681383" y="589771"/>
                  <a:pt x="8739130" y="589197"/>
                </a:cubicBezTo>
                <a:cubicBezTo>
                  <a:pt x="8796112" y="588624"/>
                  <a:pt x="8842323" y="541394"/>
                  <a:pt x="8841494" y="484603"/>
                </a:cubicBezTo>
                <a:cubicBezTo>
                  <a:pt x="8840666" y="427748"/>
                  <a:pt x="8793626" y="382048"/>
                  <a:pt x="8736453" y="382558"/>
                </a:cubicBezTo>
                <a:close/>
                <a:moveTo>
                  <a:pt x="9063942" y="345717"/>
                </a:moveTo>
                <a:cubicBezTo>
                  <a:pt x="8986309" y="345526"/>
                  <a:pt x="8924036" y="407288"/>
                  <a:pt x="8923589" y="484921"/>
                </a:cubicBezTo>
                <a:cubicBezTo>
                  <a:pt x="8923144" y="562937"/>
                  <a:pt x="8984524" y="625464"/>
                  <a:pt x="9061966" y="625974"/>
                </a:cubicBezTo>
                <a:cubicBezTo>
                  <a:pt x="9140556" y="626548"/>
                  <a:pt x="9204103" y="563829"/>
                  <a:pt x="9204039" y="485814"/>
                </a:cubicBezTo>
                <a:cubicBezTo>
                  <a:pt x="9203975" y="408818"/>
                  <a:pt x="9141001" y="345972"/>
                  <a:pt x="9063942" y="345781"/>
                </a:cubicBezTo>
                <a:close/>
                <a:moveTo>
                  <a:pt x="8410048" y="125692"/>
                </a:moveTo>
                <a:cubicBezTo>
                  <a:pt x="8391054" y="125501"/>
                  <a:pt x="8374865" y="141499"/>
                  <a:pt x="8374928" y="160366"/>
                </a:cubicBezTo>
                <a:cubicBezTo>
                  <a:pt x="8374992" y="179360"/>
                  <a:pt x="8391118" y="194912"/>
                  <a:pt x="8410367" y="194593"/>
                </a:cubicBezTo>
                <a:cubicBezTo>
                  <a:pt x="8429871" y="194274"/>
                  <a:pt x="8444467" y="178659"/>
                  <a:pt x="8443830" y="158900"/>
                </a:cubicBezTo>
                <a:cubicBezTo>
                  <a:pt x="8443192" y="140352"/>
                  <a:pt x="8428469" y="125883"/>
                  <a:pt x="8410048" y="125692"/>
                </a:cubicBezTo>
                <a:close/>
                <a:moveTo>
                  <a:pt x="8737218" y="78844"/>
                </a:moveTo>
                <a:lnTo>
                  <a:pt x="8737218" y="78908"/>
                </a:lnTo>
                <a:cubicBezTo>
                  <a:pt x="8691836" y="79099"/>
                  <a:pt x="8655378" y="115813"/>
                  <a:pt x="8655761" y="160812"/>
                </a:cubicBezTo>
                <a:cubicBezTo>
                  <a:pt x="8656143" y="205939"/>
                  <a:pt x="8692856" y="241887"/>
                  <a:pt x="8738302" y="241632"/>
                </a:cubicBezTo>
                <a:cubicBezTo>
                  <a:pt x="8783811" y="241313"/>
                  <a:pt x="8819632" y="205174"/>
                  <a:pt x="8819377" y="159665"/>
                </a:cubicBezTo>
                <a:cubicBezTo>
                  <a:pt x="8819122" y="114283"/>
                  <a:pt x="8782919" y="78653"/>
                  <a:pt x="8737218" y="78844"/>
                </a:cubicBezTo>
                <a:close/>
                <a:moveTo>
                  <a:pt x="9062157" y="36968"/>
                </a:moveTo>
                <a:cubicBezTo>
                  <a:pt x="8994530" y="37542"/>
                  <a:pt x="8939907" y="92166"/>
                  <a:pt x="8939524" y="159665"/>
                </a:cubicBezTo>
                <a:cubicBezTo>
                  <a:pt x="8939142" y="227673"/>
                  <a:pt x="8995168" y="283636"/>
                  <a:pt x="9063496" y="283572"/>
                </a:cubicBezTo>
                <a:cubicBezTo>
                  <a:pt x="9132269" y="283508"/>
                  <a:pt x="9186957" y="228438"/>
                  <a:pt x="9186702" y="159537"/>
                </a:cubicBezTo>
                <a:cubicBezTo>
                  <a:pt x="9186447" y="90763"/>
                  <a:pt x="9131250" y="36395"/>
                  <a:pt x="9062221" y="37032"/>
                </a:cubicBezTo>
                <a:close/>
                <a:moveTo>
                  <a:pt x="0" y="0"/>
                </a:moveTo>
                <a:lnTo>
                  <a:pt x="1502321" y="0"/>
                </a:lnTo>
                <a:lnTo>
                  <a:pt x="13390131" y="0"/>
                </a:lnTo>
                <a:lnTo>
                  <a:pt x="13390131" y="829"/>
                </a:lnTo>
                <a:cubicBezTo>
                  <a:pt x="11987054" y="829"/>
                  <a:pt x="10101987" y="765"/>
                  <a:pt x="9896749" y="574"/>
                </a:cubicBezTo>
                <a:cubicBezTo>
                  <a:pt x="9884193" y="574"/>
                  <a:pt x="9874569" y="3378"/>
                  <a:pt x="9867558" y="14214"/>
                </a:cubicBezTo>
                <a:cubicBezTo>
                  <a:pt x="9864371" y="19249"/>
                  <a:pt x="9859909" y="23456"/>
                  <a:pt x="9856276" y="27662"/>
                </a:cubicBezTo>
                <a:cubicBezTo>
                  <a:pt x="9853854" y="26961"/>
                  <a:pt x="9852069" y="26961"/>
                  <a:pt x="9851240" y="26069"/>
                </a:cubicBezTo>
                <a:cubicBezTo>
                  <a:pt x="9833075" y="6119"/>
                  <a:pt x="9811212" y="-956"/>
                  <a:pt x="9783805" y="255"/>
                </a:cubicBezTo>
                <a:cubicBezTo>
                  <a:pt x="9734981" y="2358"/>
                  <a:pt x="9685966" y="1211"/>
                  <a:pt x="9637015" y="637"/>
                </a:cubicBezTo>
                <a:cubicBezTo>
                  <a:pt x="9623948" y="446"/>
                  <a:pt x="9613432" y="4143"/>
                  <a:pt x="9603489" y="12302"/>
                </a:cubicBezTo>
                <a:cubicBezTo>
                  <a:pt x="9579331" y="31997"/>
                  <a:pt x="9560465" y="55516"/>
                  <a:pt x="9547781" y="84071"/>
                </a:cubicBezTo>
                <a:cubicBezTo>
                  <a:pt x="9545104" y="90126"/>
                  <a:pt x="9542045" y="96054"/>
                  <a:pt x="9537774" y="105041"/>
                </a:cubicBezTo>
                <a:cubicBezTo>
                  <a:pt x="9517505" y="60169"/>
                  <a:pt x="9487421" y="29320"/>
                  <a:pt x="9443377" y="13640"/>
                </a:cubicBezTo>
                <a:cubicBezTo>
                  <a:pt x="9410616" y="1976"/>
                  <a:pt x="9377281" y="1721"/>
                  <a:pt x="9344264" y="11919"/>
                </a:cubicBezTo>
                <a:cubicBezTo>
                  <a:pt x="9276255" y="33016"/>
                  <a:pt x="9232976" y="96755"/>
                  <a:pt x="9236163" y="169990"/>
                </a:cubicBezTo>
                <a:cubicBezTo>
                  <a:pt x="9239350" y="242461"/>
                  <a:pt x="9290533" y="297594"/>
                  <a:pt x="9374476" y="316397"/>
                </a:cubicBezTo>
                <a:cubicBezTo>
                  <a:pt x="9290660" y="333352"/>
                  <a:pt x="9236355" y="379944"/>
                  <a:pt x="9224627" y="463824"/>
                </a:cubicBezTo>
                <a:cubicBezTo>
                  <a:pt x="9213919" y="540629"/>
                  <a:pt x="9248592" y="598248"/>
                  <a:pt x="9317813" y="639168"/>
                </a:cubicBezTo>
                <a:cubicBezTo>
                  <a:pt x="9266057" y="664026"/>
                  <a:pt x="9230746" y="701377"/>
                  <a:pt x="9211241" y="755873"/>
                </a:cubicBezTo>
                <a:cubicBezTo>
                  <a:pt x="9167135" y="676583"/>
                  <a:pt x="9104097" y="640507"/>
                  <a:pt x="9015946" y="665301"/>
                </a:cubicBezTo>
                <a:cubicBezTo>
                  <a:pt x="8953801" y="682829"/>
                  <a:pt x="8908866" y="740257"/>
                  <a:pt x="8907273" y="804378"/>
                </a:cubicBezTo>
                <a:cubicBezTo>
                  <a:pt x="8905169" y="891954"/>
                  <a:pt x="8951762" y="945048"/>
                  <a:pt x="9038192" y="970799"/>
                </a:cubicBezTo>
                <a:cubicBezTo>
                  <a:pt x="8955905" y="991004"/>
                  <a:pt x="8905233" y="1038361"/>
                  <a:pt x="8893760" y="1118480"/>
                </a:cubicBezTo>
                <a:cubicBezTo>
                  <a:pt x="8882924" y="1194138"/>
                  <a:pt x="8915558" y="1252140"/>
                  <a:pt x="8982611" y="1295036"/>
                </a:cubicBezTo>
                <a:cubicBezTo>
                  <a:pt x="8936848" y="1318300"/>
                  <a:pt x="8904086" y="1352145"/>
                  <a:pt x="8883753" y="1400841"/>
                </a:cubicBezTo>
                <a:cubicBezTo>
                  <a:pt x="8834419" y="1323973"/>
                  <a:pt x="8768322" y="1290956"/>
                  <a:pt x="8681957" y="1321423"/>
                </a:cubicBezTo>
                <a:cubicBezTo>
                  <a:pt x="8617708" y="1344114"/>
                  <a:pt x="8581696" y="1394021"/>
                  <a:pt x="8578956" y="1462413"/>
                </a:cubicBezTo>
                <a:cubicBezTo>
                  <a:pt x="8575705" y="1543169"/>
                  <a:pt x="8618345" y="1595435"/>
                  <a:pt x="8692856" y="1624754"/>
                </a:cubicBezTo>
                <a:cubicBezTo>
                  <a:pt x="8532617" y="1678039"/>
                  <a:pt x="8522675" y="1871167"/>
                  <a:pt x="8647920" y="1951604"/>
                </a:cubicBezTo>
                <a:cubicBezTo>
                  <a:pt x="8605789" y="1974550"/>
                  <a:pt x="8575259" y="2007567"/>
                  <a:pt x="8555691" y="2052502"/>
                </a:cubicBezTo>
                <a:cubicBezTo>
                  <a:pt x="8509162" y="1980095"/>
                  <a:pt x="8446379" y="1949947"/>
                  <a:pt x="8364220" y="1970917"/>
                </a:cubicBezTo>
                <a:cubicBezTo>
                  <a:pt x="8301374" y="1986915"/>
                  <a:pt x="8256629" y="2042304"/>
                  <a:pt x="8248853" y="2108018"/>
                </a:cubicBezTo>
                <a:cubicBezTo>
                  <a:pt x="8240249" y="2180999"/>
                  <a:pt x="8273138" y="2234858"/>
                  <a:pt x="8354277" y="2280494"/>
                </a:cubicBezTo>
                <a:cubicBezTo>
                  <a:pt x="8271799" y="2329509"/>
                  <a:pt x="8271608" y="2323900"/>
                  <a:pt x="8229477" y="2424862"/>
                </a:cubicBezTo>
                <a:cubicBezTo>
                  <a:pt x="8200540" y="2338560"/>
                  <a:pt x="8134889" y="2293051"/>
                  <a:pt x="8058275" y="2306244"/>
                </a:cubicBezTo>
                <a:cubicBezTo>
                  <a:pt x="7983000" y="2319120"/>
                  <a:pt x="7930735" y="2382221"/>
                  <a:pt x="7932392" y="2458133"/>
                </a:cubicBezTo>
                <a:cubicBezTo>
                  <a:pt x="7933921" y="2531432"/>
                  <a:pt x="7989310" y="2593768"/>
                  <a:pt x="8061462" y="2602564"/>
                </a:cubicBezTo>
                <a:cubicBezTo>
                  <a:pt x="8136100" y="2611679"/>
                  <a:pt x="8207998" y="2567891"/>
                  <a:pt x="8228839" y="2483692"/>
                </a:cubicBezTo>
                <a:cubicBezTo>
                  <a:pt x="8239101" y="2506447"/>
                  <a:pt x="8246623" y="2530094"/>
                  <a:pt x="8259626" y="2550235"/>
                </a:cubicBezTo>
                <a:cubicBezTo>
                  <a:pt x="8272628" y="2570440"/>
                  <a:pt x="8291048" y="2587139"/>
                  <a:pt x="8308513" y="2607026"/>
                </a:cubicBezTo>
                <a:cubicBezTo>
                  <a:pt x="8273011" y="2627805"/>
                  <a:pt x="8245348" y="2658463"/>
                  <a:pt x="8226163" y="2699064"/>
                </a:cubicBezTo>
                <a:cubicBezTo>
                  <a:pt x="8177467" y="2629525"/>
                  <a:pt x="8113664" y="2600078"/>
                  <a:pt x="8032843" y="2623917"/>
                </a:cubicBezTo>
                <a:cubicBezTo>
                  <a:pt x="7969615" y="2642592"/>
                  <a:pt x="7930097" y="2687846"/>
                  <a:pt x="7920281" y="2753178"/>
                </a:cubicBezTo>
                <a:cubicBezTo>
                  <a:pt x="7907852" y="2835783"/>
                  <a:pt x="7944757" y="2894677"/>
                  <a:pt x="8021243" y="2934386"/>
                </a:cubicBezTo>
                <a:cubicBezTo>
                  <a:pt x="7990904" y="2947070"/>
                  <a:pt x="7966173" y="2962686"/>
                  <a:pt x="7946095" y="2984803"/>
                </a:cubicBezTo>
                <a:cubicBezTo>
                  <a:pt x="7925954" y="3006920"/>
                  <a:pt x="7912569" y="3032925"/>
                  <a:pt x="7902180" y="3067344"/>
                </a:cubicBezTo>
                <a:cubicBezTo>
                  <a:pt x="7882357" y="3016290"/>
                  <a:pt x="7852719" y="2982254"/>
                  <a:pt x="7806253" y="2964980"/>
                </a:cubicBezTo>
                <a:cubicBezTo>
                  <a:pt x="7774320" y="2953125"/>
                  <a:pt x="7741877" y="2952424"/>
                  <a:pt x="7709435" y="2961857"/>
                </a:cubicBezTo>
                <a:cubicBezTo>
                  <a:pt x="7644676" y="2980724"/>
                  <a:pt x="7599422" y="3042805"/>
                  <a:pt x="7600760" y="3110113"/>
                </a:cubicBezTo>
                <a:cubicBezTo>
                  <a:pt x="7602163" y="3179779"/>
                  <a:pt x="7648054" y="3238354"/>
                  <a:pt x="7715681" y="3255627"/>
                </a:cubicBezTo>
                <a:cubicBezTo>
                  <a:pt x="7755135" y="3265698"/>
                  <a:pt x="7793059" y="3260854"/>
                  <a:pt x="7828689" y="3240904"/>
                </a:cubicBezTo>
                <a:cubicBezTo>
                  <a:pt x="7863363" y="3221464"/>
                  <a:pt x="7885799" y="3191443"/>
                  <a:pt x="7901861" y="3154092"/>
                </a:cubicBezTo>
                <a:cubicBezTo>
                  <a:pt x="7916967" y="3199283"/>
                  <a:pt x="7942526" y="3235868"/>
                  <a:pt x="7984530" y="3263722"/>
                </a:cubicBezTo>
                <a:cubicBezTo>
                  <a:pt x="7945076" y="3288134"/>
                  <a:pt x="7917350" y="3318920"/>
                  <a:pt x="7898802" y="3360796"/>
                </a:cubicBezTo>
                <a:cubicBezTo>
                  <a:pt x="7865466" y="3306745"/>
                  <a:pt x="7819511" y="3275769"/>
                  <a:pt x="7757366" y="3273729"/>
                </a:cubicBezTo>
                <a:cubicBezTo>
                  <a:pt x="7709116" y="3272135"/>
                  <a:pt x="7667431" y="3290364"/>
                  <a:pt x="7633777" y="3326313"/>
                </a:cubicBezTo>
                <a:cubicBezTo>
                  <a:pt x="7572715" y="3391517"/>
                  <a:pt x="7577942" y="3495411"/>
                  <a:pt x="7643847" y="3555707"/>
                </a:cubicBezTo>
                <a:cubicBezTo>
                  <a:pt x="7682154" y="3590763"/>
                  <a:pt x="7727919" y="3604595"/>
                  <a:pt x="7779929" y="3596181"/>
                </a:cubicBezTo>
                <a:cubicBezTo>
                  <a:pt x="7832258" y="3587704"/>
                  <a:pt x="7870183" y="3557683"/>
                  <a:pt x="7898674" y="3511409"/>
                </a:cubicBezTo>
                <a:cubicBezTo>
                  <a:pt x="7917477" y="3553285"/>
                  <a:pt x="7944948" y="3584326"/>
                  <a:pt x="7984339" y="3608164"/>
                </a:cubicBezTo>
                <a:cubicBezTo>
                  <a:pt x="7943610" y="3636273"/>
                  <a:pt x="7917031" y="3671520"/>
                  <a:pt x="7902945" y="3722065"/>
                </a:cubicBezTo>
                <a:cubicBezTo>
                  <a:pt x="7897527" y="3710719"/>
                  <a:pt x="7894340" y="3703580"/>
                  <a:pt x="7890834" y="3696569"/>
                </a:cubicBezTo>
                <a:cubicBezTo>
                  <a:pt x="7862407" y="3639013"/>
                  <a:pt x="7804469" y="3606953"/>
                  <a:pt x="7738244" y="3612052"/>
                </a:cubicBezTo>
                <a:cubicBezTo>
                  <a:pt x="7678585" y="3616641"/>
                  <a:pt x="7625873" y="3659537"/>
                  <a:pt x="7607453" y="3718431"/>
                </a:cubicBezTo>
                <a:cubicBezTo>
                  <a:pt x="7582531" y="3798104"/>
                  <a:pt x="7626001" y="3884087"/>
                  <a:pt x="7706693" y="3909965"/>
                </a:cubicBezTo>
                <a:cubicBezTo>
                  <a:pt x="7779674" y="3933357"/>
                  <a:pt x="7858519" y="3897536"/>
                  <a:pt x="7892364" y="3828826"/>
                </a:cubicBezTo>
                <a:cubicBezTo>
                  <a:pt x="7895360" y="3822835"/>
                  <a:pt x="7898419" y="3816333"/>
                  <a:pt x="7902753" y="3807410"/>
                </a:cubicBezTo>
                <a:cubicBezTo>
                  <a:pt x="7921939" y="3870192"/>
                  <a:pt x="7959162" y="3912132"/>
                  <a:pt x="8019777" y="3937118"/>
                </a:cubicBezTo>
                <a:cubicBezTo>
                  <a:pt x="8012001" y="3941898"/>
                  <a:pt x="8006775" y="3945340"/>
                  <a:pt x="8001293" y="3948463"/>
                </a:cubicBezTo>
                <a:cubicBezTo>
                  <a:pt x="7940742" y="3983264"/>
                  <a:pt x="7909319" y="4047576"/>
                  <a:pt x="7919134" y="4116860"/>
                </a:cubicBezTo>
                <a:cubicBezTo>
                  <a:pt x="7928440" y="4182637"/>
                  <a:pt x="7976690" y="4236815"/>
                  <a:pt x="8043169" y="4251730"/>
                </a:cubicBezTo>
                <a:cubicBezTo>
                  <a:pt x="8110350" y="4266772"/>
                  <a:pt x="8166822" y="4246695"/>
                  <a:pt x="8211121" y="4193601"/>
                </a:cubicBezTo>
                <a:cubicBezTo>
                  <a:pt x="8215518" y="4188310"/>
                  <a:pt x="8219406" y="4182637"/>
                  <a:pt x="8223613" y="4177220"/>
                </a:cubicBezTo>
                <a:cubicBezTo>
                  <a:pt x="8223995" y="4176774"/>
                  <a:pt x="8224888" y="4176646"/>
                  <a:pt x="8227310" y="4175563"/>
                </a:cubicBezTo>
                <a:cubicBezTo>
                  <a:pt x="8245603" y="4213997"/>
                  <a:pt x="8273266" y="4244782"/>
                  <a:pt x="8313548" y="4268111"/>
                </a:cubicBezTo>
                <a:cubicBezTo>
                  <a:pt x="8268358" y="4298450"/>
                  <a:pt x="8242990" y="4338924"/>
                  <a:pt x="8230433" y="4388640"/>
                </a:cubicBezTo>
                <a:cubicBezTo>
                  <a:pt x="8216730" y="4343704"/>
                  <a:pt x="8192063" y="4308648"/>
                  <a:pt x="8150505" y="4287105"/>
                </a:cubicBezTo>
                <a:cubicBezTo>
                  <a:pt x="8118062" y="4270278"/>
                  <a:pt x="8083707" y="4266071"/>
                  <a:pt x="8048077" y="4273848"/>
                </a:cubicBezTo>
                <a:cubicBezTo>
                  <a:pt x="7979877" y="4288698"/>
                  <a:pt x="7930671" y="4351736"/>
                  <a:pt x="7931818" y="4422422"/>
                </a:cubicBezTo>
                <a:cubicBezTo>
                  <a:pt x="7932965" y="4494637"/>
                  <a:pt x="7984020" y="4554870"/>
                  <a:pt x="8054706" y="4567490"/>
                </a:cubicBezTo>
                <a:cubicBezTo>
                  <a:pt x="8134315" y="4581704"/>
                  <a:pt x="8195377" y="4541421"/>
                  <a:pt x="8230943" y="4449255"/>
                </a:cubicBezTo>
                <a:cubicBezTo>
                  <a:pt x="8239675" y="4482845"/>
                  <a:pt x="8251595" y="4512356"/>
                  <a:pt x="8273074" y="4537087"/>
                </a:cubicBezTo>
                <a:cubicBezTo>
                  <a:pt x="8294618" y="4561881"/>
                  <a:pt x="8321133" y="4579345"/>
                  <a:pt x="8353768" y="4591455"/>
                </a:cubicBezTo>
                <a:cubicBezTo>
                  <a:pt x="8277154" y="4629444"/>
                  <a:pt x="8237126" y="4687382"/>
                  <a:pt x="8250065" y="4771962"/>
                </a:cubicBezTo>
                <a:cubicBezTo>
                  <a:pt x="8259562" y="4834299"/>
                  <a:pt x="8305581" y="4885927"/>
                  <a:pt x="8366642" y="4901797"/>
                </a:cubicBezTo>
                <a:cubicBezTo>
                  <a:pt x="8446826" y="4922640"/>
                  <a:pt x="8508460" y="4892300"/>
                  <a:pt x="8554862" y="4821870"/>
                </a:cubicBezTo>
                <a:cubicBezTo>
                  <a:pt x="8575195" y="4865658"/>
                  <a:pt x="8604642" y="4898483"/>
                  <a:pt x="8647155" y="4921493"/>
                </a:cubicBezTo>
                <a:cubicBezTo>
                  <a:pt x="8584501" y="4966110"/>
                  <a:pt x="8552823" y="5024430"/>
                  <a:pt x="8563977" y="5099514"/>
                </a:cubicBezTo>
                <a:cubicBezTo>
                  <a:pt x="8574940" y="5173578"/>
                  <a:pt x="8620577" y="5220808"/>
                  <a:pt x="8694577" y="5245666"/>
                </a:cubicBezTo>
                <a:cubicBezTo>
                  <a:pt x="8610889" y="5280786"/>
                  <a:pt x="8567418" y="5339297"/>
                  <a:pt x="8580740" y="5428722"/>
                </a:cubicBezTo>
                <a:cubicBezTo>
                  <a:pt x="8590365" y="5493417"/>
                  <a:pt x="8630010" y="5537460"/>
                  <a:pt x="8692920" y="5554924"/>
                </a:cubicBezTo>
                <a:cubicBezTo>
                  <a:pt x="8776226" y="5578125"/>
                  <a:pt x="8838180" y="5544025"/>
                  <a:pt x="8884327" y="5471108"/>
                </a:cubicBezTo>
                <a:cubicBezTo>
                  <a:pt x="8904851" y="5519167"/>
                  <a:pt x="8936720" y="5553904"/>
                  <a:pt x="8982675" y="5577233"/>
                </a:cubicBezTo>
                <a:cubicBezTo>
                  <a:pt x="8913710" y="5623570"/>
                  <a:pt x="8880821" y="5685269"/>
                  <a:pt x="8897648" y="5766217"/>
                </a:cubicBezTo>
                <a:cubicBezTo>
                  <a:pt x="8912627" y="5838241"/>
                  <a:pt x="8960558" y="5880946"/>
                  <a:pt x="9034622" y="5900832"/>
                </a:cubicBezTo>
                <a:cubicBezTo>
                  <a:pt x="8940289" y="5935060"/>
                  <a:pt x="8893696" y="5997523"/>
                  <a:pt x="8913647" y="6096573"/>
                </a:cubicBezTo>
                <a:cubicBezTo>
                  <a:pt x="8926075" y="6158399"/>
                  <a:pt x="8980317" y="6206139"/>
                  <a:pt x="9040805" y="6213469"/>
                </a:cubicBezTo>
                <a:cubicBezTo>
                  <a:pt x="9119140" y="6222966"/>
                  <a:pt x="9175293" y="6189694"/>
                  <a:pt x="9211178" y="6120857"/>
                </a:cubicBezTo>
                <a:cubicBezTo>
                  <a:pt x="9225455" y="6142337"/>
                  <a:pt x="9237375" y="6165601"/>
                  <a:pt x="9254329" y="6184404"/>
                </a:cubicBezTo>
                <a:cubicBezTo>
                  <a:pt x="9270838" y="6202761"/>
                  <a:pt x="9292444" y="6216592"/>
                  <a:pt x="9312969" y="6233355"/>
                </a:cubicBezTo>
                <a:cubicBezTo>
                  <a:pt x="9246744" y="6275741"/>
                  <a:pt x="9211816" y="6336803"/>
                  <a:pt x="9228451" y="6417878"/>
                </a:cubicBezTo>
                <a:cubicBezTo>
                  <a:pt x="9244959" y="6498252"/>
                  <a:pt x="9300667" y="6540383"/>
                  <a:pt x="9383272" y="6555043"/>
                </a:cubicBezTo>
                <a:cubicBezTo>
                  <a:pt x="9283011" y="6570021"/>
                  <a:pt x="9242920" y="6640197"/>
                  <a:pt x="9237693" y="6701003"/>
                </a:cubicBezTo>
                <a:cubicBezTo>
                  <a:pt x="9231829" y="6768629"/>
                  <a:pt x="9274916" y="6834981"/>
                  <a:pt x="9340440" y="6858565"/>
                </a:cubicBezTo>
                <a:cubicBezTo>
                  <a:pt x="9380404" y="6872970"/>
                  <a:pt x="9419985" y="6871249"/>
                  <a:pt x="9458739" y="6853848"/>
                </a:cubicBezTo>
                <a:cubicBezTo>
                  <a:pt x="9496663" y="6836830"/>
                  <a:pt x="9522222" y="6807319"/>
                  <a:pt x="9540834" y="6767610"/>
                </a:cubicBezTo>
                <a:cubicBezTo>
                  <a:pt x="9544085" y="6774494"/>
                  <a:pt x="9546124" y="6778190"/>
                  <a:pt x="9547717" y="6782143"/>
                </a:cubicBezTo>
                <a:cubicBezTo>
                  <a:pt x="9563142" y="6820258"/>
                  <a:pt x="9588574" y="6849833"/>
                  <a:pt x="9623184" y="6871886"/>
                </a:cubicBezTo>
                <a:lnTo>
                  <a:pt x="9623120" y="6871886"/>
                </a:lnTo>
                <a:cubicBezTo>
                  <a:pt x="9627964" y="6874945"/>
                  <a:pt x="9631598" y="6879726"/>
                  <a:pt x="9635804" y="6883741"/>
                </a:cubicBezTo>
                <a:lnTo>
                  <a:pt x="1502321" y="6883741"/>
                </a:lnTo>
                <a:lnTo>
                  <a:pt x="0" y="6883741"/>
                </a:lnTo>
                <a:close/>
              </a:path>
            </a:pathLst>
          </a:custGeom>
          <a:gradFill>
            <a:gsLst>
              <a:gs pos="14000">
                <a:schemeClr val="tx1"/>
              </a:gs>
              <a:gs pos="94000">
                <a:srgbClr val="EE0000"/>
              </a:gs>
            </a:gsLst>
            <a:lin ang="3600000" scaled="0"/>
          </a:gradFill>
          <a:ln w="5853" cap="flat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ctr" defTabSz="742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2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reeform: Shape 9">
            <a:extLst>
              <a:ext uri="{FF2B5EF4-FFF2-40B4-BE49-F238E27FC236}">
                <a16:creationId xmlns:a16="http://schemas.microsoft.com/office/drawing/2014/main" id="{657AAAC0-9248-2FEA-45BB-1EA34EA645AF}"/>
              </a:ext>
            </a:extLst>
          </p:cNvPr>
          <p:cNvSpPr>
            <a:spLocks/>
          </p:cNvSpPr>
          <p:nvPr userDrawn="1"/>
        </p:nvSpPr>
        <p:spPr bwMode="auto">
          <a:xfrm>
            <a:off x="9412585" y="213240"/>
            <a:ext cx="197296" cy="182977"/>
          </a:xfrm>
          <a:custGeom>
            <a:avLst/>
            <a:gdLst>
              <a:gd name="T0" fmla="*/ 149037 w 197271"/>
              <a:gd name="T1" fmla="*/ 222150 h 182482"/>
              <a:gd name="T2" fmla="*/ 239746 w 197271"/>
              <a:gd name="T3" fmla="*/ 121356 h 182482"/>
              <a:gd name="T4" fmla="*/ 154383 w 197271"/>
              <a:gd name="T5" fmla="*/ 0 h 182482"/>
              <a:gd name="T6" fmla="*/ 0 w 197271"/>
              <a:gd name="T7" fmla="*/ 125469 h 182482"/>
              <a:gd name="T8" fmla="*/ 149037 w 197271"/>
              <a:gd name="T9" fmla="*/ 222072 h 1824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97271" h="182482">
                <a:moveTo>
                  <a:pt x="122633" y="182483"/>
                </a:moveTo>
                <a:cubicBezTo>
                  <a:pt x="141500" y="148128"/>
                  <a:pt x="164382" y="121167"/>
                  <a:pt x="197271" y="99687"/>
                </a:cubicBezTo>
                <a:cubicBezTo>
                  <a:pt x="163999" y="73682"/>
                  <a:pt x="141053" y="42450"/>
                  <a:pt x="127031" y="0"/>
                </a:cubicBezTo>
                <a:cubicBezTo>
                  <a:pt x="100324" y="58830"/>
                  <a:pt x="59086" y="91465"/>
                  <a:pt x="0" y="103065"/>
                </a:cubicBezTo>
                <a:cubicBezTo>
                  <a:pt x="50354" y="112881"/>
                  <a:pt x="91465" y="137165"/>
                  <a:pt x="122633" y="182419"/>
                </a:cubicBezTo>
                <a:lnTo>
                  <a:pt x="122633" y="182483"/>
                </a:lnTo>
                <a:close/>
              </a:path>
            </a:pathLst>
          </a:custGeom>
          <a:solidFill>
            <a:srgbClr val="061928"/>
          </a:solidFill>
          <a:ln>
            <a:noFill/>
          </a:ln>
          <a:extLst>
            <a:ext uri="{91240B29-F687-4F45-9708-019B960494DF}">
              <a14:hiddenLine xmlns:a14="http://schemas.microsoft.com/office/drawing/2010/main" w="5853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l" defTabSz="742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2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8" name="Title 27"/>
          <p:cNvSpPr>
            <a:spLocks noGrp="1"/>
          </p:cNvSpPr>
          <p:nvPr>
            <p:ph type="title"/>
          </p:nvPr>
        </p:nvSpPr>
        <p:spPr>
          <a:xfrm>
            <a:off x="369984" y="523041"/>
            <a:ext cx="5543426" cy="1199796"/>
          </a:xfrm>
        </p:spPr>
        <p:txBody>
          <a:bodyPr/>
          <a:lstStyle>
            <a:lvl1pPr algn="l">
              <a:defRPr sz="2274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3EBBD4D-6D0C-F23F-E07A-09B688905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013" y="6242378"/>
            <a:ext cx="38527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b="0" i="0" smtClean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742987">
              <a:defRPr/>
            </a:pPr>
            <a:r>
              <a:rPr lang="en-PH" sz="731">
                <a:solidFill>
                  <a:srgbClr val="C5C7C5"/>
                </a:solidFill>
              </a:rPr>
              <a:t>// © 2024 Sutherland Global Services, Inc. All Rights Reserved.	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B841D76-F5FC-0DCD-F70B-5461FE5510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4" y="6236216"/>
            <a:ext cx="365122" cy="371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1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742987">
              <a:defRPr/>
            </a:pPr>
            <a:fld id="{C6CDCA4D-B942-BC47-92B6-393DE0C99508}" type="slidenum">
              <a:rPr lang="en-US" smtClean="0">
                <a:solidFill>
                  <a:srgbClr val="C5C7C5"/>
                </a:solidFill>
              </a:rPr>
              <a:pPr defTabSz="742987">
                <a:defRPr/>
              </a:pPr>
              <a:t>‹#›</a:t>
            </a:fld>
            <a:endParaRPr lang="en-US">
              <a:solidFill>
                <a:srgbClr val="C5C7C5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FA48DFF-5548-3457-2FF4-118C0CE5D0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7036" y="6295505"/>
            <a:ext cx="366617" cy="37371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6866D7-CA73-D803-8832-23C95BFCB81E}"/>
              </a:ext>
            </a:extLst>
          </p:cNvPr>
          <p:cNvCxnSpPr>
            <a:cxnSpLocks/>
          </p:cNvCxnSpPr>
          <p:nvPr userDrawn="1"/>
        </p:nvCxnSpPr>
        <p:spPr>
          <a:xfrm>
            <a:off x="11325902" y="6304106"/>
            <a:ext cx="0" cy="365125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0384110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EEF8213-A476-4E8D-BBCB-D0F3A287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986" y="302454"/>
            <a:ext cx="11485746" cy="942309"/>
          </a:xfrm>
        </p:spPr>
        <p:txBody>
          <a:bodyPr anchor="t">
            <a:normAutofit/>
          </a:bodyPr>
          <a:lstStyle>
            <a:lvl1pPr algn="l">
              <a:defRPr sz="1925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6DA4E71-5DD5-3242-A1D5-074340204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5" y="6236216"/>
            <a:ext cx="365122" cy="371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2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CDCA4D-B942-BC47-92B6-393DE0C99508}" type="slidenum">
              <a:rPr lang="en-US" smtClean="0">
                <a:solidFill>
                  <a:srgbClr val="C5C7C5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C5C7C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4EAF0-8A89-67FF-94FB-24AAC6A4AF3C}"/>
              </a:ext>
            </a:extLst>
          </p:cNvPr>
          <p:cNvSpPr txBox="1"/>
          <p:nvPr userDrawn="1"/>
        </p:nvSpPr>
        <p:spPr>
          <a:xfrm>
            <a:off x="770025" y="6312914"/>
            <a:ext cx="3496720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31">
                <a:solidFill>
                  <a:srgbClr val="C5C7C5"/>
                </a:solidFill>
              </a:rPr>
              <a:t>// © 2024 Sutherland Global Services, Inc. All Rights Reserved.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CECDB-8A90-E137-2C3E-741D8E2353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4443"/>
          <a:stretch/>
        </p:blipFill>
        <p:spPr>
          <a:xfrm>
            <a:off x="11459307" y="6304098"/>
            <a:ext cx="373175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7955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F7CF6-2EF5-9696-F250-31EE34800762}"/>
              </a:ext>
            </a:extLst>
          </p:cNvPr>
          <p:cNvSpPr/>
          <p:nvPr userDrawn="1"/>
        </p:nvSpPr>
        <p:spPr>
          <a:xfrm>
            <a:off x="5" y="45428"/>
            <a:ext cx="12191999" cy="6767144"/>
          </a:xfrm>
          <a:prstGeom prst="rect">
            <a:avLst/>
          </a:prstGeom>
          <a:gradFill flip="none" rotWithShape="1">
            <a:gsLst>
              <a:gs pos="30000">
                <a:schemeClr val="bg1"/>
              </a:gs>
              <a:gs pos="100000">
                <a:schemeClr val="bg1">
                  <a:alpha val="8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23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2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4C6CDC-2CDE-2CD5-F08C-A65EF99EAF2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177024"/>
            <a:ext cx="12192000" cy="4503956"/>
          </a:xfrm>
          <a:custGeom>
            <a:avLst/>
            <a:gdLst>
              <a:gd name="connsiteX0" fmla="*/ 0 w 12192000"/>
              <a:gd name="connsiteY0" fmla="*/ 0 h 4564425"/>
              <a:gd name="connsiteX1" fmla="*/ 12192000 w 12192000"/>
              <a:gd name="connsiteY1" fmla="*/ 0 h 4564425"/>
              <a:gd name="connsiteX2" fmla="*/ 12192000 w 12192000"/>
              <a:gd name="connsiteY2" fmla="*/ 4564425 h 4564425"/>
              <a:gd name="connsiteX3" fmla="*/ 0 w 12192000"/>
              <a:gd name="connsiteY3" fmla="*/ 4564425 h 456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564425">
                <a:moveTo>
                  <a:pt x="0" y="0"/>
                </a:moveTo>
                <a:lnTo>
                  <a:pt x="12192000" y="0"/>
                </a:lnTo>
                <a:lnTo>
                  <a:pt x="12192000" y="4564425"/>
                </a:lnTo>
                <a:lnTo>
                  <a:pt x="0" y="4564425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741479E-32D2-F532-9900-322FE1297950}"/>
              </a:ext>
            </a:extLst>
          </p:cNvPr>
          <p:cNvSpPr/>
          <p:nvPr/>
        </p:nvSpPr>
        <p:spPr>
          <a:xfrm>
            <a:off x="-15877" y="1189409"/>
            <a:ext cx="12192000" cy="4503956"/>
          </a:xfrm>
          <a:prstGeom prst="rect">
            <a:avLst/>
          </a:prstGeom>
          <a:gradFill flip="none" rotWithShape="1">
            <a:gsLst>
              <a:gs pos="9000">
                <a:schemeClr val="accent4">
                  <a:alpha val="84000"/>
                </a:schemeClr>
              </a:gs>
              <a:gs pos="80000">
                <a:schemeClr val="accent1">
                  <a:alpha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337" tIns="36168" rIns="72337" bIns="361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23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2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AA1027-CF11-2F29-3E56-8A6395EEAAE8}"/>
              </a:ext>
            </a:extLst>
          </p:cNvPr>
          <p:cNvGrpSpPr/>
          <p:nvPr userDrawn="1"/>
        </p:nvGrpSpPr>
        <p:grpSpPr>
          <a:xfrm>
            <a:off x="0" y="-15139"/>
            <a:ext cx="12192000" cy="3395959"/>
            <a:chOff x="0" y="-15140"/>
            <a:chExt cx="12192000" cy="3395959"/>
          </a:xfrm>
          <a:solidFill>
            <a:schemeClr val="bg1">
              <a:alpha val="4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2B13104-073F-60F3-6AD0-547EDA35CFAA}"/>
                </a:ext>
              </a:extLst>
            </p:cNvPr>
            <p:cNvSpPr/>
            <p:nvPr/>
          </p:nvSpPr>
          <p:spPr>
            <a:xfrm flipV="1">
              <a:off x="0" y="-15140"/>
              <a:ext cx="12192000" cy="3060593"/>
            </a:xfrm>
            <a:custGeom>
              <a:avLst/>
              <a:gdLst>
                <a:gd name="connsiteX0" fmla="*/ 0 w 12192000"/>
                <a:gd name="connsiteY0" fmla="*/ 3060593 h 3060593"/>
                <a:gd name="connsiteX1" fmla="*/ 12192000 w 12192000"/>
                <a:gd name="connsiteY1" fmla="*/ 3060593 h 3060593"/>
                <a:gd name="connsiteX2" fmla="*/ 12192000 w 12192000"/>
                <a:gd name="connsiteY2" fmla="*/ 0 h 3060593"/>
                <a:gd name="connsiteX3" fmla="*/ 12085412 w 12192000"/>
                <a:gd name="connsiteY3" fmla="*/ 50970 h 3060593"/>
                <a:gd name="connsiteX4" fmla="*/ 7640623 w 12192000"/>
                <a:gd name="connsiteY4" fmla="*/ 2893592 h 3060593"/>
                <a:gd name="connsiteX5" fmla="*/ 1163627 w 12192000"/>
                <a:gd name="connsiteY5" fmla="*/ 2493543 h 3060593"/>
                <a:gd name="connsiteX6" fmla="*/ 107714 w 12192000"/>
                <a:gd name="connsiteY6" fmla="*/ 2883014 h 3060593"/>
                <a:gd name="connsiteX7" fmla="*/ 0 w 12192000"/>
                <a:gd name="connsiteY7" fmla="*/ 2934058 h 3060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3060593">
                  <a:moveTo>
                    <a:pt x="0" y="3060593"/>
                  </a:moveTo>
                  <a:lnTo>
                    <a:pt x="12192000" y="3060593"/>
                  </a:lnTo>
                  <a:lnTo>
                    <a:pt x="12192000" y="0"/>
                  </a:lnTo>
                  <a:lnTo>
                    <a:pt x="12085412" y="50970"/>
                  </a:lnTo>
                  <a:cubicBezTo>
                    <a:pt x="10968257" y="626210"/>
                    <a:pt x="9209072" y="2542756"/>
                    <a:pt x="7640623" y="2893592"/>
                  </a:cubicBezTo>
                  <a:cubicBezTo>
                    <a:pt x="5710226" y="3325392"/>
                    <a:pt x="2713027" y="2106193"/>
                    <a:pt x="1163627" y="2493543"/>
                  </a:cubicBezTo>
                  <a:cubicBezTo>
                    <a:pt x="861010" y="2569197"/>
                    <a:pt x="491416" y="2707347"/>
                    <a:pt x="107714" y="2883014"/>
                  </a:cubicBezTo>
                  <a:lnTo>
                    <a:pt x="0" y="293405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733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4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E92AF48-71E7-8646-A1C0-B205E97B3D2B}"/>
                </a:ext>
              </a:extLst>
            </p:cNvPr>
            <p:cNvSpPr/>
            <p:nvPr/>
          </p:nvSpPr>
          <p:spPr>
            <a:xfrm flipV="1">
              <a:off x="0" y="-15140"/>
              <a:ext cx="12192000" cy="3395959"/>
            </a:xfrm>
            <a:custGeom>
              <a:avLst/>
              <a:gdLst>
                <a:gd name="connsiteX0" fmla="*/ 12192000 w 12192000"/>
                <a:gd name="connsiteY0" fmla="*/ 0 h 3395959"/>
                <a:gd name="connsiteX1" fmla="*/ 12192000 w 12192000"/>
                <a:gd name="connsiteY1" fmla="*/ 3395959 h 3395959"/>
                <a:gd name="connsiteX2" fmla="*/ 0 w 12192000"/>
                <a:gd name="connsiteY2" fmla="*/ 3395959 h 3395959"/>
                <a:gd name="connsiteX3" fmla="*/ 0 w 12192000"/>
                <a:gd name="connsiteY3" fmla="*/ 2934058 h 3395959"/>
                <a:gd name="connsiteX4" fmla="*/ 107714 w 12192000"/>
                <a:gd name="connsiteY4" fmla="*/ 2883014 h 3395959"/>
                <a:gd name="connsiteX5" fmla="*/ 1163627 w 12192000"/>
                <a:gd name="connsiteY5" fmla="*/ 2493543 h 3395959"/>
                <a:gd name="connsiteX6" fmla="*/ 7640623 w 12192000"/>
                <a:gd name="connsiteY6" fmla="*/ 2893592 h 3395959"/>
                <a:gd name="connsiteX7" fmla="*/ 12085412 w 12192000"/>
                <a:gd name="connsiteY7" fmla="*/ 50970 h 3395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3395959">
                  <a:moveTo>
                    <a:pt x="12192000" y="0"/>
                  </a:moveTo>
                  <a:lnTo>
                    <a:pt x="12192000" y="3395959"/>
                  </a:lnTo>
                  <a:lnTo>
                    <a:pt x="0" y="3395959"/>
                  </a:lnTo>
                  <a:lnTo>
                    <a:pt x="0" y="2934058"/>
                  </a:lnTo>
                  <a:lnTo>
                    <a:pt x="107714" y="2883014"/>
                  </a:lnTo>
                  <a:cubicBezTo>
                    <a:pt x="491416" y="2707347"/>
                    <a:pt x="861010" y="2569197"/>
                    <a:pt x="1163627" y="2493543"/>
                  </a:cubicBezTo>
                  <a:cubicBezTo>
                    <a:pt x="2713027" y="2106193"/>
                    <a:pt x="5710226" y="3325392"/>
                    <a:pt x="7640623" y="2893592"/>
                  </a:cubicBezTo>
                  <a:cubicBezTo>
                    <a:pt x="9209072" y="2542756"/>
                    <a:pt x="10968257" y="626210"/>
                    <a:pt x="12085412" y="5097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33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4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B2FDD62-50AB-9DF8-EFD9-FB8ED44FA29D}"/>
              </a:ext>
            </a:extLst>
          </p:cNvPr>
          <p:cNvSpPr/>
          <p:nvPr userDrawn="1"/>
        </p:nvSpPr>
        <p:spPr>
          <a:xfrm>
            <a:off x="5" y="2736364"/>
            <a:ext cx="10737129" cy="1385279"/>
          </a:xfrm>
          <a:custGeom>
            <a:avLst/>
            <a:gdLst>
              <a:gd name="connsiteX0" fmla="*/ 0 w 6027598"/>
              <a:gd name="connsiteY0" fmla="*/ 0 h 1340458"/>
              <a:gd name="connsiteX1" fmla="*/ 5359400 w 6027598"/>
              <a:gd name="connsiteY1" fmla="*/ 0 h 1340458"/>
              <a:gd name="connsiteX2" fmla="*/ 5359400 w 6027598"/>
              <a:gd name="connsiteY2" fmla="*/ 2032 h 1340458"/>
              <a:gd name="connsiteX3" fmla="*/ 5359401 w 6027598"/>
              <a:gd name="connsiteY3" fmla="*/ 2032 h 1340458"/>
              <a:gd name="connsiteX4" fmla="*/ 5482819 w 6027598"/>
              <a:gd name="connsiteY4" fmla="*/ 53153 h 1340458"/>
              <a:gd name="connsiteX5" fmla="*/ 5976477 w 6027598"/>
              <a:gd name="connsiteY5" fmla="*/ 546812 h 1340458"/>
              <a:gd name="connsiteX6" fmla="*/ 5976477 w 6027598"/>
              <a:gd name="connsiteY6" fmla="*/ 793647 h 1340458"/>
              <a:gd name="connsiteX7" fmla="*/ 5482819 w 6027598"/>
              <a:gd name="connsiteY7" fmla="*/ 1287305 h 1340458"/>
              <a:gd name="connsiteX8" fmla="*/ 5359401 w 6027598"/>
              <a:gd name="connsiteY8" fmla="*/ 1338426 h 1340458"/>
              <a:gd name="connsiteX9" fmla="*/ 5359400 w 6027598"/>
              <a:gd name="connsiteY9" fmla="*/ 1338426 h 1340458"/>
              <a:gd name="connsiteX10" fmla="*/ 5359400 w 6027598"/>
              <a:gd name="connsiteY10" fmla="*/ 1340458 h 1340458"/>
              <a:gd name="connsiteX11" fmla="*/ 0 w 6027598"/>
              <a:gd name="connsiteY11" fmla="*/ 1340458 h 1340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27598" h="1340458">
                <a:moveTo>
                  <a:pt x="0" y="0"/>
                </a:moveTo>
                <a:lnTo>
                  <a:pt x="5359400" y="0"/>
                </a:lnTo>
                <a:lnTo>
                  <a:pt x="5359400" y="2032"/>
                </a:lnTo>
                <a:lnTo>
                  <a:pt x="5359401" y="2032"/>
                </a:lnTo>
                <a:cubicBezTo>
                  <a:pt x="5404070" y="2032"/>
                  <a:pt x="5448738" y="19073"/>
                  <a:pt x="5482819" y="53153"/>
                </a:cubicBezTo>
                <a:lnTo>
                  <a:pt x="5976477" y="546812"/>
                </a:lnTo>
                <a:cubicBezTo>
                  <a:pt x="6044639" y="614973"/>
                  <a:pt x="6044639" y="725485"/>
                  <a:pt x="5976477" y="793647"/>
                </a:cubicBezTo>
                <a:lnTo>
                  <a:pt x="5482819" y="1287305"/>
                </a:lnTo>
                <a:cubicBezTo>
                  <a:pt x="5448738" y="1321386"/>
                  <a:pt x="5404070" y="1338426"/>
                  <a:pt x="5359401" y="1338426"/>
                </a:cubicBezTo>
                <a:lnTo>
                  <a:pt x="5359400" y="1338426"/>
                </a:lnTo>
                <a:lnTo>
                  <a:pt x="5359400" y="1340458"/>
                </a:lnTo>
                <a:lnTo>
                  <a:pt x="0" y="1340458"/>
                </a:lnTo>
                <a:close/>
              </a:path>
            </a:pathLst>
          </a:custGeom>
          <a:gradFill>
            <a:gsLst>
              <a:gs pos="0">
                <a:srgbClr val="44546A">
                  <a:lumMod val="75000"/>
                </a:srgbClr>
              </a:gs>
              <a:gs pos="5000">
                <a:srgbClr val="44546A"/>
              </a:gs>
              <a:gs pos="18000">
                <a:srgbClr val="44546A">
                  <a:lumMod val="75000"/>
                </a:srgbClr>
              </a:gs>
              <a:gs pos="100000">
                <a:srgbClr val="44546A">
                  <a:lumMod val="5000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723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4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5E8CE25-4CAF-5AC7-8B0D-86A092065752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369985" y="6236216"/>
            <a:ext cx="365122" cy="371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2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CDCA4D-B942-BC47-92B6-393DE0C99508}" type="slidenum">
              <a:rPr lang="en-US" smtClean="0">
                <a:solidFill>
                  <a:srgbClr val="C5C7C5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C5C7C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AF972-E25A-2902-B2FA-72512B2D58C9}"/>
              </a:ext>
            </a:extLst>
          </p:cNvPr>
          <p:cNvSpPr txBox="1"/>
          <p:nvPr userDrawn="1"/>
        </p:nvSpPr>
        <p:spPr>
          <a:xfrm>
            <a:off x="770025" y="6312914"/>
            <a:ext cx="3496720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31">
                <a:solidFill>
                  <a:srgbClr val="C5C7C5"/>
                </a:solidFill>
              </a:rPr>
              <a:t>// © 2024 Sutherland Global Services, Inc. All Rights Reserved. 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2D692E27-92CB-743A-19BA-8BDBDF4929E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58254" y="2753091"/>
            <a:ext cx="5784850" cy="1325563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2532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F9A0EA-D816-B09C-B6F0-C47D81730D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84443"/>
          <a:stretch/>
        </p:blipFill>
        <p:spPr>
          <a:xfrm>
            <a:off x="11459307" y="6304098"/>
            <a:ext cx="373175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75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9">
          <p15:clr>
            <a:srgbClr val="FBAE40"/>
          </p15:clr>
        </p15:guide>
        <p15:guide id="2" pos="253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EEF8213-A476-4E8D-BBCB-D0F3A287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986" y="295700"/>
            <a:ext cx="11485746" cy="942309"/>
          </a:xfrm>
        </p:spPr>
        <p:txBody>
          <a:bodyPr anchor="t">
            <a:normAutofit/>
          </a:bodyPr>
          <a:lstStyle>
            <a:lvl1pPr algn="l">
              <a:defRPr sz="1925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CBC37DB-0D1C-91B3-963F-43C103CE29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0169" y="934701"/>
            <a:ext cx="11485562" cy="306389"/>
          </a:xfrm>
        </p:spPr>
        <p:txBody>
          <a:bodyPr anchor="ctr">
            <a:noAutofit/>
          </a:bodyPr>
          <a:lstStyle>
            <a:lvl1pPr marL="0" indent="0" algn="l">
              <a:buNone/>
              <a:defRPr sz="1433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3D3C9B1-AF19-6394-CDC5-AF94371DF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5" y="6236216"/>
            <a:ext cx="365122" cy="371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2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CDCA4D-B942-BC47-92B6-393DE0C99508}" type="slidenum">
              <a:rPr lang="en-US" smtClean="0">
                <a:solidFill>
                  <a:srgbClr val="C5C7C5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C5C7C5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1E38FC-EB4B-2885-C2AA-B23E01DF28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8902" y="6233777"/>
            <a:ext cx="366617" cy="373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3729FE-372F-9353-E418-F2700652A2BE}"/>
              </a:ext>
            </a:extLst>
          </p:cNvPr>
          <p:cNvSpPr txBox="1"/>
          <p:nvPr userDrawn="1"/>
        </p:nvSpPr>
        <p:spPr>
          <a:xfrm>
            <a:off x="770025" y="6312914"/>
            <a:ext cx="3496720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31">
                <a:solidFill>
                  <a:srgbClr val="C5C7C5"/>
                </a:solidFill>
              </a:rPr>
              <a:t>// © 2024 Sutherland Global Services,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9030617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925687-EBE1-E938-AE51-7591CEE7C550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1513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43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6DA4E71-5DD5-3242-A1D5-074340204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5" y="6236216"/>
            <a:ext cx="365122" cy="371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2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CDCA4D-B942-BC47-92B6-393DE0C99508}" type="slidenum">
              <a:rPr lang="en-US" smtClean="0">
                <a:solidFill>
                  <a:srgbClr val="C5C7C5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C5C7C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7B5FC1-2F71-4DE4-EDA6-083500C5B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8902" y="6233777"/>
            <a:ext cx="366617" cy="37371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6F6DB99-CFC1-DC36-7FE6-D9E196933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986" y="302454"/>
            <a:ext cx="11485746" cy="942309"/>
          </a:xfrm>
        </p:spPr>
        <p:txBody>
          <a:bodyPr anchor="t">
            <a:normAutofit/>
          </a:bodyPr>
          <a:lstStyle>
            <a:lvl1pPr algn="ctr">
              <a:defRPr sz="1925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E337EE-2894-A8E7-5D8C-2AEDF5F2B80C}"/>
              </a:ext>
            </a:extLst>
          </p:cNvPr>
          <p:cNvSpPr txBox="1"/>
          <p:nvPr userDrawn="1"/>
        </p:nvSpPr>
        <p:spPr>
          <a:xfrm>
            <a:off x="770025" y="6312914"/>
            <a:ext cx="3496720" cy="2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731">
                <a:solidFill>
                  <a:srgbClr val="C5C7C5"/>
                </a:solidFill>
              </a:rPr>
              <a:t>// © 2024 Sutherland Global Services,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6055329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AA82B7-3DE8-5460-E8F1-6FBEC626E1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965" y="730372"/>
            <a:ext cx="5322075" cy="15827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09A231-E592-D64A-17F1-796B4D5F7C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948083" y="5700714"/>
            <a:ext cx="4295836" cy="65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674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_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D57555-2330-F84D-DD3C-314C67BCA123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bg1">
                  <a:lumMod val="0"/>
                  <a:lumOff val="100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43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22E106-3610-3F72-E995-5606B14A73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084" y="5700714"/>
            <a:ext cx="4295834" cy="655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B08F47-DC61-97FF-EB9E-2BE9BE2713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965" y="730372"/>
            <a:ext cx="5322075" cy="158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105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0B7FF5-8890-CC08-31F0-5F526709D268}"/>
              </a:ext>
            </a:extLst>
          </p:cNvPr>
          <p:cNvSpPr/>
          <p:nvPr userDrawn="1"/>
        </p:nvSpPr>
        <p:spPr>
          <a:xfrm>
            <a:off x="5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pic>
        <p:nvPicPr>
          <p:cNvPr id="10" name="Google Shape;333;p71">
            <a:extLst>
              <a:ext uri="{FF2B5EF4-FFF2-40B4-BE49-F238E27FC236}">
                <a16:creationId xmlns:a16="http://schemas.microsoft.com/office/drawing/2014/main" id="{2F608837-4565-C4F2-32AF-81A7B493906C}"/>
              </a:ext>
            </a:extLst>
          </p:cNvPr>
          <p:cNvPicPr preferRelativeResize="0"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265" y="1114818"/>
            <a:ext cx="2187190" cy="48528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3A8B8FC0-9D22-AF61-7DFC-1C5CDA060384}"/>
              </a:ext>
            </a:extLst>
          </p:cNvPr>
          <p:cNvSpPr/>
          <p:nvPr userDrawn="1"/>
        </p:nvSpPr>
        <p:spPr>
          <a:xfrm>
            <a:off x="5205835" y="-107004"/>
            <a:ext cx="6986164" cy="6965004"/>
          </a:xfrm>
          <a:custGeom>
            <a:avLst/>
            <a:gdLst>
              <a:gd name="connsiteX0" fmla="*/ 0 w 6986164"/>
              <a:gd name="connsiteY0" fmla="*/ 0 h 6858000"/>
              <a:gd name="connsiteX1" fmla="*/ 6986164 w 6986164"/>
              <a:gd name="connsiteY1" fmla="*/ 0 h 6858000"/>
              <a:gd name="connsiteX2" fmla="*/ 6986164 w 6986164"/>
              <a:gd name="connsiteY2" fmla="*/ 6858000 h 6858000"/>
              <a:gd name="connsiteX3" fmla="*/ 0 w 6986164"/>
              <a:gd name="connsiteY3" fmla="*/ 6858000 h 6858000"/>
              <a:gd name="connsiteX4" fmla="*/ 0 w 6986164"/>
              <a:gd name="connsiteY4" fmla="*/ 0 h 6858000"/>
              <a:gd name="connsiteX0" fmla="*/ 2114550 w 6986164"/>
              <a:gd name="connsiteY0" fmla="*/ 19050 h 6858000"/>
              <a:gd name="connsiteX1" fmla="*/ 6986164 w 6986164"/>
              <a:gd name="connsiteY1" fmla="*/ 0 h 6858000"/>
              <a:gd name="connsiteX2" fmla="*/ 6986164 w 6986164"/>
              <a:gd name="connsiteY2" fmla="*/ 6858000 h 6858000"/>
              <a:gd name="connsiteX3" fmla="*/ 0 w 6986164"/>
              <a:gd name="connsiteY3" fmla="*/ 6858000 h 6858000"/>
              <a:gd name="connsiteX4" fmla="*/ 2114550 w 6986164"/>
              <a:gd name="connsiteY4" fmla="*/ 19050 h 6858000"/>
              <a:gd name="connsiteX0" fmla="*/ 3457575 w 8329189"/>
              <a:gd name="connsiteY0" fmla="*/ 19050 h 6858000"/>
              <a:gd name="connsiteX1" fmla="*/ 8329189 w 8329189"/>
              <a:gd name="connsiteY1" fmla="*/ 0 h 6858000"/>
              <a:gd name="connsiteX2" fmla="*/ 8329189 w 8329189"/>
              <a:gd name="connsiteY2" fmla="*/ 6858000 h 6858000"/>
              <a:gd name="connsiteX3" fmla="*/ 0 w 8329189"/>
              <a:gd name="connsiteY3" fmla="*/ 6858000 h 6858000"/>
              <a:gd name="connsiteX4" fmla="*/ 3457575 w 8329189"/>
              <a:gd name="connsiteY4" fmla="*/ 19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189" h="6858000">
                <a:moveTo>
                  <a:pt x="3457575" y="19050"/>
                </a:moveTo>
                <a:lnTo>
                  <a:pt x="8329189" y="0"/>
                </a:lnTo>
                <a:lnTo>
                  <a:pt x="8329189" y="6858000"/>
                </a:lnTo>
                <a:lnTo>
                  <a:pt x="0" y="6858000"/>
                </a:lnTo>
                <a:lnTo>
                  <a:pt x="3457575" y="19050"/>
                </a:lnTo>
                <a:close/>
              </a:path>
            </a:pathLst>
          </a:custGeom>
          <a:gradFill>
            <a:gsLst>
              <a:gs pos="0">
                <a:srgbClr val="D52B1E"/>
              </a:gs>
              <a:gs pos="79000">
                <a:srgbClr val="A52117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/>
          </a:p>
        </p:txBody>
      </p:sp>
      <p:pic>
        <p:nvPicPr>
          <p:cNvPr id="12" name="Picture 11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70FD6998-6616-870B-E228-B5F93D3116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720" y="1181062"/>
            <a:ext cx="2739762" cy="41903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5A11D5-F392-02B2-8F8E-E0F190B2AA90}"/>
              </a:ext>
            </a:extLst>
          </p:cNvPr>
          <p:cNvCxnSpPr/>
          <p:nvPr userDrawn="1"/>
        </p:nvCxnSpPr>
        <p:spPr>
          <a:xfrm>
            <a:off x="3161489" y="1241978"/>
            <a:ext cx="0" cy="358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9477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4799691-593E-9900-26B6-B2FE1AD46DC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840"/>
          <a:stretch>
            <a:fillRect/>
          </a:stretch>
        </p:blipFill>
        <p:spPr bwMode="auto">
          <a:xfrm>
            <a:off x="4602604" y="-12968"/>
            <a:ext cx="7589398" cy="6883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478BFEB-3532-5E68-4E0C-2D805E3B423B}"/>
              </a:ext>
            </a:extLst>
          </p:cNvPr>
          <p:cNvSpPr>
            <a:spLocks/>
          </p:cNvSpPr>
          <p:nvPr userDrawn="1"/>
        </p:nvSpPr>
        <p:spPr>
          <a:xfrm>
            <a:off x="2" y="-12968"/>
            <a:ext cx="13390174" cy="6883935"/>
          </a:xfrm>
          <a:custGeom>
            <a:avLst/>
            <a:gdLst>
              <a:gd name="connsiteX0" fmla="*/ 8409028 w 13390131"/>
              <a:gd name="connsiteY0" fmla="*/ 6677356 h 6883741"/>
              <a:gd name="connsiteX1" fmla="*/ 8374801 w 13390131"/>
              <a:gd name="connsiteY1" fmla="*/ 6712922 h 6883741"/>
              <a:gd name="connsiteX2" fmla="*/ 8411132 w 13390131"/>
              <a:gd name="connsiteY2" fmla="*/ 6746258 h 6883741"/>
              <a:gd name="connsiteX3" fmla="*/ 8443639 w 13390131"/>
              <a:gd name="connsiteY3" fmla="*/ 6709671 h 6883741"/>
              <a:gd name="connsiteX4" fmla="*/ 8409028 w 13390131"/>
              <a:gd name="connsiteY4" fmla="*/ 6677356 h 6883741"/>
              <a:gd name="connsiteX5" fmla="*/ 8736389 w 13390131"/>
              <a:gd name="connsiteY5" fmla="*/ 6629553 h 6883741"/>
              <a:gd name="connsiteX6" fmla="*/ 8654677 w 13390131"/>
              <a:gd name="connsiteY6" fmla="*/ 6711329 h 6883741"/>
              <a:gd name="connsiteX7" fmla="*/ 8737537 w 13390131"/>
              <a:gd name="connsiteY7" fmla="*/ 6794571 h 6883741"/>
              <a:gd name="connsiteX8" fmla="*/ 8819760 w 13390131"/>
              <a:gd name="connsiteY8" fmla="*/ 6711329 h 6883741"/>
              <a:gd name="connsiteX9" fmla="*/ 8736389 w 13390131"/>
              <a:gd name="connsiteY9" fmla="*/ 6629553 h 6883741"/>
              <a:gd name="connsiteX10" fmla="*/ 9065790 w 13390131"/>
              <a:gd name="connsiteY10" fmla="*/ 6587868 h 6883741"/>
              <a:gd name="connsiteX11" fmla="*/ 8941946 w 13390131"/>
              <a:gd name="connsiteY11" fmla="*/ 6711202 h 6883741"/>
              <a:gd name="connsiteX12" fmla="*/ 9064388 w 13390131"/>
              <a:gd name="connsiteY12" fmla="*/ 6836193 h 6883741"/>
              <a:gd name="connsiteX13" fmla="*/ 9064452 w 13390131"/>
              <a:gd name="connsiteY13" fmla="*/ 6836256 h 6883741"/>
              <a:gd name="connsiteX14" fmla="*/ 9190017 w 13390131"/>
              <a:gd name="connsiteY14" fmla="*/ 6711456 h 6883741"/>
              <a:gd name="connsiteX15" fmla="*/ 9065790 w 13390131"/>
              <a:gd name="connsiteY15" fmla="*/ 6587868 h 6883741"/>
              <a:gd name="connsiteX16" fmla="*/ 8084663 w 13390131"/>
              <a:gd name="connsiteY16" fmla="*/ 6370265 h 6883741"/>
              <a:gd name="connsiteX17" fmla="*/ 8067709 w 13390131"/>
              <a:gd name="connsiteY17" fmla="*/ 6385307 h 6883741"/>
              <a:gd name="connsiteX18" fmla="*/ 8082879 w 13390131"/>
              <a:gd name="connsiteY18" fmla="*/ 6402007 h 6883741"/>
              <a:gd name="connsiteX19" fmla="*/ 8099387 w 13390131"/>
              <a:gd name="connsiteY19" fmla="*/ 6387092 h 6883741"/>
              <a:gd name="connsiteX20" fmla="*/ 8084663 w 13390131"/>
              <a:gd name="connsiteY20" fmla="*/ 6370265 h 6883741"/>
              <a:gd name="connsiteX21" fmla="*/ 8408901 w 13390131"/>
              <a:gd name="connsiteY21" fmla="*/ 6328453 h 6883741"/>
              <a:gd name="connsiteX22" fmla="*/ 8351600 w 13390131"/>
              <a:gd name="connsiteY22" fmla="*/ 6387283 h 6883741"/>
              <a:gd name="connsiteX23" fmla="*/ 8411259 w 13390131"/>
              <a:gd name="connsiteY23" fmla="*/ 6443628 h 6883741"/>
              <a:gd name="connsiteX24" fmla="*/ 8411259 w 13390131"/>
              <a:gd name="connsiteY24" fmla="*/ 6443564 h 6883741"/>
              <a:gd name="connsiteX25" fmla="*/ 8466966 w 13390131"/>
              <a:gd name="connsiteY25" fmla="*/ 6386072 h 6883741"/>
              <a:gd name="connsiteX26" fmla="*/ 8408901 w 13390131"/>
              <a:gd name="connsiteY26" fmla="*/ 6328453 h 6883741"/>
              <a:gd name="connsiteX27" fmla="*/ 8737473 w 13390131"/>
              <a:gd name="connsiteY27" fmla="*/ 6282306 h 6883741"/>
              <a:gd name="connsiteX28" fmla="*/ 8633770 w 13390131"/>
              <a:gd name="connsiteY28" fmla="*/ 6387411 h 6883741"/>
              <a:gd name="connsiteX29" fmla="*/ 8737792 w 13390131"/>
              <a:gd name="connsiteY29" fmla="*/ 6489838 h 6883741"/>
              <a:gd name="connsiteX30" fmla="*/ 8737855 w 13390131"/>
              <a:gd name="connsiteY30" fmla="*/ 6489838 h 6883741"/>
              <a:gd name="connsiteX31" fmla="*/ 8841813 w 13390131"/>
              <a:gd name="connsiteY31" fmla="*/ 6384797 h 6883741"/>
              <a:gd name="connsiteX32" fmla="*/ 8737473 w 13390131"/>
              <a:gd name="connsiteY32" fmla="*/ 6282306 h 6883741"/>
              <a:gd name="connsiteX33" fmla="*/ 9063750 w 13390131"/>
              <a:gd name="connsiteY33" fmla="*/ 6242215 h 6883741"/>
              <a:gd name="connsiteX34" fmla="*/ 8924418 w 13390131"/>
              <a:gd name="connsiteY34" fmla="*/ 6385626 h 6883741"/>
              <a:gd name="connsiteX35" fmla="*/ 9067384 w 13390131"/>
              <a:gd name="connsiteY35" fmla="*/ 6525341 h 6883741"/>
              <a:gd name="connsiteX36" fmla="*/ 9067320 w 13390131"/>
              <a:gd name="connsiteY36" fmla="*/ 6525277 h 6883741"/>
              <a:gd name="connsiteX37" fmla="*/ 9206908 w 13390131"/>
              <a:gd name="connsiteY37" fmla="*/ 6381993 h 6883741"/>
              <a:gd name="connsiteX38" fmla="*/ 9063750 w 13390131"/>
              <a:gd name="connsiteY38" fmla="*/ 6242215 h 6883741"/>
              <a:gd name="connsiteX39" fmla="*/ 8081222 w 13390131"/>
              <a:gd name="connsiteY39" fmla="*/ 6021616 h 6883741"/>
              <a:gd name="connsiteX40" fmla="*/ 8044826 w 13390131"/>
              <a:gd name="connsiteY40" fmla="*/ 6058457 h 6883741"/>
              <a:gd name="connsiteX41" fmla="*/ 8081795 w 13390131"/>
              <a:gd name="connsiteY41" fmla="*/ 6094597 h 6883741"/>
              <a:gd name="connsiteX42" fmla="*/ 8081859 w 13390131"/>
              <a:gd name="connsiteY42" fmla="*/ 6094597 h 6883741"/>
              <a:gd name="connsiteX43" fmla="*/ 8117680 w 13390131"/>
              <a:gd name="connsiteY43" fmla="*/ 6057883 h 6883741"/>
              <a:gd name="connsiteX44" fmla="*/ 8081222 w 13390131"/>
              <a:gd name="connsiteY44" fmla="*/ 6021616 h 6883741"/>
              <a:gd name="connsiteX45" fmla="*/ 8408519 w 13390131"/>
              <a:gd name="connsiteY45" fmla="*/ 5974386 h 6883741"/>
              <a:gd name="connsiteX46" fmla="*/ 8325085 w 13390131"/>
              <a:gd name="connsiteY46" fmla="*/ 6059732 h 6883741"/>
              <a:gd name="connsiteX47" fmla="*/ 8411706 w 13390131"/>
              <a:gd name="connsiteY47" fmla="*/ 6141954 h 6883741"/>
              <a:gd name="connsiteX48" fmla="*/ 8411706 w 13390131"/>
              <a:gd name="connsiteY48" fmla="*/ 6142018 h 6883741"/>
              <a:gd name="connsiteX49" fmla="*/ 8493546 w 13390131"/>
              <a:gd name="connsiteY49" fmla="*/ 6057756 h 6883741"/>
              <a:gd name="connsiteX50" fmla="*/ 8408519 w 13390131"/>
              <a:gd name="connsiteY50" fmla="*/ 5974386 h 6883741"/>
              <a:gd name="connsiteX51" fmla="*/ 8736900 w 13390131"/>
              <a:gd name="connsiteY51" fmla="*/ 5932765 h 6883741"/>
              <a:gd name="connsiteX52" fmla="*/ 8612163 w 13390131"/>
              <a:gd name="connsiteY52" fmla="*/ 6058266 h 6883741"/>
              <a:gd name="connsiteX53" fmla="*/ 8737218 w 13390131"/>
              <a:gd name="connsiteY53" fmla="*/ 6183512 h 6883741"/>
              <a:gd name="connsiteX54" fmla="*/ 8737282 w 13390131"/>
              <a:gd name="connsiteY54" fmla="*/ 6183512 h 6883741"/>
              <a:gd name="connsiteX55" fmla="*/ 8863676 w 13390131"/>
              <a:gd name="connsiteY55" fmla="*/ 6056736 h 6883741"/>
              <a:gd name="connsiteX56" fmla="*/ 8736900 w 13390131"/>
              <a:gd name="connsiteY56" fmla="*/ 5932765 h 6883741"/>
              <a:gd name="connsiteX57" fmla="*/ 7756601 w 13390131"/>
              <a:gd name="connsiteY57" fmla="*/ 5710127 h 6883741"/>
              <a:gd name="connsiteX58" fmla="*/ 7736204 w 13390131"/>
              <a:gd name="connsiteY58" fmla="*/ 5729886 h 6883741"/>
              <a:gd name="connsiteX59" fmla="*/ 7756155 w 13390131"/>
              <a:gd name="connsiteY59" fmla="*/ 5750027 h 6883741"/>
              <a:gd name="connsiteX60" fmla="*/ 7775595 w 13390131"/>
              <a:gd name="connsiteY60" fmla="*/ 5729249 h 6883741"/>
              <a:gd name="connsiteX61" fmla="*/ 7756601 w 13390131"/>
              <a:gd name="connsiteY61" fmla="*/ 5710127 h 6883741"/>
              <a:gd name="connsiteX62" fmla="*/ 8081604 w 13390131"/>
              <a:gd name="connsiteY62" fmla="*/ 5667168 h 6883741"/>
              <a:gd name="connsiteX63" fmla="*/ 8018120 w 13390131"/>
              <a:gd name="connsiteY63" fmla="*/ 5731161 h 6883741"/>
              <a:gd name="connsiteX64" fmla="*/ 8081476 w 13390131"/>
              <a:gd name="connsiteY64" fmla="*/ 5792987 h 6883741"/>
              <a:gd name="connsiteX65" fmla="*/ 8144705 w 13390131"/>
              <a:gd name="connsiteY65" fmla="*/ 5731288 h 6883741"/>
              <a:gd name="connsiteX66" fmla="*/ 8081604 w 13390131"/>
              <a:gd name="connsiteY66" fmla="*/ 5667168 h 6883741"/>
              <a:gd name="connsiteX67" fmla="*/ 8409985 w 13390131"/>
              <a:gd name="connsiteY67" fmla="*/ 5622168 h 6883741"/>
              <a:gd name="connsiteX68" fmla="*/ 8301310 w 13390131"/>
              <a:gd name="connsiteY68" fmla="*/ 5729631 h 6883741"/>
              <a:gd name="connsiteX69" fmla="*/ 8409028 w 13390131"/>
              <a:gd name="connsiteY69" fmla="*/ 5837859 h 6883741"/>
              <a:gd name="connsiteX70" fmla="*/ 8409028 w 13390131"/>
              <a:gd name="connsiteY70" fmla="*/ 5837922 h 6883741"/>
              <a:gd name="connsiteX71" fmla="*/ 8517002 w 13390131"/>
              <a:gd name="connsiteY71" fmla="*/ 5730587 h 6883741"/>
              <a:gd name="connsiteX72" fmla="*/ 8409985 w 13390131"/>
              <a:gd name="connsiteY72" fmla="*/ 5622168 h 6883741"/>
              <a:gd name="connsiteX73" fmla="*/ 8737537 w 13390131"/>
              <a:gd name="connsiteY73" fmla="*/ 5585710 h 6883741"/>
              <a:gd name="connsiteX74" fmla="*/ 8593743 w 13390131"/>
              <a:gd name="connsiteY74" fmla="*/ 5730651 h 6883741"/>
              <a:gd name="connsiteX75" fmla="*/ 8738811 w 13390131"/>
              <a:gd name="connsiteY75" fmla="*/ 5874190 h 6883741"/>
              <a:gd name="connsiteX76" fmla="*/ 8881969 w 13390131"/>
              <a:gd name="connsiteY76" fmla="*/ 5730523 h 6883741"/>
              <a:gd name="connsiteX77" fmla="*/ 8737537 w 13390131"/>
              <a:gd name="connsiteY77" fmla="*/ 5585710 h 6883741"/>
              <a:gd name="connsiteX78" fmla="*/ 7754689 w 13390131"/>
              <a:gd name="connsiteY78" fmla="*/ 5360586 h 6883741"/>
              <a:gd name="connsiteX79" fmla="*/ 7714024 w 13390131"/>
              <a:gd name="connsiteY79" fmla="*/ 5402016 h 6883741"/>
              <a:gd name="connsiteX80" fmla="*/ 7756856 w 13390131"/>
              <a:gd name="connsiteY80" fmla="*/ 5443446 h 6883741"/>
              <a:gd name="connsiteX81" fmla="*/ 7756919 w 13390131"/>
              <a:gd name="connsiteY81" fmla="*/ 5443446 h 6883741"/>
              <a:gd name="connsiteX82" fmla="*/ 7797011 w 13390131"/>
              <a:gd name="connsiteY82" fmla="*/ 5399849 h 6883741"/>
              <a:gd name="connsiteX83" fmla="*/ 7754689 w 13390131"/>
              <a:gd name="connsiteY83" fmla="*/ 5360586 h 6883741"/>
              <a:gd name="connsiteX84" fmla="*/ 8081604 w 13390131"/>
              <a:gd name="connsiteY84" fmla="*/ 5313611 h 6883741"/>
              <a:gd name="connsiteX85" fmla="*/ 7992880 w 13390131"/>
              <a:gd name="connsiteY85" fmla="*/ 5401952 h 6883741"/>
              <a:gd name="connsiteX86" fmla="*/ 8081412 w 13390131"/>
              <a:gd name="connsiteY86" fmla="*/ 5490548 h 6883741"/>
              <a:gd name="connsiteX87" fmla="*/ 8170646 w 13390131"/>
              <a:gd name="connsiteY87" fmla="*/ 5402143 h 6883741"/>
              <a:gd name="connsiteX88" fmla="*/ 8081604 w 13390131"/>
              <a:gd name="connsiteY88" fmla="*/ 5313611 h 6883741"/>
              <a:gd name="connsiteX89" fmla="*/ 8408136 w 13390131"/>
              <a:gd name="connsiteY89" fmla="*/ 5272946 h 6883741"/>
              <a:gd name="connsiteX90" fmla="*/ 8280404 w 13390131"/>
              <a:gd name="connsiteY90" fmla="*/ 5401761 h 6883741"/>
              <a:gd name="connsiteX91" fmla="*/ 8409857 w 13390131"/>
              <a:gd name="connsiteY91" fmla="*/ 5531023 h 6883741"/>
              <a:gd name="connsiteX92" fmla="*/ 8409921 w 13390131"/>
              <a:gd name="connsiteY92" fmla="*/ 5530959 h 6883741"/>
              <a:gd name="connsiteX93" fmla="*/ 8538991 w 13390131"/>
              <a:gd name="connsiteY93" fmla="*/ 5401124 h 6883741"/>
              <a:gd name="connsiteX94" fmla="*/ 8408136 w 13390131"/>
              <a:gd name="connsiteY94" fmla="*/ 5272946 h 6883741"/>
              <a:gd name="connsiteX95" fmla="*/ 7427519 w 13390131"/>
              <a:gd name="connsiteY95" fmla="*/ 5051519 h 6883741"/>
              <a:gd name="connsiteX96" fmla="*/ 7405402 w 13390131"/>
              <a:gd name="connsiteY96" fmla="*/ 5075102 h 6883741"/>
              <a:gd name="connsiteX97" fmla="*/ 7429495 w 13390131"/>
              <a:gd name="connsiteY97" fmla="*/ 5096837 h 6883741"/>
              <a:gd name="connsiteX98" fmla="*/ 7450975 w 13390131"/>
              <a:gd name="connsiteY98" fmla="*/ 5074273 h 6883741"/>
              <a:gd name="connsiteX99" fmla="*/ 7427519 w 13390131"/>
              <a:gd name="connsiteY99" fmla="*/ 5051519 h 6883741"/>
              <a:gd name="connsiteX100" fmla="*/ 7755581 w 13390131"/>
              <a:gd name="connsiteY100" fmla="*/ 5006073 h 6883741"/>
              <a:gd name="connsiteX101" fmla="*/ 7687062 w 13390131"/>
              <a:gd name="connsiteY101" fmla="*/ 5074273 h 6883741"/>
              <a:gd name="connsiteX102" fmla="*/ 7755964 w 13390131"/>
              <a:gd name="connsiteY102" fmla="*/ 5142219 h 6883741"/>
              <a:gd name="connsiteX103" fmla="*/ 7823909 w 13390131"/>
              <a:gd name="connsiteY103" fmla="*/ 5073891 h 6883741"/>
              <a:gd name="connsiteX104" fmla="*/ 7755581 w 13390131"/>
              <a:gd name="connsiteY104" fmla="*/ 5006073 h 6883741"/>
              <a:gd name="connsiteX105" fmla="*/ 8078736 w 13390131"/>
              <a:gd name="connsiteY105" fmla="*/ 4961648 h 6883741"/>
              <a:gd name="connsiteX106" fmla="*/ 7969679 w 13390131"/>
              <a:gd name="connsiteY106" fmla="*/ 5076823 h 6883741"/>
              <a:gd name="connsiteX107" fmla="*/ 8084408 w 13390131"/>
              <a:gd name="connsiteY107" fmla="*/ 5186134 h 6883741"/>
              <a:gd name="connsiteX108" fmla="*/ 8194038 w 13390131"/>
              <a:gd name="connsiteY108" fmla="*/ 5073445 h 6883741"/>
              <a:gd name="connsiteX109" fmla="*/ 8078736 w 13390131"/>
              <a:gd name="connsiteY109" fmla="*/ 4961648 h 6883741"/>
              <a:gd name="connsiteX110" fmla="*/ 8410304 w 13390131"/>
              <a:gd name="connsiteY110" fmla="*/ 4926656 h 6883741"/>
              <a:gd name="connsiteX111" fmla="*/ 8262685 w 13390131"/>
              <a:gd name="connsiteY111" fmla="*/ 5073318 h 6883741"/>
              <a:gd name="connsiteX112" fmla="*/ 8408901 w 13390131"/>
              <a:gd name="connsiteY112" fmla="*/ 5221573 h 6883741"/>
              <a:gd name="connsiteX113" fmla="*/ 8408901 w 13390131"/>
              <a:gd name="connsiteY113" fmla="*/ 5221636 h 6883741"/>
              <a:gd name="connsiteX114" fmla="*/ 8557220 w 13390131"/>
              <a:gd name="connsiteY114" fmla="*/ 5074720 h 6883741"/>
              <a:gd name="connsiteX115" fmla="*/ 8410304 w 13390131"/>
              <a:gd name="connsiteY115" fmla="*/ 4926656 h 6883741"/>
              <a:gd name="connsiteX116" fmla="*/ 7427710 w 13390131"/>
              <a:gd name="connsiteY116" fmla="*/ 4699938 h 6883741"/>
              <a:gd name="connsiteX117" fmla="*/ 7382073 w 13390131"/>
              <a:gd name="connsiteY117" fmla="*/ 4746722 h 6883741"/>
              <a:gd name="connsiteX118" fmla="*/ 7429176 w 13390131"/>
              <a:gd name="connsiteY118" fmla="*/ 4791913 h 6883741"/>
              <a:gd name="connsiteX119" fmla="*/ 7429112 w 13390131"/>
              <a:gd name="connsiteY119" fmla="*/ 4791976 h 6883741"/>
              <a:gd name="connsiteX120" fmla="*/ 7474175 w 13390131"/>
              <a:gd name="connsiteY120" fmla="*/ 4746467 h 6883741"/>
              <a:gd name="connsiteX121" fmla="*/ 7427710 w 13390131"/>
              <a:gd name="connsiteY121" fmla="*/ 4699938 h 6883741"/>
              <a:gd name="connsiteX122" fmla="*/ 7754306 w 13390131"/>
              <a:gd name="connsiteY122" fmla="*/ 4652389 h 6883741"/>
              <a:gd name="connsiteX123" fmla="*/ 7662204 w 13390131"/>
              <a:gd name="connsiteY123" fmla="*/ 4746467 h 6883741"/>
              <a:gd name="connsiteX124" fmla="*/ 7755135 w 13390131"/>
              <a:gd name="connsiteY124" fmla="*/ 4840035 h 6883741"/>
              <a:gd name="connsiteX125" fmla="*/ 7755135 w 13390131"/>
              <a:gd name="connsiteY125" fmla="*/ 4840099 h 6883741"/>
              <a:gd name="connsiteX126" fmla="*/ 7850169 w 13390131"/>
              <a:gd name="connsiteY126" fmla="*/ 4745638 h 6883741"/>
              <a:gd name="connsiteX127" fmla="*/ 7754306 w 13390131"/>
              <a:gd name="connsiteY127" fmla="*/ 4652389 h 6883741"/>
              <a:gd name="connsiteX128" fmla="*/ 8081923 w 13390131"/>
              <a:gd name="connsiteY128" fmla="*/ 4613190 h 6883741"/>
              <a:gd name="connsiteX129" fmla="*/ 7948836 w 13390131"/>
              <a:gd name="connsiteY129" fmla="*/ 4745575 h 6883741"/>
              <a:gd name="connsiteX130" fmla="*/ 8081158 w 13390131"/>
              <a:gd name="connsiteY130" fmla="*/ 4878533 h 6883741"/>
              <a:gd name="connsiteX131" fmla="*/ 8081222 w 13390131"/>
              <a:gd name="connsiteY131" fmla="*/ 4878533 h 6883741"/>
              <a:gd name="connsiteX132" fmla="*/ 8213797 w 13390131"/>
              <a:gd name="connsiteY132" fmla="*/ 4746276 h 6883741"/>
              <a:gd name="connsiteX133" fmla="*/ 8081923 w 13390131"/>
              <a:gd name="connsiteY133" fmla="*/ 4613190 h 6883741"/>
              <a:gd name="connsiteX134" fmla="*/ 7101624 w 13390131"/>
              <a:gd name="connsiteY134" fmla="*/ 4394695 h 6883741"/>
              <a:gd name="connsiteX135" fmla="*/ 7074662 w 13390131"/>
              <a:gd name="connsiteY135" fmla="*/ 4419107 h 6883741"/>
              <a:gd name="connsiteX136" fmla="*/ 7099393 w 13390131"/>
              <a:gd name="connsiteY136" fmla="*/ 4446004 h 6883741"/>
              <a:gd name="connsiteX137" fmla="*/ 7125653 w 13390131"/>
              <a:gd name="connsiteY137" fmla="*/ 4420254 h 6883741"/>
              <a:gd name="connsiteX138" fmla="*/ 7101624 w 13390131"/>
              <a:gd name="connsiteY138" fmla="*/ 4394695 h 6883741"/>
              <a:gd name="connsiteX139" fmla="*/ 7427200 w 13390131"/>
              <a:gd name="connsiteY139" fmla="*/ 4346955 h 6883741"/>
              <a:gd name="connsiteX140" fmla="*/ 7354984 w 13390131"/>
              <a:gd name="connsiteY140" fmla="*/ 4420318 h 6883741"/>
              <a:gd name="connsiteX141" fmla="*/ 7427328 w 13390131"/>
              <a:gd name="connsiteY141" fmla="*/ 4493362 h 6883741"/>
              <a:gd name="connsiteX142" fmla="*/ 7427328 w 13390131"/>
              <a:gd name="connsiteY142" fmla="*/ 4493426 h 6883741"/>
              <a:gd name="connsiteX143" fmla="*/ 7501264 w 13390131"/>
              <a:gd name="connsiteY143" fmla="*/ 4421338 h 6883741"/>
              <a:gd name="connsiteX144" fmla="*/ 7427200 w 13390131"/>
              <a:gd name="connsiteY144" fmla="*/ 4346955 h 6883741"/>
              <a:gd name="connsiteX145" fmla="*/ 7753032 w 13390131"/>
              <a:gd name="connsiteY145" fmla="*/ 4304888 h 6883741"/>
              <a:gd name="connsiteX146" fmla="*/ 7637984 w 13390131"/>
              <a:gd name="connsiteY146" fmla="*/ 4419617 h 6883741"/>
              <a:gd name="connsiteX147" fmla="*/ 7754052 w 13390131"/>
              <a:gd name="connsiteY147" fmla="*/ 4535557 h 6883741"/>
              <a:gd name="connsiteX148" fmla="*/ 7753988 w 13390131"/>
              <a:gd name="connsiteY148" fmla="*/ 4535621 h 6883741"/>
              <a:gd name="connsiteX149" fmla="*/ 7869163 w 13390131"/>
              <a:gd name="connsiteY149" fmla="*/ 4420955 h 6883741"/>
              <a:gd name="connsiteX150" fmla="*/ 7753032 w 13390131"/>
              <a:gd name="connsiteY150" fmla="*/ 4304888 h 6883741"/>
              <a:gd name="connsiteX151" fmla="*/ 7099074 w 13390131"/>
              <a:gd name="connsiteY151" fmla="*/ 4040182 h 6883741"/>
              <a:gd name="connsiteX152" fmla="*/ 7048211 w 13390131"/>
              <a:gd name="connsiteY152" fmla="*/ 4091747 h 6883741"/>
              <a:gd name="connsiteX153" fmla="*/ 7100540 w 13390131"/>
              <a:gd name="connsiteY153" fmla="*/ 4144076 h 6883741"/>
              <a:gd name="connsiteX154" fmla="*/ 7151467 w 13390131"/>
              <a:gd name="connsiteY154" fmla="*/ 4092576 h 6883741"/>
              <a:gd name="connsiteX155" fmla="*/ 7099074 w 13390131"/>
              <a:gd name="connsiteY155" fmla="*/ 4040182 h 6883741"/>
              <a:gd name="connsiteX156" fmla="*/ 7425862 w 13390131"/>
              <a:gd name="connsiteY156" fmla="*/ 3994418 h 6883741"/>
              <a:gd name="connsiteX157" fmla="*/ 7330445 w 13390131"/>
              <a:gd name="connsiteY157" fmla="*/ 4094169 h 6883741"/>
              <a:gd name="connsiteX158" fmla="*/ 7429813 w 13390131"/>
              <a:gd name="connsiteY158" fmla="*/ 4189904 h 6883741"/>
              <a:gd name="connsiteX159" fmla="*/ 7525230 w 13390131"/>
              <a:gd name="connsiteY159" fmla="*/ 4090217 h 6883741"/>
              <a:gd name="connsiteX160" fmla="*/ 7425862 w 13390131"/>
              <a:gd name="connsiteY160" fmla="*/ 3994418 h 6883741"/>
              <a:gd name="connsiteX161" fmla="*/ 7754306 w 13390131"/>
              <a:gd name="connsiteY161" fmla="*/ 3956494 h 6883741"/>
              <a:gd name="connsiteX162" fmla="*/ 7617460 w 13390131"/>
              <a:gd name="connsiteY162" fmla="*/ 4093149 h 6883741"/>
              <a:gd name="connsiteX163" fmla="*/ 7753860 w 13390131"/>
              <a:gd name="connsiteY163" fmla="*/ 4227828 h 6883741"/>
              <a:gd name="connsiteX164" fmla="*/ 7753860 w 13390131"/>
              <a:gd name="connsiteY164" fmla="*/ 4227892 h 6883741"/>
              <a:gd name="connsiteX165" fmla="*/ 7889114 w 13390131"/>
              <a:gd name="connsiteY165" fmla="*/ 4092448 h 6883741"/>
              <a:gd name="connsiteX166" fmla="*/ 7754306 w 13390131"/>
              <a:gd name="connsiteY166" fmla="*/ 3956494 h 6883741"/>
              <a:gd name="connsiteX167" fmla="*/ 6772924 w 13390131"/>
              <a:gd name="connsiteY167" fmla="*/ 3733665 h 6883741"/>
              <a:gd name="connsiteX168" fmla="*/ 6741310 w 13390131"/>
              <a:gd name="connsiteY168" fmla="*/ 3762984 h 6883741"/>
              <a:gd name="connsiteX169" fmla="*/ 6770629 w 13390131"/>
              <a:gd name="connsiteY169" fmla="*/ 3794790 h 6883741"/>
              <a:gd name="connsiteX170" fmla="*/ 6801862 w 13390131"/>
              <a:gd name="connsiteY170" fmla="*/ 3765343 h 6883741"/>
              <a:gd name="connsiteX171" fmla="*/ 6772924 w 13390131"/>
              <a:gd name="connsiteY171" fmla="*/ 3733665 h 6883741"/>
              <a:gd name="connsiteX172" fmla="*/ 7100795 w 13390131"/>
              <a:gd name="connsiteY172" fmla="*/ 3686307 h 6883741"/>
              <a:gd name="connsiteX173" fmla="*/ 7021950 w 13390131"/>
              <a:gd name="connsiteY173" fmla="*/ 3762538 h 6883741"/>
              <a:gd name="connsiteX174" fmla="*/ 7097672 w 13390131"/>
              <a:gd name="connsiteY174" fmla="*/ 3841765 h 6883741"/>
              <a:gd name="connsiteX175" fmla="*/ 7097608 w 13390131"/>
              <a:gd name="connsiteY175" fmla="*/ 3841701 h 6883741"/>
              <a:gd name="connsiteX176" fmla="*/ 7177090 w 13390131"/>
              <a:gd name="connsiteY176" fmla="*/ 3764514 h 6883741"/>
              <a:gd name="connsiteX177" fmla="*/ 7100795 w 13390131"/>
              <a:gd name="connsiteY177" fmla="*/ 3686307 h 6883741"/>
              <a:gd name="connsiteX178" fmla="*/ 7427837 w 13390131"/>
              <a:gd name="connsiteY178" fmla="*/ 3644558 h 6883741"/>
              <a:gd name="connsiteX179" fmla="*/ 7308519 w 13390131"/>
              <a:gd name="connsiteY179" fmla="*/ 3764132 h 6883741"/>
              <a:gd name="connsiteX180" fmla="*/ 7427837 w 13390131"/>
              <a:gd name="connsiteY180" fmla="*/ 3883577 h 6883741"/>
              <a:gd name="connsiteX181" fmla="*/ 7547730 w 13390131"/>
              <a:gd name="connsiteY181" fmla="*/ 3764132 h 6883741"/>
              <a:gd name="connsiteX182" fmla="*/ 7427837 w 13390131"/>
              <a:gd name="connsiteY182" fmla="*/ 3644558 h 6883741"/>
              <a:gd name="connsiteX183" fmla="*/ 6443077 w 13390131"/>
              <a:gd name="connsiteY183" fmla="*/ 3416885 h 6883741"/>
              <a:gd name="connsiteX184" fmla="*/ 6422936 w 13390131"/>
              <a:gd name="connsiteY184" fmla="*/ 3436007 h 6883741"/>
              <a:gd name="connsiteX185" fmla="*/ 6428521 w 13390131"/>
              <a:gd name="connsiteY185" fmla="*/ 3449217 h 6883741"/>
              <a:gd name="connsiteX186" fmla="*/ 6442344 w 13390131"/>
              <a:gd name="connsiteY186" fmla="*/ 3454288 h 6883741"/>
              <a:gd name="connsiteX187" fmla="*/ 6442312 w 13390131"/>
              <a:gd name="connsiteY187" fmla="*/ 3454300 h 6883741"/>
              <a:gd name="connsiteX188" fmla="*/ 6442376 w 13390131"/>
              <a:gd name="connsiteY188" fmla="*/ 3454300 h 6883741"/>
              <a:gd name="connsiteX189" fmla="*/ 6442344 w 13390131"/>
              <a:gd name="connsiteY189" fmla="*/ 3454288 h 6883741"/>
              <a:gd name="connsiteX190" fmla="*/ 6456136 w 13390131"/>
              <a:gd name="connsiteY190" fmla="*/ 3448930 h 6883741"/>
              <a:gd name="connsiteX191" fmla="*/ 6461689 w 13390131"/>
              <a:gd name="connsiteY191" fmla="*/ 3436389 h 6883741"/>
              <a:gd name="connsiteX192" fmla="*/ 6443077 w 13390131"/>
              <a:gd name="connsiteY192" fmla="*/ 3416885 h 6883741"/>
              <a:gd name="connsiteX193" fmla="*/ 6772542 w 13390131"/>
              <a:gd name="connsiteY193" fmla="*/ 3391772 h 6883741"/>
              <a:gd name="connsiteX194" fmla="*/ 6727224 w 13390131"/>
              <a:gd name="connsiteY194" fmla="*/ 3435943 h 6883741"/>
              <a:gd name="connsiteX195" fmla="*/ 6772223 w 13390131"/>
              <a:gd name="connsiteY195" fmla="*/ 3480368 h 6883741"/>
              <a:gd name="connsiteX196" fmla="*/ 6816394 w 13390131"/>
              <a:gd name="connsiteY196" fmla="*/ 3435114 h 6883741"/>
              <a:gd name="connsiteX197" fmla="*/ 6772542 w 13390131"/>
              <a:gd name="connsiteY197" fmla="*/ 3391772 h 6883741"/>
              <a:gd name="connsiteX198" fmla="*/ 7098756 w 13390131"/>
              <a:gd name="connsiteY198" fmla="*/ 3342502 h 6883741"/>
              <a:gd name="connsiteX199" fmla="*/ 7006717 w 13390131"/>
              <a:gd name="connsiteY199" fmla="*/ 3437090 h 6883741"/>
              <a:gd name="connsiteX200" fmla="*/ 7100795 w 13390131"/>
              <a:gd name="connsiteY200" fmla="*/ 3529575 h 6883741"/>
              <a:gd name="connsiteX201" fmla="*/ 7100795 w 13390131"/>
              <a:gd name="connsiteY201" fmla="*/ 3529511 h 6883741"/>
              <a:gd name="connsiteX202" fmla="*/ 7193216 w 13390131"/>
              <a:gd name="connsiteY202" fmla="*/ 3435051 h 6883741"/>
              <a:gd name="connsiteX203" fmla="*/ 7098756 w 13390131"/>
              <a:gd name="connsiteY203" fmla="*/ 3342502 h 6883741"/>
              <a:gd name="connsiteX204" fmla="*/ 7428156 w 13390131"/>
              <a:gd name="connsiteY204" fmla="*/ 3304068 h 6883741"/>
              <a:gd name="connsiteX205" fmla="*/ 7295580 w 13390131"/>
              <a:gd name="connsiteY205" fmla="*/ 3434031 h 6883741"/>
              <a:gd name="connsiteX206" fmla="*/ 7428603 w 13390131"/>
              <a:gd name="connsiteY206" fmla="*/ 3568264 h 6883741"/>
              <a:gd name="connsiteX207" fmla="*/ 7560477 w 13390131"/>
              <a:gd name="connsiteY207" fmla="*/ 3434796 h 6883741"/>
              <a:gd name="connsiteX208" fmla="*/ 7428156 w 13390131"/>
              <a:gd name="connsiteY208" fmla="*/ 3304068 h 6883741"/>
              <a:gd name="connsiteX209" fmla="*/ 6772096 w 13390131"/>
              <a:gd name="connsiteY209" fmla="*/ 3077542 h 6883741"/>
              <a:gd name="connsiteX210" fmla="*/ 6741310 w 13390131"/>
              <a:gd name="connsiteY210" fmla="*/ 3107754 h 6883741"/>
              <a:gd name="connsiteX211" fmla="*/ 6771458 w 13390131"/>
              <a:gd name="connsiteY211" fmla="*/ 3138731 h 6883741"/>
              <a:gd name="connsiteX212" fmla="*/ 6801862 w 13390131"/>
              <a:gd name="connsiteY212" fmla="*/ 3108392 h 6883741"/>
              <a:gd name="connsiteX213" fmla="*/ 6772096 w 13390131"/>
              <a:gd name="connsiteY213" fmla="*/ 3077542 h 6883741"/>
              <a:gd name="connsiteX214" fmla="*/ 7100476 w 13390131"/>
              <a:gd name="connsiteY214" fmla="*/ 3031077 h 6883741"/>
              <a:gd name="connsiteX215" fmla="*/ 7023417 w 13390131"/>
              <a:gd name="connsiteY215" fmla="*/ 3108073 h 6883741"/>
              <a:gd name="connsiteX216" fmla="*/ 7100476 w 13390131"/>
              <a:gd name="connsiteY216" fmla="*/ 3185069 h 6883741"/>
              <a:gd name="connsiteX217" fmla="*/ 7176580 w 13390131"/>
              <a:gd name="connsiteY217" fmla="*/ 3106926 h 6883741"/>
              <a:gd name="connsiteX218" fmla="*/ 7100476 w 13390131"/>
              <a:gd name="connsiteY218" fmla="*/ 3031077 h 6883741"/>
              <a:gd name="connsiteX219" fmla="*/ 7425352 w 13390131"/>
              <a:gd name="connsiteY219" fmla="*/ 2988819 h 6883741"/>
              <a:gd name="connsiteX220" fmla="*/ 7306097 w 13390131"/>
              <a:gd name="connsiteY220" fmla="*/ 3108902 h 6883741"/>
              <a:gd name="connsiteX221" fmla="*/ 7424650 w 13390131"/>
              <a:gd name="connsiteY221" fmla="*/ 3227200 h 6883741"/>
              <a:gd name="connsiteX222" fmla="*/ 7544415 w 13390131"/>
              <a:gd name="connsiteY222" fmla="*/ 3108455 h 6883741"/>
              <a:gd name="connsiteX223" fmla="*/ 7425352 w 13390131"/>
              <a:gd name="connsiteY223" fmla="*/ 2988819 h 6883741"/>
              <a:gd name="connsiteX224" fmla="*/ 7099712 w 13390131"/>
              <a:gd name="connsiteY224" fmla="*/ 2731889 h 6883741"/>
              <a:gd name="connsiteX225" fmla="*/ 7049167 w 13390131"/>
              <a:gd name="connsiteY225" fmla="*/ 2783581 h 6883741"/>
              <a:gd name="connsiteX226" fmla="*/ 7099903 w 13390131"/>
              <a:gd name="connsiteY226" fmla="*/ 2832660 h 6883741"/>
              <a:gd name="connsiteX227" fmla="*/ 7149810 w 13390131"/>
              <a:gd name="connsiteY227" fmla="*/ 2781095 h 6883741"/>
              <a:gd name="connsiteX228" fmla="*/ 7099712 w 13390131"/>
              <a:gd name="connsiteY228" fmla="*/ 2731889 h 6883741"/>
              <a:gd name="connsiteX229" fmla="*/ 7426117 w 13390131"/>
              <a:gd name="connsiteY229" fmla="*/ 2683193 h 6883741"/>
              <a:gd name="connsiteX230" fmla="*/ 7426117 w 13390131"/>
              <a:gd name="connsiteY230" fmla="*/ 2683257 h 6883741"/>
              <a:gd name="connsiteX231" fmla="*/ 7328660 w 13390131"/>
              <a:gd name="connsiteY231" fmla="*/ 2780713 h 6883741"/>
              <a:gd name="connsiteX232" fmla="*/ 7425033 w 13390131"/>
              <a:gd name="connsiteY232" fmla="*/ 2877149 h 6883741"/>
              <a:gd name="connsiteX233" fmla="*/ 7521979 w 13390131"/>
              <a:gd name="connsiteY233" fmla="*/ 2779502 h 6883741"/>
              <a:gd name="connsiteX234" fmla="*/ 7426117 w 13390131"/>
              <a:gd name="connsiteY234" fmla="*/ 2683193 h 6883741"/>
              <a:gd name="connsiteX235" fmla="*/ 7753796 w 13390131"/>
              <a:gd name="connsiteY235" fmla="*/ 2644632 h 6883741"/>
              <a:gd name="connsiteX236" fmla="*/ 7617906 w 13390131"/>
              <a:gd name="connsiteY236" fmla="*/ 2779948 h 6883741"/>
              <a:gd name="connsiteX237" fmla="*/ 7753478 w 13390131"/>
              <a:gd name="connsiteY237" fmla="*/ 2915392 h 6883741"/>
              <a:gd name="connsiteX238" fmla="*/ 7888731 w 13390131"/>
              <a:gd name="connsiteY238" fmla="*/ 2780267 h 6883741"/>
              <a:gd name="connsiteX239" fmla="*/ 7753796 w 13390131"/>
              <a:gd name="connsiteY239" fmla="*/ 2644632 h 6883741"/>
              <a:gd name="connsiteX240" fmla="*/ 7101114 w 13390131"/>
              <a:gd name="connsiteY240" fmla="*/ 2428750 h 6883741"/>
              <a:gd name="connsiteX241" fmla="*/ 7074599 w 13390131"/>
              <a:gd name="connsiteY241" fmla="*/ 2453544 h 6883741"/>
              <a:gd name="connsiteX242" fmla="*/ 7099775 w 13390131"/>
              <a:gd name="connsiteY242" fmla="*/ 2479613 h 6883741"/>
              <a:gd name="connsiteX243" fmla="*/ 7125653 w 13390131"/>
              <a:gd name="connsiteY243" fmla="*/ 2453799 h 6883741"/>
              <a:gd name="connsiteX244" fmla="*/ 7101177 w 13390131"/>
              <a:gd name="connsiteY244" fmla="*/ 2428813 h 6883741"/>
              <a:gd name="connsiteX245" fmla="*/ 7425607 w 13390131"/>
              <a:gd name="connsiteY245" fmla="*/ 2382476 h 6883741"/>
              <a:gd name="connsiteX246" fmla="*/ 7353518 w 13390131"/>
              <a:gd name="connsiteY246" fmla="*/ 2455456 h 6883741"/>
              <a:gd name="connsiteX247" fmla="*/ 7425607 w 13390131"/>
              <a:gd name="connsiteY247" fmla="*/ 2526142 h 6883741"/>
              <a:gd name="connsiteX248" fmla="*/ 7497759 w 13390131"/>
              <a:gd name="connsiteY248" fmla="*/ 2453225 h 6883741"/>
              <a:gd name="connsiteX249" fmla="*/ 7425671 w 13390131"/>
              <a:gd name="connsiteY249" fmla="*/ 2382476 h 6883741"/>
              <a:gd name="connsiteX250" fmla="*/ 7752458 w 13390131"/>
              <a:gd name="connsiteY250" fmla="*/ 2338241 h 6883741"/>
              <a:gd name="connsiteX251" fmla="*/ 7638111 w 13390131"/>
              <a:gd name="connsiteY251" fmla="*/ 2454373 h 6883741"/>
              <a:gd name="connsiteX252" fmla="*/ 7754880 w 13390131"/>
              <a:gd name="connsiteY252" fmla="*/ 2570313 h 6883741"/>
              <a:gd name="connsiteX253" fmla="*/ 7869354 w 13390131"/>
              <a:gd name="connsiteY253" fmla="*/ 2454245 h 6883741"/>
              <a:gd name="connsiteX254" fmla="*/ 7752458 w 13390131"/>
              <a:gd name="connsiteY254" fmla="*/ 2338305 h 6883741"/>
              <a:gd name="connsiteX255" fmla="*/ 7424523 w 13390131"/>
              <a:gd name="connsiteY255" fmla="*/ 2080228 h 6883741"/>
              <a:gd name="connsiteX256" fmla="*/ 7379269 w 13390131"/>
              <a:gd name="connsiteY256" fmla="*/ 2125674 h 6883741"/>
              <a:gd name="connsiteX257" fmla="*/ 7425543 w 13390131"/>
              <a:gd name="connsiteY257" fmla="*/ 2172267 h 6883741"/>
              <a:gd name="connsiteX258" fmla="*/ 7471371 w 13390131"/>
              <a:gd name="connsiteY258" fmla="*/ 2125801 h 6883741"/>
              <a:gd name="connsiteX259" fmla="*/ 7424523 w 13390131"/>
              <a:gd name="connsiteY259" fmla="*/ 2080228 h 6883741"/>
              <a:gd name="connsiteX260" fmla="*/ 7753542 w 13390131"/>
              <a:gd name="connsiteY260" fmla="*/ 2034018 h 6883741"/>
              <a:gd name="connsiteX261" fmla="*/ 7661375 w 13390131"/>
              <a:gd name="connsiteY261" fmla="*/ 2125291 h 6883741"/>
              <a:gd name="connsiteX262" fmla="*/ 7753796 w 13390131"/>
              <a:gd name="connsiteY262" fmla="*/ 2218477 h 6883741"/>
              <a:gd name="connsiteX263" fmla="*/ 7846281 w 13390131"/>
              <a:gd name="connsiteY263" fmla="*/ 2127331 h 6883741"/>
              <a:gd name="connsiteX264" fmla="*/ 7753542 w 13390131"/>
              <a:gd name="connsiteY264" fmla="*/ 2034018 h 6883741"/>
              <a:gd name="connsiteX265" fmla="*/ 8081986 w 13390131"/>
              <a:gd name="connsiteY265" fmla="*/ 1993990 h 6883741"/>
              <a:gd name="connsiteX266" fmla="*/ 7949729 w 13390131"/>
              <a:gd name="connsiteY266" fmla="*/ 2127076 h 6883741"/>
              <a:gd name="connsiteX267" fmla="*/ 8081348 w 13390131"/>
              <a:gd name="connsiteY267" fmla="*/ 2258505 h 6883741"/>
              <a:gd name="connsiteX268" fmla="*/ 8213606 w 13390131"/>
              <a:gd name="connsiteY268" fmla="*/ 2125483 h 6883741"/>
              <a:gd name="connsiteX269" fmla="*/ 8082050 w 13390131"/>
              <a:gd name="connsiteY269" fmla="*/ 1993990 h 6883741"/>
              <a:gd name="connsiteX270" fmla="*/ 7426818 w 13390131"/>
              <a:gd name="connsiteY270" fmla="*/ 1775623 h 6883741"/>
              <a:gd name="connsiteX271" fmla="*/ 7402533 w 13390131"/>
              <a:gd name="connsiteY271" fmla="*/ 1797613 h 6883741"/>
              <a:gd name="connsiteX272" fmla="*/ 7425479 w 13390131"/>
              <a:gd name="connsiteY272" fmla="*/ 1821132 h 6883741"/>
              <a:gd name="connsiteX273" fmla="*/ 7448043 w 13390131"/>
              <a:gd name="connsiteY273" fmla="*/ 1800098 h 6883741"/>
              <a:gd name="connsiteX274" fmla="*/ 7426754 w 13390131"/>
              <a:gd name="connsiteY274" fmla="*/ 1775687 h 6883741"/>
              <a:gd name="connsiteX275" fmla="*/ 7752840 w 13390131"/>
              <a:gd name="connsiteY275" fmla="*/ 1731133 h 6883741"/>
              <a:gd name="connsiteX276" fmla="*/ 7752874 w 13390131"/>
              <a:gd name="connsiteY276" fmla="*/ 1731139 h 6883741"/>
              <a:gd name="connsiteX277" fmla="*/ 7726828 w 13390131"/>
              <a:gd name="connsiteY277" fmla="*/ 1736604 h 6883741"/>
              <a:gd name="connsiteX278" fmla="*/ 7686234 w 13390131"/>
              <a:gd name="connsiteY278" fmla="*/ 1798441 h 6883741"/>
              <a:gd name="connsiteX279" fmla="*/ 7755517 w 13390131"/>
              <a:gd name="connsiteY279" fmla="*/ 1865239 h 6883741"/>
              <a:gd name="connsiteX280" fmla="*/ 7820722 w 13390131"/>
              <a:gd name="connsiteY280" fmla="*/ 1796912 h 6883741"/>
              <a:gd name="connsiteX281" fmla="*/ 7779160 w 13390131"/>
              <a:gd name="connsiteY281" fmla="*/ 1735998 h 6883741"/>
              <a:gd name="connsiteX282" fmla="*/ 7752874 w 13390131"/>
              <a:gd name="connsiteY282" fmla="*/ 1731139 h 6883741"/>
              <a:gd name="connsiteX283" fmla="*/ 7752904 w 13390131"/>
              <a:gd name="connsiteY283" fmla="*/ 1731133 h 6883741"/>
              <a:gd name="connsiteX284" fmla="*/ 8081412 w 13390131"/>
              <a:gd name="connsiteY284" fmla="*/ 1686262 h 6883741"/>
              <a:gd name="connsiteX285" fmla="*/ 7970253 w 13390131"/>
              <a:gd name="connsiteY285" fmla="*/ 1797294 h 6883741"/>
              <a:gd name="connsiteX286" fmla="*/ 8081986 w 13390131"/>
              <a:gd name="connsiteY286" fmla="*/ 1909983 h 6883741"/>
              <a:gd name="connsiteX287" fmla="*/ 8193465 w 13390131"/>
              <a:gd name="connsiteY287" fmla="*/ 1799079 h 6883741"/>
              <a:gd name="connsiteX288" fmla="*/ 8081412 w 13390131"/>
              <a:gd name="connsiteY288" fmla="*/ 1686325 h 6883741"/>
              <a:gd name="connsiteX289" fmla="*/ 8409921 w 13390131"/>
              <a:gd name="connsiteY289" fmla="*/ 1651524 h 6883741"/>
              <a:gd name="connsiteX290" fmla="*/ 8263322 w 13390131"/>
              <a:gd name="connsiteY290" fmla="*/ 1798632 h 6883741"/>
              <a:gd name="connsiteX291" fmla="*/ 8410877 w 13390131"/>
              <a:gd name="connsiteY291" fmla="*/ 1945039 h 6883741"/>
              <a:gd name="connsiteX292" fmla="*/ 8556647 w 13390131"/>
              <a:gd name="connsiteY292" fmla="*/ 1798887 h 6883741"/>
              <a:gd name="connsiteX293" fmla="*/ 8409921 w 13390131"/>
              <a:gd name="connsiteY293" fmla="*/ 1651524 h 6883741"/>
              <a:gd name="connsiteX294" fmla="*/ 7754753 w 13390131"/>
              <a:gd name="connsiteY294" fmla="*/ 1428695 h 6883741"/>
              <a:gd name="connsiteX295" fmla="*/ 7712494 w 13390131"/>
              <a:gd name="connsiteY295" fmla="*/ 1470316 h 6883741"/>
              <a:gd name="connsiteX296" fmla="*/ 7752713 w 13390131"/>
              <a:gd name="connsiteY296" fmla="*/ 1511555 h 6883741"/>
              <a:gd name="connsiteX297" fmla="*/ 7795482 w 13390131"/>
              <a:gd name="connsiteY297" fmla="*/ 1470061 h 6883741"/>
              <a:gd name="connsiteX298" fmla="*/ 7754753 w 13390131"/>
              <a:gd name="connsiteY298" fmla="*/ 1428695 h 6883741"/>
              <a:gd name="connsiteX299" fmla="*/ 8081731 w 13390131"/>
              <a:gd name="connsiteY299" fmla="*/ 1382421 h 6883741"/>
              <a:gd name="connsiteX300" fmla="*/ 7993517 w 13390131"/>
              <a:gd name="connsiteY300" fmla="*/ 1471209 h 6883741"/>
              <a:gd name="connsiteX301" fmla="*/ 8081540 w 13390131"/>
              <a:gd name="connsiteY301" fmla="*/ 1557893 h 6883741"/>
              <a:gd name="connsiteX302" fmla="*/ 8169499 w 13390131"/>
              <a:gd name="connsiteY302" fmla="*/ 1469169 h 6883741"/>
              <a:gd name="connsiteX303" fmla="*/ 8081795 w 13390131"/>
              <a:gd name="connsiteY303" fmla="*/ 1382421 h 6883741"/>
              <a:gd name="connsiteX304" fmla="*/ 8408264 w 13390131"/>
              <a:gd name="connsiteY304" fmla="*/ 1341628 h 6883741"/>
              <a:gd name="connsiteX305" fmla="*/ 8281807 w 13390131"/>
              <a:gd name="connsiteY305" fmla="*/ 1471655 h 6883741"/>
              <a:gd name="connsiteX306" fmla="*/ 8411387 w 13390131"/>
              <a:gd name="connsiteY306" fmla="*/ 1598430 h 6883741"/>
              <a:gd name="connsiteX307" fmla="*/ 8538482 w 13390131"/>
              <a:gd name="connsiteY307" fmla="*/ 1468595 h 6883741"/>
              <a:gd name="connsiteX308" fmla="*/ 8408264 w 13390131"/>
              <a:gd name="connsiteY308" fmla="*/ 1341692 h 6883741"/>
              <a:gd name="connsiteX309" fmla="*/ 7754052 w 13390131"/>
              <a:gd name="connsiteY309" fmla="*/ 1122177 h 6883741"/>
              <a:gd name="connsiteX310" fmla="*/ 7733782 w 13390131"/>
              <a:gd name="connsiteY310" fmla="*/ 1142319 h 6883741"/>
              <a:gd name="connsiteX311" fmla="*/ 7754370 w 13390131"/>
              <a:gd name="connsiteY311" fmla="*/ 1162014 h 6883741"/>
              <a:gd name="connsiteX312" fmla="*/ 7773173 w 13390131"/>
              <a:gd name="connsiteY312" fmla="*/ 1140853 h 6883741"/>
              <a:gd name="connsiteX313" fmla="*/ 7754052 w 13390131"/>
              <a:gd name="connsiteY313" fmla="*/ 1122177 h 6883741"/>
              <a:gd name="connsiteX314" fmla="*/ 8082177 w 13390131"/>
              <a:gd name="connsiteY314" fmla="*/ 1079983 h 6883741"/>
              <a:gd name="connsiteX315" fmla="*/ 8019905 w 13390131"/>
              <a:gd name="connsiteY315" fmla="*/ 1142255 h 6883741"/>
              <a:gd name="connsiteX316" fmla="*/ 8082496 w 13390131"/>
              <a:gd name="connsiteY316" fmla="*/ 1204145 h 6883741"/>
              <a:gd name="connsiteX317" fmla="*/ 8144195 w 13390131"/>
              <a:gd name="connsiteY317" fmla="*/ 1143147 h 6883741"/>
              <a:gd name="connsiteX318" fmla="*/ 8082177 w 13390131"/>
              <a:gd name="connsiteY318" fmla="*/ 1079983 h 6883741"/>
              <a:gd name="connsiteX319" fmla="*/ 8408965 w 13390131"/>
              <a:gd name="connsiteY319" fmla="*/ 1034537 h 6883741"/>
              <a:gd name="connsiteX320" fmla="*/ 8302203 w 13390131"/>
              <a:gd name="connsiteY320" fmla="*/ 1141171 h 6883741"/>
              <a:gd name="connsiteX321" fmla="*/ 8409411 w 13390131"/>
              <a:gd name="connsiteY321" fmla="*/ 1249526 h 6883741"/>
              <a:gd name="connsiteX322" fmla="*/ 8516810 w 13390131"/>
              <a:gd name="connsiteY322" fmla="*/ 1141872 h 6883741"/>
              <a:gd name="connsiteX323" fmla="*/ 8408965 w 13390131"/>
              <a:gd name="connsiteY323" fmla="*/ 1034537 h 6883741"/>
              <a:gd name="connsiteX324" fmla="*/ 8738429 w 13390131"/>
              <a:gd name="connsiteY324" fmla="*/ 998079 h 6883741"/>
              <a:gd name="connsiteX325" fmla="*/ 8594253 w 13390131"/>
              <a:gd name="connsiteY325" fmla="*/ 1142510 h 6883741"/>
              <a:gd name="connsiteX326" fmla="*/ 8737027 w 13390131"/>
              <a:gd name="connsiteY326" fmla="*/ 1285921 h 6883741"/>
              <a:gd name="connsiteX327" fmla="*/ 8881458 w 13390131"/>
              <a:gd name="connsiteY327" fmla="*/ 1141618 h 6883741"/>
              <a:gd name="connsiteX328" fmla="*/ 8738429 w 13390131"/>
              <a:gd name="connsiteY328" fmla="*/ 998079 h 6883741"/>
              <a:gd name="connsiteX329" fmla="*/ 8082305 w 13390131"/>
              <a:gd name="connsiteY329" fmla="*/ 777480 h 6883741"/>
              <a:gd name="connsiteX330" fmla="*/ 8082305 w 13390131"/>
              <a:gd name="connsiteY330" fmla="*/ 777544 h 6883741"/>
              <a:gd name="connsiteX331" fmla="*/ 8044954 w 13390131"/>
              <a:gd name="connsiteY331" fmla="*/ 813492 h 6883741"/>
              <a:gd name="connsiteX332" fmla="*/ 8081030 w 13390131"/>
              <a:gd name="connsiteY332" fmla="*/ 850524 h 6883741"/>
              <a:gd name="connsiteX333" fmla="*/ 8117807 w 13390131"/>
              <a:gd name="connsiteY333" fmla="*/ 814704 h 6883741"/>
              <a:gd name="connsiteX334" fmla="*/ 8082305 w 13390131"/>
              <a:gd name="connsiteY334" fmla="*/ 777480 h 6883741"/>
              <a:gd name="connsiteX335" fmla="*/ 8406989 w 13390131"/>
              <a:gd name="connsiteY335" fmla="*/ 730951 h 6883741"/>
              <a:gd name="connsiteX336" fmla="*/ 8326615 w 13390131"/>
              <a:gd name="connsiteY336" fmla="*/ 816233 h 6883741"/>
              <a:gd name="connsiteX337" fmla="*/ 8411387 w 13390131"/>
              <a:gd name="connsiteY337" fmla="*/ 897053 h 6883741"/>
              <a:gd name="connsiteX338" fmla="*/ 8493227 w 13390131"/>
              <a:gd name="connsiteY338" fmla="*/ 812983 h 6883741"/>
              <a:gd name="connsiteX339" fmla="*/ 8407053 w 13390131"/>
              <a:gd name="connsiteY339" fmla="*/ 730951 h 6883741"/>
              <a:gd name="connsiteX340" fmla="*/ 8736453 w 13390131"/>
              <a:gd name="connsiteY340" fmla="*/ 689203 h 6883741"/>
              <a:gd name="connsiteX341" fmla="*/ 8612673 w 13390131"/>
              <a:gd name="connsiteY341" fmla="*/ 813492 h 6883741"/>
              <a:gd name="connsiteX342" fmla="*/ 8737855 w 13390131"/>
              <a:gd name="connsiteY342" fmla="*/ 938738 h 6883741"/>
              <a:gd name="connsiteX343" fmla="*/ 8862974 w 13390131"/>
              <a:gd name="connsiteY343" fmla="*/ 813301 h 6883741"/>
              <a:gd name="connsiteX344" fmla="*/ 8736453 w 13390131"/>
              <a:gd name="connsiteY344" fmla="*/ 689203 h 6883741"/>
              <a:gd name="connsiteX345" fmla="*/ 8080775 w 13390131"/>
              <a:gd name="connsiteY345" fmla="*/ 472811 h 6883741"/>
              <a:gd name="connsiteX346" fmla="*/ 8066179 w 13390131"/>
              <a:gd name="connsiteY346" fmla="*/ 489383 h 6883741"/>
              <a:gd name="connsiteX347" fmla="*/ 8082815 w 13390131"/>
              <a:gd name="connsiteY347" fmla="*/ 504107 h 6883741"/>
              <a:gd name="connsiteX348" fmla="*/ 8097793 w 13390131"/>
              <a:gd name="connsiteY348" fmla="*/ 487280 h 6883741"/>
              <a:gd name="connsiteX349" fmla="*/ 8080775 w 13390131"/>
              <a:gd name="connsiteY349" fmla="*/ 472811 h 6883741"/>
              <a:gd name="connsiteX350" fmla="*/ 8410686 w 13390131"/>
              <a:gd name="connsiteY350" fmla="*/ 430489 h 6883741"/>
              <a:gd name="connsiteX351" fmla="*/ 8410686 w 13390131"/>
              <a:gd name="connsiteY351" fmla="*/ 430553 h 6883741"/>
              <a:gd name="connsiteX352" fmla="*/ 8351791 w 13390131"/>
              <a:gd name="connsiteY352" fmla="*/ 487917 h 6883741"/>
              <a:gd name="connsiteX353" fmla="*/ 8409857 w 13390131"/>
              <a:gd name="connsiteY353" fmla="*/ 546301 h 6883741"/>
              <a:gd name="connsiteX354" fmla="*/ 8467094 w 13390131"/>
              <a:gd name="connsiteY354" fmla="*/ 489893 h 6883741"/>
              <a:gd name="connsiteX355" fmla="*/ 8410686 w 13390131"/>
              <a:gd name="connsiteY355" fmla="*/ 430489 h 6883741"/>
              <a:gd name="connsiteX356" fmla="*/ 8736453 w 13390131"/>
              <a:gd name="connsiteY356" fmla="*/ 382558 h 6883741"/>
              <a:gd name="connsiteX357" fmla="*/ 8634727 w 13390131"/>
              <a:gd name="connsiteY357" fmla="*/ 487280 h 6883741"/>
              <a:gd name="connsiteX358" fmla="*/ 8739130 w 13390131"/>
              <a:gd name="connsiteY358" fmla="*/ 589197 h 6883741"/>
              <a:gd name="connsiteX359" fmla="*/ 8841494 w 13390131"/>
              <a:gd name="connsiteY359" fmla="*/ 484603 h 6883741"/>
              <a:gd name="connsiteX360" fmla="*/ 8736453 w 13390131"/>
              <a:gd name="connsiteY360" fmla="*/ 382558 h 6883741"/>
              <a:gd name="connsiteX361" fmla="*/ 9063942 w 13390131"/>
              <a:gd name="connsiteY361" fmla="*/ 345717 h 6883741"/>
              <a:gd name="connsiteX362" fmla="*/ 8923589 w 13390131"/>
              <a:gd name="connsiteY362" fmla="*/ 484921 h 6883741"/>
              <a:gd name="connsiteX363" fmla="*/ 9061966 w 13390131"/>
              <a:gd name="connsiteY363" fmla="*/ 625974 h 6883741"/>
              <a:gd name="connsiteX364" fmla="*/ 9204039 w 13390131"/>
              <a:gd name="connsiteY364" fmla="*/ 485814 h 6883741"/>
              <a:gd name="connsiteX365" fmla="*/ 9063942 w 13390131"/>
              <a:gd name="connsiteY365" fmla="*/ 345781 h 6883741"/>
              <a:gd name="connsiteX366" fmla="*/ 8410048 w 13390131"/>
              <a:gd name="connsiteY366" fmla="*/ 125692 h 6883741"/>
              <a:gd name="connsiteX367" fmla="*/ 8374928 w 13390131"/>
              <a:gd name="connsiteY367" fmla="*/ 160366 h 6883741"/>
              <a:gd name="connsiteX368" fmla="*/ 8410367 w 13390131"/>
              <a:gd name="connsiteY368" fmla="*/ 194593 h 6883741"/>
              <a:gd name="connsiteX369" fmla="*/ 8443830 w 13390131"/>
              <a:gd name="connsiteY369" fmla="*/ 158900 h 6883741"/>
              <a:gd name="connsiteX370" fmla="*/ 8410048 w 13390131"/>
              <a:gd name="connsiteY370" fmla="*/ 125692 h 6883741"/>
              <a:gd name="connsiteX371" fmla="*/ 8737218 w 13390131"/>
              <a:gd name="connsiteY371" fmla="*/ 78844 h 6883741"/>
              <a:gd name="connsiteX372" fmla="*/ 8737218 w 13390131"/>
              <a:gd name="connsiteY372" fmla="*/ 78908 h 6883741"/>
              <a:gd name="connsiteX373" fmla="*/ 8655761 w 13390131"/>
              <a:gd name="connsiteY373" fmla="*/ 160812 h 6883741"/>
              <a:gd name="connsiteX374" fmla="*/ 8738302 w 13390131"/>
              <a:gd name="connsiteY374" fmla="*/ 241632 h 6883741"/>
              <a:gd name="connsiteX375" fmla="*/ 8819377 w 13390131"/>
              <a:gd name="connsiteY375" fmla="*/ 159665 h 6883741"/>
              <a:gd name="connsiteX376" fmla="*/ 8737218 w 13390131"/>
              <a:gd name="connsiteY376" fmla="*/ 78844 h 6883741"/>
              <a:gd name="connsiteX377" fmla="*/ 9062157 w 13390131"/>
              <a:gd name="connsiteY377" fmla="*/ 36968 h 6883741"/>
              <a:gd name="connsiteX378" fmla="*/ 8939524 w 13390131"/>
              <a:gd name="connsiteY378" fmla="*/ 159665 h 6883741"/>
              <a:gd name="connsiteX379" fmla="*/ 9063496 w 13390131"/>
              <a:gd name="connsiteY379" fmla="*/ 283572 h 6883741"/>
              <a:gd name="connsiteX380" fmla="*/ 9186702 w 13390131"/>
              <a:gd name="connsiteY380" fmla="*/ 159537 h 6883741"/>
              <a:gd name="connsiteX381" fmla="*/ 9062221 w 13390131"/>
              <a:gd name="connsiteY381" fmla="*/ 37032 h 6883741"/>
              <a:gd name="connsiteX382" fmla="*/ 0 w 13390131"/>
              <a:gd name="connsiteY382" fmla="*/ 0 h 6883741"/>
              <a:gd name="connsiteX383" fmla="*/ 1502321 w 13390131"/>
              <a:gd name="connsiteY383" fmla="*/ 0 h 6883741"/>
              <a:gd name="connsiteX384" fmla="*/ 13390131 w 13390131"/>
              <a:gd name="connsiteY384" fmla="*/ 0 h 6883741"/>
              <a:gd name="connsiteX385" fmla="*/ 13390131 w 13390131"/>
              <a:gd name="connsiteY385" fmla="*/ 829 h 6883741"/>
              <a:gd name="connsiteX386" fmla="*/ 9896749 w 13390131"/>
              <a:gd name="connsiteY386" fmla="*/ 574 h 6883741"/>
              <a:gd name="connsiteX387" fmla="*/ 9867558 w 13390131"/>
              <a:gd name="connsiteY387" fmla="*/ 14214 h 6883741"/>
              <a:gd name="connsiteX388" fmla="*/ 9856276 w 13390131"/>
              <a:gd name="connsiteY388" fmla="*/ 27662 h 6883741"/>
              <a:gd name="connsiteX389" fmla="*/ 9851240 w 13390131"/>
              <a:gd name="connsiteY389" fmla="*/ 26069 h 6883741"/>
              <a:gd name="connsiteX390" fmla="*/ 9783805 w 13390131"/>
              <a:gd name="connsiteY390" fmla="*/ 255 h 6883741"/>
              <a:gd name="connsiteX391" fmla="*/ 9637015 w 13390131"/>
              <a:gd name="connsiteY391" fmla="*/ 637 h 6883741"/>
              <a:gd name="connsiteX392" fmla="*/ 9603489 w 13390131"/>
              <a:gd name="connsiteY392" fmla="*/ 12302 h 6883741"/>
              <a:gd name="connsiteX393" fmla="*/ 9547781 w 13390131"/>
              <a:gd name="connsiteY393" fmla="*/ 84071 h 6883741"/>
              <a:gd name="connsiteX394" fmla="*/ 9537774 w 13390131"/>
              <a:gd name="connsiteY394" fmla="*/ 105041 h 6883741"/>
              <a:gd name="connsiteX395" fmla="*/ 9443377 w 13390131"/>
              <a:gd name="connsiteY395" fmla="*/ 13640 h 6883741"/>
              <a:gd name="connsiteX396" fmla="*/ 9344264 w 13390131"/>
              <a:gd name="connsiteY396" fmla="*/ 11919 h 6883741"/>
              <a:gd name="connsiteX397" fmla="*/ 9236163 w 13390131"/>
              <a:gd name="connsiteY397" fmla="*/ 169990 h 6883741"/>
              <a:gd name="connsiteX398" fmla="*/ 9374476 w 13390131"/>
              <a:gd name="connsiteY398" fmla="*/ 316397 h 6883741"/>
              <a:gd name="connsiteX399" fmla="*/ 9224627 w 13390131"/>
              <a:gd name="connsiteY399" fmla="*/ 463824 h 6883741"/>
              <a:gd name="connsiteX400" fmla="*/ 9317813 w 13390131"/>
              <a:gd name="connsiteY400" fmla="*/ 639168 h 6883741"/>
              <a:gd name="connsiteX401" fmla="*/ 9211241 w 13390131"/>
              <a:gd name="connsiteY401" fmla="*/ 755873 h 6883741"/>
              <a:gd name="connsiteX402" fmla="*/ 9015946 w 13390131"/>
              <a:gd name="connsiteY402" fmla="*/ 665301 h 6883741"/>
              <a:gd name="connsiteX403" fmla="*/ 8907273 w 13390131"/>
              <a:gd name="connsiteY403" fmla="*/ 804378 h 6883741"/>
              <a:gd name="connsiteX404" fmla="*/ 9038192 w 13390131"/>
              <a:gd name="connsiteY404" fmla="*/ 970799 h 6883741"/>
              <a:gd name="connsiteX405" fmla="*/ 8893760 w 13390131"/>
              <a:gd name="connsiteY405" fmla="*/ 1118480 h 6883741"/>
              <a:gd name="connsiteX406" fmla="*/ 8982611 w 13390131"/>
              <a:gd name="connsiteY406" fmla="*/ 1295036 h 6883741"/>
              <a:gd name="connsiteX407" fmla="*/ 8883753 w 13390131"/>
              <a:gd name="connsiteY407" fmla="*/ 1400841 h 6883741"/>
              <a:gd name="connsiteX408" fmla="*/ 8681957 w 13390131"/>
              <a:gd name="connsiteY408" fmla="*/ 1321423 h 6883741"/>
              <a:gd name="connsiteX409" fmla="*/ 8578956 w 13390131"/>
              <a:gd name="connsiteY409" fmla="*/ 1462413 h 6883741"/>
              <a:gd name="connsiteX410" fmla="*/ 8692856 w 13390131"/>
              <a:gd name="connsiteY410" fmla="*/ 1624754 h 6883741"/>
              <a:gd name="connsiteX411" fmla="*/ 8647920 w 13390131"/>
              <a:gd name="connsiteY411" fmla="*/ 1951604 h 6883741"/>
              <a:gd name="connsiteX412" fmla="*/ 8555691 w 13390131"/>
              <a:gd name="connsiteY412" fmla="*/ 2052502 h 6883741"/>
              <a:gd name="connsiteX413" fmla="*/ 8364220 w 13390131"/>
              <a:gd name="connsiteY413" fmla="*/ 1970917 h 6883741"/>
              <a:gd name="connsiteX414" fmla="*/ 8248853 w 13390131"/>
              <a:gd name="connsiteY414" fmla="*/ 2108018 h 6883741"/>
              <a:gd name="connsiteX415" fmla="*/ 8354277 w 13390131"/>
              <a:gd name="connsiteY415" fmla="*/ 2280494 h 6883741"/>
              <a:gd name="connsiteX416" fmla="*/ 8229477 w 13390131"/>
              <a:gd name="connsiteY416" fmla="*/ 2424862 h 6883741"/>
              <a:gd name="connsiteX417" fmla="*/ 8058275 w 13390131"/>
              <a:gd name="connsiteY417" fmla="*/ 2306244 h 6883741"/>
              <a:gd name="connsiteX418" fmla="*/ 7932392 w 13390131"/>
              <a:gd name="connsiteY418" fmla="*/ 2458133 h 6883741"/>
              <a:gd name="connsiteX419" fmla="*/ 8061462 w 13390131"/>
              <a:gd name="connsiteY419" fmla="*/ 2602564 h 6883741"/>
              <a:gd name="connsiteX420" fmla="*/ 8228839 w 13390131"/>
              <a:gd name="connsiteY420" fmla="*/ 2483692 h 6883741"/>
              <a:gd name="connsiteX421" fmla="*/ 8259626 w 13390131"/>
              <a:gd name="connsiteY421" fmla="*/ 2550235 h 6883741"/>
              <a:gd name="connsiteX422" fmla="*/ 8308513 w 13390131"/>
              <a:gd name="connsiteY422" fmla="*/ 2607026 h 6883741"/>
              <a:gd name="connsiteX423" fmla="*/ 8226163 w 13390131"/>
              <a:gd name="connsiteY423" fmla="*/ 2699064 h 6883741"/>
              <a:gd name="connsiteX424" fmla="*/ 8032843 w 13390131"/>
              <a:gd name="connsiteY424" fmla="*/ 2623917 h 6883741"/>
              <a:gd name="connsiteX425" fmla="*/ 7920281 w 13390131"/>
              <a:gd name="connsiteY425" fmla="*/ 2753178 h 6883741"/>
              <a:gd name="connsiteX426" fmla="*/ 8021243 w 13390131"/>
              <a:gd name="connsiteY426" fmla="*/ 2934386 h 6883741"/>
              <a:gd name="connsiteX427" fmla="*/ 7946095 w 13390131"/>
              <a:gd name="connsiteY427" fmla="*/ 2984803 h 6883741"/>
              <a:gd name="connsiteX428" fmla="*/ 7902180 w 13390131"/>
              <a:gd name="connsiteY428" fmla="*/ 3067344 h 6883741"/>
              <a:gd name="connsiteX429" fmla="*/ 7806253 w 13390131"/>
              <a:gd name="connsiteY429" fmla="*/ 2964980 h 6883741"/>
              <a:gd name="connsiteX430" fmla="*/ 7709435 w 13390131"/>
              <a:gd name="connsiteY430" fmla="*/ 2961857 h 6883741"/>
              <a:gd name="connsiteX431" fmla="*/ 7600760 w 13390131"/>
              <a:gd name="connsiteY431" fmla="*/ 3110113 h 6883741"/>
              <a:gd name="connsiteX432" fmla="*/ 7715681 w 13390131"/>
              <a:gd name="connsiteY432" fmla="*/ 3255627 h 6883741"/>
              <a:gd name="connsiteX433" fmla="*/ 7828689 w 13390131"/>
              <a:gd name="connsiteY433" fmla="*/ 3240904 h 6883741"/>
              <a:gd name="connsiteX434" fmla="*/ 7901861 w 13390131"/>
              <a:gd name="connsiteY434" fmla="*/ 3154092 h 6883741"/>
              <a:gd name="connsiteX435" fmla="*/ 7984530 w 13390131"/>
              <a:gd name="connsiteY435" fmla="*/ 3263722 h 6883741"/>
              <a:gd name="connsiteX436" fmla="*/ 7898802 w 13390131"/>
              <a:gd name="connsiteY436" fmla="*/ 3360796 h 6883741"/>
              <a:gd name="connsiteX437" fmla="*/ 7757366 w 13390131"/>
              <a:gd name="connsiteY437" fmla="*/ 3273729 h 6883741"/>
              <a:gd name="connsiteX438" fmla="*/ 7633777 w 13390131"/>
              <a:gd name="connsiteY438" fmla="*/ 3326313 h 6883741"/>
              <a:gd name="connsiteX439" fmla="*/ 7643847 w 13390131"/>
              <a:gd name="connsiteY439" fmla="*/ 3555707 h 6883741"/>
              <a:gd name="connsiteX440" fmla="*/ 7779929 w 13390131"/>
              <a:gd name="connsiteY440" fmla="*/ 3596181 h 6883741"/>
              <a:gd name="connsiteX441" fmla="*/ 7898674 w 13390131"/>
              <a:gd name="connsiteY441" fmla="*/ 3511409 h 6883741"/>
              <a:gd name="connsiteX442" fmla="*/ 7984339 w 13390131"/>
              <a:gd name="connsiteY442" fmla="*/ 3608164 h 6883741"/>
              <a:gd name="connsiteX443" fmla="*/ 7902945 w 13390131"/>
              <a:gd name="connsiteY443" fmla="*/ 3722065 h 6883741"/>
              <a:gd name="connsiteX444" fmla="*/ 7890834 w 13390131"/>
              <a:gd name="connsiteY444" fmla="*/ 3696569 h 6883741"/>
              <a:gd name="connsiteX445" fmla="*/ 7738244 w 13390131"/>
              <a:gd name="connsiteY445" fmla="*/ 3612052 h 6883741"/>
              <a:gd name="connsiteX446" fmla="*/ 7607453 w 13390131"/>
              <a:gd name="connsiteY446" fmla="*/ 3718431 h 6883741"/>
              <a:gd name="connsiteX447" fmla="*/ 7706693 w 13390131"/>
              <a:gd name="connsiteY447" fmla="*/ 3909965 h 6883741"/>
              <a:gd name="connsiteX448" fmla="*/ 7892364 w 13390131"/>
              <a:gd name="connsiteY448" fmla="*/ 3828826 h 6883741"/>
              <a:gd name="connsiteX449" fmla="*/ 7902753 w 13390131"/>
              <a:gd name="connsiteY449" fmla="*/ 3807410 h 6883741"/>
              <a:gd name="connsiteX450" fmla="*/ 8019777 w 13390131"/>
              <a:gd name="connsiteY450" fmla="*/ 3937118 h 6883741"/>
              <a:gd name="connsiteX451" fmla="*/ 8001293 w 13390131"/>
              <a:gd name="connsiteY451" fmla="*/ 3948463 h 6883741"/>
              <a:gd name="connsiteX452" fmla="*/ 7919134 w 13390131"/>
              <a:gd name="connsiteY452" fmla="*/ 4116860 h 6883741"/>
              <a:gd name="connsiteX453" fmla="*/ 8043169 w 13390131"/>
              <a:gd name="connsiteY453" fmla="*/ 4251730 h 6883741"/>
              <a:gd name="connsiteX454" fmla="*/ 8211121 w 13390131"/>
              <a:gd name="connsiteY454" fmla="*/ 4193601 h 6883741"/>
              <a:gd name="connsiteX455" fmla="*/ 8223613 w 13390131"/>
              <a:gd name="connsiteY455" fmla="*/ 4177220 h 6883741"/>
              <a:gd name="connsiteX456" fmla="*/ 8227310 w 13390131"/>
              <a:gd name="connsiteY456" fmla="*/ 4175563 h 6883741"/>
              <a:gd name="connsiteX457" fmla="*/ 8313548 w 13390131"/>
              <a:gd name="connsiteY457" fmla="*/ 4268111 h 6883741"/>
              <a:gd name="connsiteX458" fmla="*/ 8230433 w 13390131"/>
              <a:gd name="connsiteY458" fmla="*/ 4388640 h 6883741"/>
              <a:gd name="connsiteX459" fmla="*/ 8150505 w 13390131"/>
              <a:gd name="connsiteY459" fmla="*/ 4287105 h 6883741"/>
              <a:gd name="connsiteX460" fmla="*/ 8048077 w 13390131"/>
              <a:gd name="connsiteY460" fmla="*/ 4273848 h 6883741"/>
              <a:gd name="connsiteX461" fmla="*/ 7931818 w 13390131"/>
              <a:gd name="connsiteY461" fmla="*/ 4422422 h 6883741"/>
              <a:gd name="connsiteX462" fmla="*/ 8054706 w 13390131"/>
              <a:gd name="connsiteY462" fmla="*/ 4567490 h 6883741"/>
              <a:gd name="connsiteX463" fmla="*/ 8230943 w 13390131"/>
              <a:gd name="connsiteY463" fmla="*/ 4449255 h 6883741"/>
              <a:gd name="connsiteX464" fmla="*/ 8273074 w 13390131"/>
              <a:gd name="connsiteY464" fmla="*/ 4537087 h 6883741"/>
              <a:gd name="connsiteX465" fmla="*/ 8353768 w 13390131"/>
              <a:gd name="connsiteY465" fmla="*/ 4591455 h 6883741"/>
              <a:gd name="connsiteX466" fmla="*/ 8250065 w 13390131"/>
              <a:gd name="connsiteY466" fmla="*/ 4771962 h 6883741"/>
              <a:gd name="connsiteX467" fmla="*/ 8366642 w 13390131"/>
              <a:gd name="connsiteY467" fmla="*/ 4901797 h 6883741"/>
              <a:gd name="connsiteX468" fmla="*/ 8554862 w 13390131"/>
              <a:gd name="connsiteY468" fmla="*/ 4821870 h 6883741"/>
              <a:gd name="connsiteX469" fmla="*/ 8647155 w 13390131"/>
              <a:gd name="connsiteY469" fmla="*/ 4921493 h 6883741"/>
              <a:gd name="connsiteX470" fmla="*/ 8563977 w 13390131"/>
              <a:gd name="connsiteY470" fmla="*/ 5099514 h 6883741"/>
              <a:gd name="connsiteX471" fmla="*/ 8694577 w 13390131"/>
              <a:gd name="connsiteY471" fmla="*/ 5245666 h 6883741"/>
              <a:gd name="connsiteX472" fmla="*/ 8580740 w 13390131"/>
              <a:gd name="connsiteY472" fmla="*/ 5428722 h 6883741"/>
              <a:gd name="connsiteX473" fmla="*/ 8692920 w 13390131"/>
              <a:gd name="connsiteY473" fmla="*/ 5554924 h 6883741"/>
              <a:gd name="connsiteX474" fmla="*/ 8884327 w 13390131"/>
              <a:gd name="connsiteY474" fmla="*/ 5471108 h 6883741"/>
              <a:gd name="connsiteX475" fmla="*/ 8982675 w 13390131"/>
              <a:gd name="connsiteY475" fmla="*/ 5577233 h 6883741"/>
              <a:gd name="connsiteX476" fmla="*/ 8897648 w 13390131"/>
              <a:gd name="connsiteY476" fmla="*/ 5766217 h 6883741"/>
              <a:gd name="connsiteX477" fmla="*/ 9034622 w 13390131"/>
              <a:gd name="connsiteY477" fmla="*/ 5900832 h 6883741"/>
              <a:gd name="connsiteX478" fmla="*/ 8913647 w 13390131"/>
              <a:gd name="connsiteY478" fmla="*/ 6096573 h 6883741"/>
              <a:gd name="connsiteX479" fmla="*/ 9040805 w 13390131"/>
              <a:gd name="connsiteY479" fmla="*/ 6213469 h 6883741"/>
              <a:gd name="connsiteX480" fmla="*/ 9211178 w 13390131"/>
              <a:gd name="connsiteY480" fmla="*/ 6120857 h 6883741"/>
              <a:gd name="connsiteX481" fmla="*/ 9254329 w 13390131"/>
              <a:gd name="connsiteY481" fmla="*/ 6184404 h 6883741"/>
              <a:gd name="connsiteX482" fmla="*/ 9312969 w 13390131"/>
              <a:gd name="connsiteY482" fmla="*/ 6233355 h 6883741"/>
              <a:gd name="connsiteX483" fmla="*/ 9228451 w 13390131"/>
              <a:gd name="connsiteY483" fmla="*/ 6417878 h 6883741"/>
              <a:gd name="connsiteX484" fmla="*/ 9383272 w 13390131"/>
              <a:gd name="connsiteY484" fmla="*/ 6555043 h 6883741"/>
              <a:gd name="connsiteX485" fmla="*/ 9237693 w 13390131"/>
              <a:gd name="connsiteY485" fmla="*/ 6701003 h 6883741"/>
              <a:gd name="connsiteX486" fmla="*/ 9340440 w 13390131"/>
              <a:gd name="connsiteY486" fmla="*/ 6858565 h 6883741"/>
              <a:gd name="connsiteX487" fmla="*/ 9458739 w 13390131"/>
              <a:gd name="connsiteY487" fmla="*/ 6853848 h 6883741"/>
              <a:gd name="connsiteX488" fmla="*/ 9540834 w 13390131"/>
              <a:gd name="connsiteY488" fmla="*/ 6767610 h 6883741"/>
              <a:gd name="connsiteX489" fmla="*/ 9547717 w 13390131"/>
              <a:gd name="connsiteY489" fmla="*/ 6782143 h 6883741"/>
              <a:gd name="connsiteX490" fmla="*/ 9623184 w 13390131"/>
              <a:gd name="connsiteY490" fmla="*/ 6871886 h 6883741"/>
              <a:gd name="connsiteX491" fmla="*/ 9623120 w 13390131"/>
              <a:gd name="connsiteY491" fmla="*/ 6871886 h 6883741"/>
              <a:gd name="connsiteX492" fmla="*/ 9635804 w 13390131"/>
              <a:gd name="connsiteY492" fmla="*/ 6883741 h 6883741"/>
              <a:gd name="connsiteX493" fmla="*/ 1502321 w 13390131"/>
              <a:gd name="connsiteY493" fmla="*/ 6883741 h 6883741"/>
              <a:gd name="connsiteX494" fmla="*/ 0 w 13390131"/>
              <a:gd name="connsiteY494" fmla="*/ 6883741 h 688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</a:cxnLst>
            <a:rect l="l" t="t" r="r" b="b"/>
            <a:pathLst>
              <a:path w="13390131" h="6883741">
                <a:moveTo>
                  <a:pt x="8409028" y="6677356"/>
                </a:moveTo>
                <a:cubicBezTo>
                  <a:pt x="8389971" y="6677675"/>
                  <a:pt x="8374164" y="6694120"/>
                  <a:pt x="8374801" y="6712922"/>
                </a:cubicBezTo>
                <a:cubicBezTo>
                  <a:pt x="8375502" y="6731980"/>
                  <a:pt x="8391883" y="6747023"/>
                  <a:pt x="8411132" y="6746258"/>
                </a:cubicBezTo>
                <a:cubicBezTo>
                  <a:pt x="8430572" y="6745429"/>
                  <a:pt x="8444722" y="6729495"/>
                  <a:pt x="8443639" y="6709671"/>
                </a:cubicBezTo>
                <a:cubicBezTo>
                  <a:pt x="8442619" y="6691252"/>
                  <a:pt x="8427449" y="6677037"/>
                  <a:pt x="8409028" y="6677356"/>
                </a:cubicBezTo>
                <a:close/>
                <a:moveTo>
                  <a:pt x="8736389" y="6629553"/>
                </a:moveTo>
                <a:cubicBezTo>
                  <a:pt x="8691518" y="6630126"/>
                  <a:pt x="8655059" y="6666648"/>
                  <a:pt x="8654677" y="6711329"/>
                </a:cubicBezTo>
                <a:cubicBezTo>
                  <a:pt x="8654294" y="6756520"/>
                  <a:pt x="8692155" y="6794571"/>
                  <a:pt x="8737537" y="6794571"/>
                </a:cubicBezTo>
                <a:cubicBezTo>
                  <a:pt x="8783428" y="6794571"/>
                  <a:pt x="8820014" y="6757603"/>
                  <a:pt x="8819760" y="6711329"/>
                </a:cubicBezTo>
                <a:cubicBezTo>
                  <a:pt x="8819505" y="6665055"/>
                  <a:pt x="8782727" y="6628979"/>
                  <a:pt x="8736389" y="6629553"/>
                </a:cubicBezTo>
                <a:close/>
                <a:moveTo>
                  <a:pt x="9065790" y="6587868"/>
                </a:moveTo>
                <a:cubicBezTo>
                  <a:pt x="8997208" y="6587804"/>
                  <a:pt x="8942265" y="6642556"/>
                  <a:pt x="8941946" y="6711202"/>
                </a:cubicBezTo>
                <a:cubicBezTo>
                  <a:pt x="8941628" y="6779847"/>
                  <a:pt x="8995806" y="6835173"/>
                  <a:pt x="9064388" y="6836193"/>
                </a:cubicBezTo>
                <a:lnTo>
                  <a:pt x="9064452" y="6836256"/>
                </a:lnTo>
                <a:cubicBezTo>
                  <a:pt x="9132780" y="6837212"/>
                  <a:pt x="9190272" y="6780039"/>
                  <a:pt x="9190017" y="6711456"/>
                </a:cubicBezTo>
                <a:cubicBezTo>
                  <a:pt x="9189698" y="6643384"/>
                  <a:pt x="9133990" y="6587868"/>
                  <a:pt x="9065790" y="6587868"/>
                </a:cubicBezTo>
                <a:close/>
                <a:moveTo>
                  <a:pt x="8084663" y="6370265"/>
                </a:moveTo>
                <a:cubicBezTo>
                  <a:pt x="8076314" y="6369819"/>
                  <a:pt x="8068282" y="6377021"/>
                  <a:pt x="8067709" y="6385307"/>
                </a:cubicBezTo>
                <a:cubicBezTo>
                  <a:pt x="8067199" y="6393530"/>
                  <a:pt x="8074401" y="6401497"/>
                  <a:pt x="8082879" y="6402007"/>
                </a:cubicBezTo>
                <a:cubicBezTo>
                  <a:pt x="8091802" y="6402581"/>
                  <a:pt x="8098940" y="6396079"/>
                  <a:pt x="8099387" y="6387092"/>
                </a:cubicBezTo>
                <a:cubicBezTo>
                  <a:pt x="8099833" y="6377978"/>
                  <a:pt x="8093459" y="6370711"/>
                  <a:pt x="8084663" y="6370265"/>
                </a:cubicBezTo>
                <a:close/>
                <a:moveTo>
                  <a:pt x="8408901" y="6328453"/>
                </a:moveTo>
                <a:cubicBezTo>
                  <a:pt x="8376905" y="6328771"/>
                  <a:pt x="8350963" y="6355478"/>
                  <a:pt x="8351600" y="6387283"/>
                </a:cubicBezTo>
                <a:cubicBezTo>
                  <a:pt x="8352301" y="6419280"/>
                  <a:pt x="8378816" y="6444329"/>
                  <a:pt x="8411259" y="6443628"/>
                </a:cubicBezTo>
                <a:lnTo>
                  <a:pt x="8411259" y="6443564"/>
                </a:lnTo>
                <a:cubicBezTo>
                  <a:pt x="8442683" y="6442863"/>
                  <a:pt x="8466966" y="6417750"/>
                  <a:pt x="8466966" y="6386072"/>
                </a:cubicBezTo>
                <a:cubicBezTo>
                  <a:pt x="8466903" y="6353502"/>
                  <a:pt x="8441344" y="6328134"/>
                  <a:pt x="8408901" y="6328453"/>
                </a:cubicBezTo>
                <a:close/>
                <a:moveTo>
                  <a:pt x="8737473" y="6282306"/>
                </a:moveTo>
                <a:cubicBezTo>
                  <a:pt x="8679152" y="6282306"/>
                  <a:pt x="8633069" y="6329026"/>
                  <a:pt x="8633770" y="6387411"/>
                </a:cubicBezTo>
                <a:cubicBezTo>
                  <a:pt x="8634472" y="6444966"/>
                  <a:pt x="8680172" y="6489966"/>
                  <a:pt x="8737792" y="6489838"/>
                </a:cubicBezTo>
                <a:lnTo>
                  <a:pt x="8737855" y="6489838"/>
                </a:lnTo>
                <a:cubicBezTo>
                  <a:pt x="8796049" y="6489711"/>
                  <a:pt x="8842450" y="6442863"/>
                  <a:pt x="8841813" y="6384797"/>
                </a:cubicBezTo>
                <a:cubicBezTo>
                  <a:pt x="8841176" y="6327879"/>
                  <a:pt x="8794774" y="6282306"/>
                  <a:pt x="8737473" y="6282306"/>
                </a:cubicBezTo>
                <a:close/>
                <a:moveTo>
                  <a:pt x="9063750" y="6242215"/>
                </a:moveTo>
                <a:cubicBezTo>
                  <a:pt x="8985862" y="6243490"/>
                  <a:pt x="8923717" y="6307483"/>
                  <a:pt x="8924418" y="6385626"/>
                </a:cubicBezTo>
                <a:cubicBezTo>
                  <a:pt x="8925119" y="6463196"/>
                  <a:pt x="8989750" y="6526360"/>
                  <a:pt x="9067384" y="6525341"/>
                </a:cubicBezTo>
                <a:lnTo>
                  <a:pt x="9067320" y="6525277"/>
                </a:lnTo>
                <a:cubicBezTo>
                  <a:pt x="9144954" y="6524257"/>
                  <a:pt x="9208374" y="6459180"/>
                  <a:pt x="9206908" y="6381993"/>
                </a:cubicBezTo>
                <a:cubicBezTo>
                  <a:pt x="9205442" y="6303850"/>
                  <a:pt x="9141001" y="6240940"/>
                  <a:pt x="9063750" y="6242215"/>
                </a:cubicBezTo>
                <a:close/>
                <a:moveTo>
                  <a:pt x="8081222" y="6021616"/>
                </a:moveTo>
                <a:cubicBezTo>
                  <a:pt x="8061717" y="6021744"/>
                  <a:pt x="8044636" y="6039017"/>
                  <a:pt x="8044826" y="6058457"/>
                </a:cubicBezTo>
                <a:cubicBezTo>
                  <a:pt x="8045018" y="6078025"/>
                  <a:pt x="8062100" y="6094724"/>
                  <a:pt x="8081795" y="6094597"/>
                </a:cubicBezTo>
                <a:lnTo>
                  <a:pt x="8081859" y="6094597"/>
                </a:lnTo>
                <a:cubicBezTo>
                  <a:pt x="8102063" y="6094469"/>
                  <a:pt x="8117807" y="6078280"/>
                  <a:pt x="8117680" y="6057883"/>
                </a:cubicBezTo>
                <a:cubicBezTo>
                  <a:pt x="8117488" y="6037615"/>
                  <a:pt x="8101236" y="6021425"/>
                  <a:pt x="8081222" y="6021616"/>
                </a:cubicBezTo>
                <a:close/>
                <a:moveTo>
                  <a:pt x="8408519" y="5974386"/>
                </a:moveTo>
                <a:cubicBezTo>
                  <a:pt x="8361671" y="5974833"/>
                  <a:pt x="8323874" y="6013521"/>
                  <a:pt x="8325085" y="6059732"/>
                </a:cubicBezTo>
                <a:cubicBezTo>
                  <a:pt x="8326296" y="6106580"/>
                  <a:pt x="8364667" y="6142974"/>
                  <a:pt x="8411706" y="6141954"/>
                </a:cubicBezTo>
                <a:lnTo>
                  <a:pt x="8411706" y="6142018"/>
                </a:lnTo>
                <a:cubicBezTo>
                  <a:pt x="8457725" y="6140998"/>
                  <a:pt x="8493737" y="6103966"/>
                  <a:pt x="8493546" y="6057756"/>
                </a:cubicBezTo>
                <a:cubicBezTo>
                  <a:pt x="8493354" y="6010717"/>
                  <a:pt x="8455812" y="5973940"/>
                  <a:pt x="8408519" y="5974386"/>
                </a:cubicBezTo>
                <a:close/>
                <a:moveTo>
                  <a:pt x="8736900" y="5932765"/>
                </a:moveTo>
                <a:cubicBezTo>
                  <a:pt x="8667233" y="5933084"/>
                  <a:pt x="8612163" y="5988600"/>
                  <a:pt x="8612163" y="6058266"/>
                </a:cubicBezTo>
                <a:cubicBezTo>
                  <a:pt x="8612227" y="6127741"/>
                  <a:pt x="8667680" y="6183321"/>
                  <a:pt x="8737218" y="6183512"/>
                </a:cubicBezTo>
                <a:lnTo>
                  <a:pt x="8737282" y="6183512"/>
                </a:lnTo>
                <a:cubicBezTo>
                  <a:pt x="8807458" y="6183703"/>
                  <a:pt x="8864759" y="6126211"/>
                  <a:pt x="8863676" y="6056736"/>
                </a:cubicBezTo>
                <a:cubicBezTo>
                  <a:pt x="8862592" y="5987453"/>
                  <a:pt x="8806311" y="5932446"/>
                  <a:pt x="8736900" y="5932765"/>
                </a:cubicBezTo>
                <a:close/>
                <a:moveTo>
                  <a:pt x="7756601" y="5710127"/>
                </a:moveTo>
                <a:cubicBezTo>
                  <a:pt x="7746020" y="5709617"/>
                  <a:pt x="7736332" y="5718987"/>
                  <a:pt x="7736204" y="5729886"/>
                </a:cubicBezTo>
                <a:cubicBezTo>
                  <a:pt x="7736077" y="5740849"/>
                  <a:pt x="7745383" y="5750218"/>
                  <a:pt x="7756155" y="5750027"/>
                </a:cubicBezTo>
                <a:cubicBezTo>
                  <a:pt x="7766672" y="5749836"/>
                  <a:pt x="7776105" y="5739829"/>
                  <a:pt x="7775595" y="5729249"/>
                </a:cubicBezTo>
                <a:cubicBezTo>
                  <a:pt x="7775085" y="5719752"/>
                  <a:pt x="7766034" y="5710573"/>
                  <a:pt x="7756601" y="5710127"/>
                </a:cubicBezTo>
                <a:close/>
                <a:moveTo>
                  <a:pt x="8081604" y="5667168"/>
                </a:moveTo>
                <a:cubicBezTo>
                  <a:pt x="8045974" y="5667168"/>
                  <a:pt x="8017419" y="5695914"/>
                  <a:pt x="8018120" y="5731161"/>
                </a:cubicBezTo>
                <a:cubicBezTo>
                  <a:pt x="8018821" y="5765771"/>
                  <a:pt x="8046739" y="5792987"/>
                  <a:pt x="8081476" y="5792987"/>
                </a:cubicBezTo>
                <a:cubicBezTo>
                  <a:pt x="8116468" y="5792987"/>
                  <a:pt x="8144131" y="5765962"/>
                  <a:pt x="8144705" y="5731288"/>
                </a:cubicBezTo>
                <a:cubicBezTo>
                  <a:pt x="8145278" y="5695531"/>
                  <a:pt x="8117425" y="5667168"/>
                  <a:pt x="8081604" y="5667168"/>
                </a:cubicBezTo>
                <a:close/>
                <a:moveTo>
                  <a:pt x="8409985" y="5622168"/>
                </a:moveTo>
                <a:cubicBezTo>
                  <a:pt x="8350581" y="5621977"/>
                  <a:pt x="8301629" y="5670418"/>
                  <a:pt x="8301310" y="5729631"/>
                </a:cubicBezTo>
                <a:cubicBezTo>
                  <a:pt x="8300992" y="5788908"/>
                  <a:pt x="8349561" y="5837668"/>
                  <a:pt x="8409028" y="5837859"/>
                </a:cubicBezTo>
                <a:lnTo>
                  <a:pt x="8409028" y="5837922"/>
                </a:lnTo>
                <a:cubicBezTo>
                  <a:pt x="8469070" y="5838114"/>
                  <a:pt x="8516874" y="5790629"/>
                  <a:pt x="8517002" y="5730587"/>
                </a:cubicBezTo>
                <a:cubicBezTo>
                  <a:pt x="8517192" y="5670418"/>
                  <a:pt x="8469708" y="5622359"/>
                  <a:pt x="8409985" y="5622168"/>
                </a:cubicBezTo>
                <a:close/>
                <a:moveTo>
                  <a:pt x="8737537" y="5585710"/>
                </a:moveTo>
                <a:cubicBezTo>
                  <a:pt x="8657928" y="5585710"/>
                  <a:pt x="8593488" y="5650659"/>
                  <a:pt x="8593743" y="5730651"/>
                </a:cubicBezTo>
                <a:cubicBezTo>
                  <a:pt x="8593998" y="5810515"/>
                  <a:pt x="8658884" y="5874700"/>
                  <a:pt x="8738811" y="5874190"/>
                </a:cubicBezTo>
                <a:cubicBezTo>
                  <a:pt x="8817210" y="5873616"/>
                  <a:pt x="8881586" y="5809049"/>
                  <a:pt x="8881969" y="5730523"/>
                </a:cubicBezTo>
                <a:cubicBezTo>
                  <a:pt x="8882415" y="5651488"/>
                  <a:pt x="8816764" y="5585710"/>
                  <a:pt x="8737537" y="5585710"/>
                </a:cubicBezTo>
                <a:close/>
                <a:moveTo>
                  <a:pt x="7754689" y="5360586"/>
                </a:moveTo>
                <a:cubicBezTo>
                  <a:pt x="7732444" y="5361160"/>
                  <a:pt x="7714024" y="5379835"/>
                  <a:pt x="7714024" y="5402016"/>
                </a:cubicBezTo>
                <a:cubicBezTo>
                  <a:pt x="7713960" y="5425153"/>
                  <a:pt x="7733400" y="5443956"/>
                  <a:pt x="7756856" y="5443446"/>
                </a:cubicBezTo>
                <a:lnTo>
                  <a:pt x="7756919" y="5443446"/>
                </a:lnTo>
                <a:cubicBezTo>
                  <a:pt x="7780503" y="5442936"/>
                  <a:pt x="7798095" y="5423815"/>
                  <a:pt x="7797011" y="5399849"/>
                </a:cubicBezTo>
                <a:cubicBezTo>
                  <a:pt x="7795991" y="5377222"/>
                  <a:pt x="7777380" y="5360012"/>
                  <a:pt x="7754689" y="5360586"/>
                </a:cubicBezTo>
                <a:close/>
                <a:moveTo>
                  <a:pt x="8081604" y="5313611"/>
                </a:moveTo>
                <a:cubicBezTo>
                  <a:pt x="8032142" y="5313547"/>
                  <a:pt x="7992880" y="5352555"/>
                  <a:pt x="7992880" y="5401952"/>
                </a:cubicBezTo>
                <a:cubicBezTo>
                  <a:pt x="7992816" y="5451350"/>
                  <a:pt x="8032015" y="5490548"/>
                  <a:pt x="8081412" y="5490548"/>
                </a:cubicBezTo>
                <a:cubicBezTo>
                  <a:pt x="8130619" y="5490548"/>
                  <a:pt x="8170582" y="5450967"/>
                  <a:pt x="8170646" y="5402143"/>
                </a:cubicBezTo>
                <a:cubicBezTo>
                  <a:pt x="8170710" y="5353320"/>
                  <a:pt x="8130873" y="5313675"/>
                  <a:pt x="8081604" y="5313611"/>
                </a:cubicBezTo>
                <a:close/>
                <a:moveTo>
                  <a:pt x="8408136" y="5272946"/>
                </a:moveTo>
                <a:cubicBezTo>
                  <a:pt x="8337195" y="5273456"/>
                  <a:pt x="8280595" y="5330629"/>
                  <a:pt x="8280404" y="5401761"/>
                </a:cubicBezTo>
                <a:cubicBezTo>
                  <a:pt x="8280213" y="5473913"/>
                  <a:pt x="8337578" y="5531150"/>
                  <a:pt x="8409857" y="5531023"/>
                </a:cubicBezTo>
                <a:lnTo>
                  <a:pt x="8409921" y="5530959"/>
                </a:lnTo>
                <a:cubicBezTo>
                  <a:pt x="8481818" y="5530895"/>
                  <a:pt x="8539374" y="5472957"/>
                  <a:pt x="8538991" y="5401124"/>
                </a:cubicBezTo>
                <a:cubicBezTo>
                  <a:pt x="8538546" y="5329545"/>
                  <a:pt x="8480288" y="5272436"/>
                  <a:pt x="8408136" y="5272946"/>
                </a:cubicBezTo>
                <a:close/>
                <a:moveTo>
                  <a:pt x="7427519" y="5051519"/>
                </a:moveTo>
                <a:cubicBezTo>
                  <a:pt x="7414389" y="5051710"/>
                  <a:pt x="7404828" y="5061908"/>
                  <a:pt x="7405402" y="5075102"/>
                </a:cubicBezTo>
                <a:cubicBezTo>
                  <a:pt x="7405911" y="5087977"/>
                  <a:pt x="7416747" y="5097793"/>
                  <a:pt x="7429495" y="5096837"/>
                </a:cubicBezTo>
                <a:cubicBezTo>
                  <a:pt x="7441095" y="5096008"/>
                  <a:pt x="7450847" y="5085683"/>
                  <a:pt x="7450975" y="5074273"/>
                </a:cubicBezTo>
                <a:cubicBezTo>
                  <a:pt x="7451038" y="5061781"/>
                  <a:pt x="7440266" y="5051392"/>
                  <a:pt x="7427519" y="5051519"/>
                </a:cubicBezTo>
                <a:close/>
                <a:moveTo>
                  <a:pt x="7755581" y="5006073"/>
                </a:moveTo>
                <a:cubicBezTo>
                  <a:pt x="7717657" y="5006137"/>
                  <a:pt x="7686935" y="5036731"/>
                  <a:pt x="7687062" y="5074273"/>
                </a:cubicBezTo>
                <a:cubicBezTo>
                  <a:pt x="7687189" y="5111752"/>
                  <a:pt x="7718167" y="5142282"/>
                  <a:pt x="7755964" y="5142219"/>
                </a:cubicBezTo>
                <a:cubicBezTo>
                  <a:pt x="7794079" y="5142155"/>
                  <a:pt x="7823973" y="5112007"/>
                  <a:pt x="7823909" y="5073891"/>
                </a:cubicBezTo>
                <a:cubicBezTo>
                  <a:pt x="7823845" y="5035648"/>
                  <a:pt x="7793952" y="5006010"/>
                  <a:pt x="7755581" y="5006073"/>
                </a:cubicBezTo>
                <a:close/>
                <a:moveTo>
                  <a:pt x="8078736" y="4961648"/>
                </a:moveTo>
                <a:cubicBezTo>
                  <a:pt x="8017036" y="4963114"/>
                  <a:pt x="7968531" y="5014360"/>
                  <a:pt x="7969679" y="5076823"/>
                </a:cubicBezTo>
                <a:cubicBezTo>
                  <a:pt x="7970826" y="5138522"/>
                  <a:pt x="8022136" y="5187409"/>
                  <a:pt x="8084408" y="5186134"/>
                </a:cubicBezTo>
                <a:cubicBezTo>
                  <a:pt x="8144896" y="5184860"/>
                  <a:pt x="8194484" y="5133869"/>
                  <a:pt x="8194038" y="5073445"/>
                </a:cubicBezTo>
                <a:cubicBezTo>
                  <a:pt x="8193656" y="5011045"/>
                  <a:pt x="8141135" y="4960182"/>
                  <a:pt x="8078736" y="4961648"/>
                </a:cubicBezTo>
                <a:close/>
                <a:moveTo>
                  <a:pt x="8410304" y="4926656"/>
                </a:moveTo>
                <a:cubicBezTo>
                  <a:pt x="8329101" y="4925508"/>
                  <a:pt x="8263003" y="4991669"/>
                  <a:pt x="8262685" y="5073318"/>
                </a:cubicBezTo>
                <a:cubicBezTo>
                  <a:pt x="8262302" y="5155030"/>
                  <a:pt x="8327507" y="5221127"/>
                  <a:pt x="8408901" y="5221573"/>
                </a:cubicBezTo>
                <a:lnTo>
                  <a:pt x="8408901" y="5221636"/>
                </a:lnTo>
                <a:cubicBezTo>
                  <a:pt x="8489212" y="5222083"/>
                  <a:pt x="8558049" y="5155030"/>
                  <a:pt x="8557220" y="5074720"/>
                </a:cubicBezTo>
                <a:cubicBezTo>
                  <a:pt x="8556392" y="4992051"/>
                  <a:pt x="8493100" y="4927803"/>
                  <a:pt x="8410304" y="4926656"/>
                </a:cubicBezTo>
                <a:close/>
                <a:moveTo>
                  <a:pt x="7427710" y="4699938"/>
                </a:moveTo>
                <a:cubicBezTo>
                  <a:pt x="7401769" y="4699938"/>
                  <a:pt x="7381755" y="4720526"/>
                  <a:pt x="7382073" y="4746722"/>
                </a:cubicBezTo>
                <a:cubicBezTo>
                  <a:pt x="7382392" y="4772919"/>
                  <a:pt x="7402980" y="4792614"/>
                  <a:pt x="7429176" y="4791913"/>
                </a:cubicBezTo>
                <a:lnTo>
                  <a:pt x="7429112" y="4791976"/>
                </a:lnTo>
                <a:cubicBezTo>
                  <a:pt x="7453843" y="4791339"/>
                  <a:pt x="7473921" y="4771007"/>
                  <a:pt x="7474175" y="4746467"/>
                </a:cubicBezTo>
                <a:cubicBezTo>
                  <a:pt x="7474494" y="4721163"/>
                  <a:pt x="7453206" y="4699874"/>
                  <a:pt x="7427710" y="4699938"/>
                </a:cubicBezTo>
                <a:close/>
                <a:moveTo>
                  <a:pt x="7754306" y="4652389"/>
                </a:moveTo>
                <a:cubicBezTo>
                  <a:pt x="7702423" y="4653154"/>
                  <a:pt x="7662077" y="4694393"/>
                  <a:pt x="7662204" y="4746467"/>
                </a:cubicBezTo>
                <a:cubicBezTo>
                  <a:pt x="7662332" y="4798095"/>
                  <a:pt x="7703507" y="4839589"/>
                  <a:pt x="7755135" y="4840035"/>
                </a:cubicBezTo>
                <a:lnTo>
                  <a:pt x="7755135" y="4840099"/>
                </a:lnTo>
                <a:cubicBezTo>
                  <a:pt x="7807018" y="4840545"/>
                  <a:pt x="7850488" y="4797330"/>
                  <a:pt x="7850169" y="4745638"/>
                </a:cubicBezTo>
                <a:cubicBezTo>
                  <a:pt x="7849850" y="4693501"/>
                  <a:pt x="7806763" y="4651561"/>
                  <a:pt x="7754306" y="4652389"/>
                </a:cubicBezTo>
                <a:close/>
                <a:moveTo>
                  <a:pt x="8081923" y="4613190"/>
                </a:moveTo>
                <a:cubicBezTo>
                  <a:pt x="8009451" y="4612999"/>
                  <a:pt x="7949155" y="4672913"/>
                  <a:pt x="7948836" y="4745575"/>
                </a:cubicBezTo>
                <a:cubicBezTo>
                  <a:pt x="7948454" y="4818109"/>
                  <a:pt x="8008496" y="4878406"/>
                  <a:pt x="8081158" y="4878533"/>
                </a:cubicBezTo>
                <a:lnTo>
                  <a:pt x="8081222" y="4878533"/>
                </a:lnTo>
                <a:cubicBezTo>
                  <a:pt x="8154329" y="4878660"/>
                  <a:pt x="8213670" y="4819511"/>
                  <a:pt x="8213797" y="4746276"/>
                </a:cubicBezTo>
                <a:cubicBezTo>
                  <a:pt x="8213925" y="4673040"/>
                  <a:pt x="8154903" y="4613445"/>
                  <a:pt x="8081923" y="4613190"/>
                </a:cubicBezTo>
                <a:close/>
                <a:moveTo>
                  <a:pt x="7101624" y="4394695"/>
                </a:moveTo>
                <a:cubicBezTo>
                  <a:pt x="7087282" y="4393676"/>
                  <a:pt x="7075236" y="4404575"/>
                  <a:pt x="7074662" y="4419107"/>
                </a:cubicBezTo>
                <a:cubicBezTo>
                  <a:pt x="7074152" y="4433639"/>
                  <a:pt x="7085179" y="4445686"/>
                  <a:pt x="7099393" y="4446004"/>
                </a:cubicBezTo>
                <a:cubicBezTo>
                  <a:pt x="7113224" y="4446323"/>
                  <a:pt x="7125653" y="4434149"/>
                  <a:pt x="7125653" y="4420254"/>
                </a:cubicBezTo>
                <a:cubicBezTo>
                  <a:pt x="7125653" y="4407060"/>
                  <a:pt x="7114945" y="4395651"/>
                  <a:pt x="7101624" y="4394695"/>
                </a:cubicBezTo>
                <a:close/>
                <a:moveTo>
                  <a:pt x="7427200" y="4346955"/>
                </a:moveTo>
                <a:cubicBezTo>
                  <a:pt x="7387173" y="4347274"/>
                  <a:pt x="7354984" y="4380035"/>
                  <a:pt x="7354984" y="4420318"/>
                </a:cubicBezTo>
                <a:cubicBezTo>
                  <a:pt x="7355048" y="4460728"/>
                  <a:pt x="7387109" y="4493107"/>
                  <a:pt x="7427328" y="4493362"/>
                </a:cubicBezTo>
                <a:lnTo>
                  <a:pt x="7427328" y="4493426"/>
                </a:lnTo>
                <a:cubicBezTo>
                  <a:pt x="7467228" y="4493681"/>
                  <a:pt x="7500499" y="4461238"/>
                  <a:pt x="7501264" y="4421338"/>
                </a:cubicBezTo>
                <a:cubicBezTo>
                  <a:pt x="7502029" y="4381055"/>
                  <a:pt x="7467674" y="4346573"/>
                  <a:pt x="7427200" y="4346955"/>
                </a:cubicBezTo>
                <a:close/>
                <a:moveTo>
                  <a:pt x="7753032" y="4304888"/>
                </a:moveTo>
                <a:cubicBezTo>
                  <a:pt x="7689293" y="4305079"/>
                  <a:pt x="7638430" y="4355815"/>
                  <a:pt x="7637984" y="4419617"/>
                </a:cubicBezTo>
                <a:cubicBezTo>
                  <a:pt x="7637601" y="4484247"/>
                  <a:pt x="7689102" y="4535748"/>
                  <a:pt x="7754052" y="4535557"/>
                </a:cubicBezTo>
                <a:lnTo>
                  <a:pt x="7753988" y="4535621"/>
                </a:lnTo>
                <a:cubicBezTo>
                  <a:pt x="7817726" y="4535430"/>
                  <a:pt x="7868908" y="4484439"/>
                  <a:pt x="7869163" y="4420955"/>
                </a:cubicBezTo>
                <a:cubicBezTo>
                  <a:pt x="7869482" y="4356388"/>
                  <a:pt x="7817726" y="4304697"/>
                  <a:pt x="7753032" y="4304888"/>
                </a:cubicBezTo>
                <a:close/>
                <a:moveTo>
                  <a:pt x="7099074" y="4040182"/>
                </a:moveTo>
                <a:cubicBezTo>
                  <a:pt x="7071348" y="4040692"/>
                  <a:pt x="7048466" y="4063957"/>
                  <a:pt x="7048211" y="4091747"/>
                </a:cubicBezTo>
                <a:cubicBezTo>
                  <a:pt x="7048020" y="4120493"/>
                  <a:pt x="7071985" y="4144522"/>
                  <a:pt x="7100540" y="4144076"/>
                </a:cubicBezTo>
                <a:cubicBezTo>
                  <a:pt x="7128266" y="4143630"/>
                  <a:pt x="7151212" y="4120429"/>
                  <a:pt x="7151467" y="4092576"/>
                </a:cubicBezTo>
                <a:cubicBezTo>
                  <a:pt x="7151722" y="4063893"/>
                  <a:pt x="7127501" y="4039672"/>
                  <a:pt x="7099074" y="4040182"/>
                </a:cubicBezTo>
                <a:close/>
                <a:moveTo>
                  <a:pt x="7425862" y="3994418"/>
                </a:moveTo>
                <a:cubicBezTo>
                  <a:pt x="7372003" y="3995884"/>
                  <a:pt x="7329234" y="4040629"/>
                  <a:pt x="7330445" y="4094169"/>
                </a:cubicBezTo>
                <a:cubicBezTo>
                  <a:pt x="7331720" y="4147964"/>
                  <a:pt x="7376528" y="4191179"/>
                  <a:pt x="7429813" y="4189904"/>
                </a:cubicBezTo>
                <a:cubicBezTo>
                  <a:pt x="7483545" y="4188629"/>
                  <a:pt x="7526122" y="4144076"/>
                  <a:pt x="7525230" y="4090217"/>
                </a:cubicBezTo>
                <a:cubicBezTo>
                  <a:pt x="7524338" y="4036868"/>
                  <a:pt x="7478828" y="3992952"/>
                  <a:pt x="7425862" y="3994418"/>
                </a:cubicBezTo>
                <a:close/>
                <a:moveTo>
                  <a:pt x="7754306" y="3956494"/>
                </a:moveTo>
                <a:cubicBezTo>
                  <a:pt x="7678394" y="3956175"/>
                  <a:pt x="7617014" y="4017492"/>
                  <a:pt x="7617460" y="4093149"/>
                </a:cubicBezTo>
                <a:cubicBezTo>
                  <a:pt x="7617906" y="4167787"/>
                  <a:pt x="7678776" y="4227892"/>
                  <a:pt x="7753860" y="4227828"/>
                </a:cubicBezTo>
                <a:lnTo>
                  <a:pt x="7753860" y="4227892"/>
                </a:lnTo>
                <a:cubicBezTo>
                  <a:pt x="7829135" y="4227764"/>
                  <a:pt x="7888986" y="4167851"/>
                  <a:pt x="7889114" y="4092448"/>
                </a:cubicBezTo>
                <a:cubicBezTo>
                  <a:pt x="7889241" y="4017109"/>
                  <a:pt x="7829390" y="3956749"/>
                  <a:pt x="7754306" y="3956494"/>
                </a:cubicBezTo>
                <a:close/>
                <a:moveTo>
                  <a:pt x="6772924" y="3733665"/>
                </a:moveTo>
                <a:cubicBezTo>
                  <a:pt x="6756544" y="3732964"/>
                  <a:pt x="6741947" y="3746540"/>
                  <a:pt x="6741310" y="3762984"/>
                </a:cubicBezTo>
                <a:cubicBezTo>
                  <a:pt x="6740672" y="3779301"/>
                  <a:pt x="6754312" y="3794025"/>
                  <a:pt x="6770629" y="3794790"/>
                </a:cubicBezTo>
                <a:cubicBezTo>
                  <a:pt x="6787010" y="3795555"/>
                  <a:pt x="6801288" y="3782106"/>
                  <a:pt x="6801862" y="3765343"/>
                </a:cubicBezTo>
                <a:cubicBezTo>
                  <a:pt x="6802435" y="3748261"/>
                  <a:pt x="6789687" y="3734302"/>
                  <a:pt x="6772924" y="3733665"/>
                </a:cubicBezTo>
                <a:close/>
                <a:moveTo>
                  <a:pt x="7100795" y="3686307"/>
                </a:moveTo>
                <a:cubicBezTo>
                  <a:pt x="7058855" y="3685734"/>
                  <a:pt x="7023098" y="3720216"/>
                  <a:pt x="7021950" y="3762538"/>
                </a:cubicBezTo>
                <a:cubicBezTo>
                  <a:pt x="7020803" y="3804351"/>
                  <a:pt x="7055541" y="3840618"/>
                  <a:pt x="7097672" y="3841765"/>
                </a:cubicBezTo>
                <a:lnTo>
                  <a:pt x="7097608" y="3841701"/>
                </a:lnTo>
                <a:cubicBezTo>
                  <a:pt x="7141205" y="3842848"/>
                  <a:pt x="7176899" y="3808175"/>
                  <a:pt x="7177090" y="3764514"/>
                </a:cubicBezTo>
                <a:cubicBezTo>
                  <a:pt x="7177281" y="3721682"/>
                  <a:pt x="7143309" y="3686945"/>
                  <a:pt x="7100795" y="3686307"/>
                </a:cubicBezTo>
                <a:close/>
                <a:moveTo>
                  <a:pt x="7427837" y="3644558"/>
                </a:moveTo>
                <a:cubicBezTo>
                  <a:pt x="7361422" y="3644558"/>
                  <a:pt x="7308519" y="3697589"/>
                  <a:pt x="7308519" y="3764132"/>
                </a:cubicBezTo>
                <a:cubicBezTo>
                  <a:pt x="7308519" y="3830802"/>
                  <a:pt x="7361231" y="3883577"/>
                  <a:pt x="7427837" y="3883577"/>
                </a:cubicBezTo>
                <a:cubicBezTo>
                  <a:pt x="7494062" y="3883577"/>
                  <a:pt x="7547730" y="3830037"/>
                  <a:pt x="7547730" y="3764132"/>
                </a:cubicBezTo>
                <a:cubicBezTo>
                  <a:pt x="7547666" y="3698290"/>
                  <a:pt x="7493807" y="3644558"/>
                  <a:pt x="7427837" y="3644558"/>
                </a:cubicBezTo>
                <a:close/>
                <a:moveTo>
                  <a:pt x="6443077" y="3416885"/>
                </a:moveTo>
                <a:cubicBezTo>
                  <a:pt x="6431413" y="3417013"/>
                  <a:pt x="6422936" y="3424789"/>
                  <a:pt x="6422936" y="3436007"/>
                </a:cubicBezTo>
                <a:cubicBezTo>
                  <a:pt x="6422936" y="3441616"/>
                  <a:pt x="6425040" y="3446094"/>
                  <a:pt x="6428521" y="3449217"/>
                </a:cubicBezTo>
                <a:lnTo>
                  <a:pt x="6442344" y="3454288"/>
                </a:lnTo>
                <a:lnTo>
                  <a:pt x="6442312" y="3454300"/>
                </a:lnTo>
                <a:lnTo>
                  <a:pt x="6442376" y="3454300"/>
                </a:lnTo>
                <a:lnTo>
                  <a:pt x="6442344" y="3454288"/>
                </a:lnTo>
                <a:lnTo>
                  <a:pt x="6456136" y="3448930"/>
                </a:lnTo>
                <a:cubicBezTo>
                  <a:pt x="6459602" y="3445567"/>
                  <a:pt x="6461689" y="3441010"/>
                  <a:pt x="6461689" y="3436389"/>
                </a:cubicBezTo>
                <a:cubicBezTo>
                  <a:pt x="6461689" y="3427147"/>
                  <a:pt x="6454741" y="3416758"/>
                  <a:pt x="6443077" y="3416885"/>
                </a:cubicBezTo>
                <a:close/>
                <a:moveTo>
                  <a:pt x="6772542" y="3391772"/>
                </a:moveTo>
                <a:cubicBezTo>
                  <a:pt x="6747301" y="3391517"/>
                  <a:pt x="6727224" y="3411021"/>
                  <a:pt x="6727224" y="3435943"/>
                </a:cubicBezTo>
                <a:cubicBezTo>
                  <a:pt x="6727160" y="3461056"/>
                  <a:pt x="6746919" y="3480496"/>
                  <a:pt x="6772223" y="3480368"/>
                </a:cubicBezTo>
                <a:cubicBezTo>
                  <a:pt x="6797464" y="3480241"/>
                  <a:pt x="6816840" y="3460355"/>
                  <a:pt x="6816394" y="3435114"/>
                </a:cubicBezTo>
                <a:cubicBezTo>
                  <a:pt x="6815947" y="3411085"/>
                  <a:pt x="6796763" y="3392091"/>
                  <a:pt x="6772542" y="3391772"/>
                </a:cubicBezTo>
                <a:close/>
                <a:moveTo>
                  <a:pt x="7098756" y="3342502"/>
                </a:moveTo>
                <a:cubicBezTo>
                  <a:pt x="7047510" y="3343204"/>
                  <a:pt x="7006143" y="3385653"/>
                  <a:pt x="7006717" y="3437090"/>
                </a:cubicBezTo>
                <a:cubicBezTo>
                  <a:pt x="7007354" y="3488718"/>
                  <a:pt x="7049486" y="3530148"/>
                  <a:pt x="7100795" y="3529575"/>
                </a:cubicBezTo>
                <a:lnTo>
                  <a:pt x="7100795" y="3529511"/>
                </a:lnTo>
                <a:cubicBezTo>
                  <a:pt x="7151913" y="3528937"/>
                  <a:pt x="7193726" y="3486233"/>
                  <a:pt x="7193216" y="3435051"/>
                </a:cubicBezTo>
                <a:cubicBezTo>
                  <a:pt x="7192706" y="3384124"/>
                  <a:pt x="7149555" y="3341865"/>
                  <a:pt x="7098756" y="3342502"/>
                </a:cubicBezTo>
                <a:close/>
                <a:moveTo>
                  <a:pt x="7428156" y="3304068"/>
                </a:moveTo>
                <a:cubicBezTo>
                  <a:pt x="7355176" y="3303877"/>
                  <a:pt x="7296090" y="3361751"/>
                  <a:pt x="7295580" y="3434031"/>
                </a:cubicBezTo>
                <a:cubicBezTo>
                  <a:pt x="7295070" y="3509370"/>
                  <a:pt x="7353837" y="3568710"/>
                  <a:pt x="7428603" y="3568264"/>
                </a:cubicBezTo>
                <a:cubicBezTo>
                  <a:pt x="7502157" y="3567818"/>
                  <a:pt x="7561242" y="3508031"/>
                  <a:pt x="7560477" y="3434796"/>
                </a:cubicBezTo>
                <a:cubicBezTo>
                  <a:pt x="7559712" y="3362453"/>
                  <a:pt x="7500818" y="3304259"/>
                  <a:pt x="7428156" y="3304068"/>
                </a:cubicBezTo>
                <a:close/>
                <a:moveTo>
                  <a:pt x="6772096" y="3077542"/>
                </a:moveTo>
                <a:cubicBezTo>
                  <a:pt x="6755651" y="3077415"/>
                  <a:pt x="6741501" y="3091310"/>
                  <a:pt x="6741310" y="3107754"/>
                </a:cubicBezTo>
                <a:cubicBezTo>
                  <a:pt x="6741182" y="3124071"/>
                  <a:pt x="6755141" y="3138476"/>
                  <a:pt x="6771458" y="3138731"/>
                </a:cubicBezTo>
                <a:cubicBezTo>
                  <a:pt x="6787967" y="3138986"/>
                  <a:pt x="6801670" y="3125282"/>
                  <a:pt x="6801862" y="3108392"/>
                </a:cubicBezTo>
                <a:cubicBezTo>
                  <a:pt x="6801989" y="3091374"/>
                  <a:pt x="6788795" y="3077670"/>
                  <a:pt x="6772096" y="3077542"/>
                </a:cubicBezTo>
                <a:close/>
                <a:moveTo>
                  <a:pt x="7100476" y="3031077"/>
                </a:moveTo>
                <a:cubicBezTo>
                  <a:pt x="7058345" y="3030567"/>
                  <a:pt x="7023417" y="3065432"/>
                  <a:pt x="7023417" y="3108073"/>
                </a:cubicBezTo>
                <a:cubicBezTo>
                  <a:pt x="7023417" y="3150714"/>
                  <a:pt x="7058218" y="3185515"/>
                  <a:pt x="7100476" y="3185069"/>
                </a:cubicBezTo>
                <a:cubicBezTo>
                  <a:pt x="7142735" y="3184623"/>
                  <a:pt x="7177154" y="3149248"/>
                  <a:pt x="7176580" y="3106926"/>
                </a:cubicBezTo>
                <a:cubicBezTo>
                  <a:pt x="7176007" y="3065623"/>
                  <a:pt x="7141843" y="3031587"/>
                  <a:pt x="7100476" y="3031077"/>
                </a:cubicBezTo>
                <a:close/>
                <a:moveTo>
                  <a:pt x="7425352" y="2988819"/>
                </a:moveTo>
                <a:cubicBezTo>
                  <a:pt x="7359828" y="2988946"/>
                  <a:pt x="7305523" y="3043633"/>
                  <a:pt x="7306097" y="3108902"/>
                </a:cubicBezTo>
                <a:cubicBezTo>
                  <a:pt x="7306671" y="3173723"/>
                  <a:pt x="7359892" y="3226818"/>
                  <a:pt x="7424650" y="3227200"/>
                </a:cubicBezTo>
                <a:cubicBezTo>
                  <a:pt x="7491003" y="3227582"/>
                  <a:pt x="7544288" y="3174743"/>
                  <a:pt x="7544415" y="3108455"/>
                </a:cubicBezTo>
                <a:cubicBezTo>
                  <a:pt x="7544543" y="3042168"/>
                  <a:pt x="7491321" y="2988691"/>
                  <a:pt x="7425352" y="2988819"/>
                </a:cubicBezTo>
                <a:close/>
                <a:moveTo>
                  <a:pt x="7099712" y="2731889"/>
                </a:moveTo>
                <a:cubicBezTo>
                  <a:pt x="7071922" y="2731953"/>
                  <a:pt x="7048338" y="2756110"/>
                  <a:pt x="7049167" y="2783581"/>
                </a:cubicBezTo>
                <a:cubicBezTo>
                  <a:pt x="7049996" y="2810670"/>
                  <a:pt x="7072814" y="2832660"/>
                  <a:pt x="7099903" y="2832660"/>
                </a:cubicBezTo>
                <a:cubicBezTo>
                  <a:pt x="7128266" y="2832596"/>
                  <a:pt x="7150384" y="2809714"/>
                  <a:pt x="7149810" y="2781095"/>
                </a:cubicBezTo>
                <a:cubicBezTo>
                  <a:pt x="7149300" y="2753688"/>
                  <a:pt x="7126992" y="2731826"/>
                  <a:pt x="7099712" y="2731889"/>
                </a:cubicBezTo>
                <a:close/>
                <a:moveTo>
                  <a:pt x="7426117" y="2683193"/>
                </a:moveTo>
                <a:lnTo>
                  <a:pt x="7426117" y="2683257"/>
                </a:lnTo>
                <a:cubicBezTo>
                  <a:pt x="7372640" y="2682875"/>
                  <a:pt x="7328278" y="2727236"/>
                  <a:pt x="7328660" y="2780713"/>
                </a:cubicBezTo>
                <a:cubicBezTo>
                  <a:pt x="7328979" y="2833233"/>
                  <a:pt x="7372385" y="2876703"/>
                  <a:pt x="7425033" y="2877149"/>
                </a:cubicBezTo>
                <a:cubicBezTo>
                  <a:pt x="7478573" y="2877595"/>
                  <a:pt x="7522298" y="2833616"/>
                  <a:pt x="7521979" y="2779502"/>
                </a:cubicBezTo>
                <a:cubicBezTo>
                  <a:pt x="7521725" y="2726217"/>
                  <a:pt x="7479274" y="2683576"/>
                  <a:pt x="7426117" y="2683193"/>
                </a:cubicBezTo>
                <a:close/>
                <a:moveTo>
                  <a:pt x="7753796" y="2644632"/>
                </a:moveTo>
                <a:cubicBezTo>
                  <a:pt x="7679159" y="2644632"/>
                  <a:pt x="7618033" y="2705502"/>
                  <a:pt x="7617906" y="2779948"/>
                </a:cubicBezTo>
                <a:cubicBezTo>
                  <a:pt x="7617842" y="2854458"/>
                  <a:pt x="7678713" y="2915264"/>
                  <a:pt x="7753478" y="2915392"/>
                </a:cubicBezTo>
                <a:cubicBezTo>
                  <a:pt x="7828625" y="2915519"/>
                  <a:pt x="7888667" y="2855542"/>
                  <a:pt x="7888731" y="2780267"/>
                </a:cubicBezTo>
                <a:cubicBezTo>
                  <a:pt x="7888795" y="2705055"/>
                  <a:pt x="7828689" y="2644632"/>
                  <a:pt x="7753796" y="2644632"/>
                </a:cubicBezTo>
                <a:close/>
                <a:moveTo>
                  <a:pt x="7101114" y="2428750"/>
                </a:moveTo>
                <a:cubicBezTo>
                  <a:pt x="7086581" y="2428049"/>
                  <a:pt x="7074981" y="2438884"/>
                  <a:pt x="7074599" y="2453544"/>
                </a:cubicBezTo>
                <a:cubicBezTo>
                  <a:pt x="7074216" y="2468395"/>
                  <a:pt x="7085052" y="2479613"/>
                  <a:pt x="7099775" y="2479613"/>
                </a:cubicBezTo>
                <a:cubicBezTo>
                  <a:pt x="7114117" y="2479613"/>
                  <a:pt x="7125908" y="2467821"/>
                  <a:pt x="7125653" y="2453799"/>
                </a:cubicBezTo>
                <a:cubicBezTo>
                  <a:pt x="7125398" y="2440732"/>
                  <a:pt x="7114435" y="2429451"/>
                  <a:pt x="7101177" y="2428813"/>
                </a:cubicBezTo>
                <a:close/>
                <a:moveTo>
                  <a:pt x="7425607" y="2382476"/>
                </a:moveTo>
                <a:cubicBezTo>
                  <a:pt x="7384941" y="2382476"/>
                  <a:pt x="7352881" y="2414918"/>
                  <a:pt x="7353518" y="2455456"/>
                </a:cubicBezTo>
                <a:cubicBezTo>
                  <a:pt x="7354156" y="2495229"/>
                  <a:pt x="7385706" y="2526142"/>
                  <a:pt x="7425607" y="2526142"/>
                </a:cubicBezTo>
                <a:cubicBezTo>
                  <a:pt x="7466336" y="2526078"/>
                  <a:pt x="7498332" y="2493763"/>
                  <a:pt x="7497759" y="2453225"/>
                </a:cubicBezTo>
                <a:cubicBezTo>
                  <a:pt x="7497185" y="2413771"/>
                  <a:pt x="7465316" y="2382476"/>
                  <a:pt x="7425671" y="2382476"/>
                </a:cubicBezTo>
                <a:close/>
                <a:moveTo>
                  <a:pt x="7752458" y="2338241"/>
                </a:moveTo>
                <a:cubicBezTo>
                  <a:pt x="7688911" y="2339197"/>
                  <a:pt x="7638111" y="2390825"/>
                  <a:pt x="7638111" y="2454373"/>
                </a:cubicBezTo>
                <a:cubicBezTo>
                  <a:pt x="7638111" y="2518748"/>
                  <a:pt x="7690886" y="2571141"/>
                  <a:pt x="7754880" y="2570313"/>
                </a:cubicBezTo>
                <a:cubicBezTo>
                  <a:pt x="7818045" y="2569484"/>
                  <a:pt x="7869354" y="2517473"/>
                  <a:pt x="7869354" y="2454245"/>
                </a:cubicBezTo>
                <a:cubicBezTo>
                  <a:pt x="7869354" y="2390252"/>
                  <a:pt x="7816005" y="2337349"/>
                  <a:pt x="7752458" y="2338305"/>
                </a:cubicBezTo>
                <a:close/>
                <a:moveTo>
                  <a:pt x="7424523" y="2080228"/>
                </a:moveTo>
                <a:cubicBezTo>
                  <a:pt x="7399984" y="2080802"/>
                  <a:pt x="7379651" y="2101198"/>
                  <a:pt x="7379269" y="2125674"/>
                </a:cubicBezTo>
                <a:cubicBezTo>
                  <a:pt x="7378822" y="2151042"/>
                  <a:pt x="7399793" y="2172203"/>
                  <a:pt x="7425543" y="2172267"/>
                </a:cubicBezTo>
                <a:cubicBezTo>
                  <a:pt x="7451612" y="2172330"/>
                  <a:pt x="7471626" y="2152062"/>
                  <a:pt x="7471371" y="2125801"/>
                </a:cubicBezTo>
                <a:cubicBezTo>
                  <a:pt x="7471116" y="2099732"/>
                  <a:pt x="7450465" y="2079655"/>
                  <a:pt x="7424523" y="2080228"/>
                </a:cubicBezTo>
                <a:close/>
                <a:moveTo>
                  <a:pt x="7753542" y="2034018"/>
                </a:moveTo>
                <a:cubicBezTo>
                  <a:pt x="7702487" y="2034082"/>
                  <a:pt x="7661949" y="2074237"/>
                  <a:pt x="7661375" y="2125291"/>
                </a:cubicBezTo>
                <a:cubicBezTo>
                  <a:pt x="7660865" y="2177366"/>
                  <a:pt x="7701658" y="2218477"/>
                  <a:pt x="7753796" y="2218477"/>
                </a:cubicBezTo>
                <a:cubicBezTo>
                  <a:pt x="7804723" y="2218477"/>
                  <a:pt x="7845771" y="2178003"/>
                  <a:pt x="7846281" y="2127331"/>
                </a:cubicBezTo>
                <a:cubicBezTo>
                  <a:pt x="7846791" y="2075767"/>
                  <a:pt x="7805297" y="2034018"/>
                  <a:pt x="7753542" y="2034018"/>
                </a:cubicBezTo>
                <a:close/>
                <a:moveTo>
                  <a:pt x="8081986" y="1993990"/>
                </a:moveTo>
                <a:cubicBezTo>
                  <a:pt x="8009197" y="1993735"/>
                  <a:pt x="7949155" y="2054159"/>
                  <a:pt x="7949729" y="2127076"/>
                </a:cubicBezTo>
                <a:cubicBezTo>
                  <a:pt x="7950366" y="2199547"/>
                  <a:pt x="8009197" y="2258313"/>
                  <a:pt x="8081348" y="2258505"/>
                </a:cubicBezTo>
                <a:cubicBezTo>
                  <a:pt x="8154329" y="2258696"/>
                  <a:pt x="8213989" y="2198718"/>
                  <a:pt x="8213606" y="2125483"/>
                </a:cubicBezTo>
                <a:cubicBezTo>
                  <a:pt x="8213224" y="2053395"/>
                  <a:pt x="8154074" y="1994245"/>
                  <a:pt x="8082050" y="1993990"/>
                </a:cubicBezTo>
                <a:close/>
                <a:moveTo>
                  <a:pt x="7426818" y="1775623"/>
                </a:moveTo>
                <a:cubicBezTo>
                  <a:pt x="7414134" y="1775049"/>
                  <a:pt x="7402916" y="1785247"/>
                  <a:pt x="7402533" y="1797613"/>
                </a:cubicBezTo>
                <a:cubicBezTo>
                  <a:pt x="7402151" y="1809787"/>
                  <a:pt x="7413114" y="1821005"/>
                  <a:pt x="7425479" y="1821132"/>
                </a:cubicBezTo>
                <a:cubicBezTo>
                  <a:pt x="7437335" y="1821259"/>
                  <a:pt x="7447150" y="1812081"/>
                  <a:pt x="7448043" y="1800098"/>
                </a:cubicBezTo>
                <a:cubicBezTo>
                  <a:pt x="7448999" y="1786968"/>
                  <a:pt x="7439693" y="1776260"/>
                  <a:pt x="7426754" y="1775687"/>
                </a:cubicBezTo>
                <a:close/>
                <a:moveTo>
                  <a:pt x="7752840" y="1731133"/>
                </a:moveTo>
                <a:lnTo>
                  <a:pt x="7752874" y="1731139"/>
                </a:lnTo>
                <a:lnTo>
                  <a:pt x="7726828" y="1736604"/>
                </a:lnTo>
                <a:cubicBezTo>
                  <a:pt x="7702846" y="1746909"/>
                  <a:pt x="7686186" y="1770667"/>
                  <a:pt x="7686234" y="1798441"/>
                </a:cubicBezTo>
                <a:cubicBezTo>
                  <a:pt x="7686297" y="1836365"/>
                  <a:pt x="7717147" y="1866067"/>
                  <a:pt x="7755517" y="1865239"/>
                </a:cubicBezTo>
                <a:cubicBezTo>
                  <a:pt x="7792740" y="1864474"/>
                  <a:pt x="7821423" y="1834389"/>
                  <a:pt x="7820722" y="1796912"/>
                </a:cubicBezTo>
                <a:cubicBezTo>
                  <a:pt x="7820196" y="1768899"/>
                  <a:pt x="7803358" y="1745690"/>
                  <a:pt x="7779160" y="1735998"/>
                </a:cubicBezTo>
                <a:lnTo>
                  <a:pt x="7752874" y="1731139"/>
                </a:lnTo>
                <a:lnTo>
                  <a:pt x="7752904" y="1731133"/>
                </a:lnTo>
                <a:close/>
                <a:moveTo>
                  <a:pt x="8081412" y="1686262"/>
                </a:moveTo>
                <a:cubicBezTo>
                  <a:pt x="8020542" y="1686453"/>
                  <a:pt x="7970635" y="1736360"/>
                  <a:pt x="7970253" y="1797294"/>
                </a:cubicBezTo>
                <a:cubicBezTo>
                  <a:pt x="7969934" y="1859439"/>
                  <a:pt x="8020160" y="1910111"/>
                  <a:pt x="8081986" y="1909983"/>
                </a:cubicBezTo>
                <a:cubicBezTo>
                  <a:pt x="8142792" y="1909856"/>
                  <a:pt x="8192828" y="1860076"/>
                  <a:pt x="8193465" y="1799079"/>
                </a:cubicBezTo>
                <a:cubicBezTo>
                  <a:pt x="8194102" y="1737699"/>
                  <a:pt x="8142856" y="1686134"/>
                  <a:pt x="8081412" y="1686325"/>
                </a:cubicBezTo>
                <a:close/>
                <a:moveTo>
                  <a:pt x="8409921" y="1651524"/>
                </a:moveTo>
                <a:cubicBezTo>
                  <a:pt x="8328145" y="1651716"/>
                  <a:pt x="8263195" y="1716665"/>
                  <a:pt x="8263322" y="1798632"/>
                </a:cubicBezTo>
                <a:cubicBezTo>
                  <a:pt x="8263514" y="1880154"/>
                  <a:pt x="8329866" y="1946442"/>
                  <a:pt x="8410877" y="1945039"/>
                </a:cubicBezTo>
                <a:cubicBezTo>
                  <a:pt x="8489913" y="1943701"/>
                  <a:pt x="8556328" y="1884169"/>
                  <a:pt x="8556647" y="1798887"/>
                </a:cubicBezTo>
                <a:cubicBezTo>
                  <a:pt x="8556966" y="1708188"/>
                  <a:pt x="8484049" y="1651333"/>
                  <a:pt x="8409921" y="1651524"/>
                </a:cubicBezTo>
                <a:close/>
                <a:moveTo>
                  <a:pt x="7754753" y="1428695"/>
                </a:moveTo>
                <a:cubicBezTo>
                  <a:pt x="7731169" y="1428185"/>
                  <a:pt x="7712494" y="1446542"/>
                  <a:pt x="7712494" y="1470316"/>
                </a:cubicBezTo>
                <a:cubicBezTo>
                  <a:pt x="7712558" y="1493262"/>
                  <a:pt x="7729958" y="1511109"/>
                  <a:pt x="7752713" y="1511555"/>
                </a:cubicBezTo>
                <a:cubicBezTo>
                  <a:pt x="7776169" y="1512001"/>
                  <a:pt x="7795609" y="1493134"/>
                  <a:pt x="7795482" y="1470061"/>
                </a:cubicBezTo>
                <a:cubicBezTo>
                  <a:pt x="7795354" y="1447880"/>
                  <a:pt x="7776997" y="1429205"/>
                  <a:pt x="7754753" y="1428695"/>
                </a:cubicBezTo>
                <a:close/>
                <a:moveTo>
                  <a:pt x="8081731" y="1382421"/>
                </a:moveTo>
                <a:cubicBezTo>
                  <a:pt x="8032525" y="1382357"/>
                  <a:pt x="7993007" y="1422066"/>
                  <a:pt x="7993517" y="1471209"/>
                </a:cubicBezTo>
                <a:cubicBezTo>
                  <a:pt x="7994027" y="1519395"/>
                  <a:pt x="8033099" y="1557893"/>
                  <a:pt x="8081540" y="1557893"/>
                </a:cubicBezTo>
                <a:cubicBezTo>
                  <a:pt x="8131256" y="1557956"/>
                  <a:pt x="8170073" y="1518757"/>
                  <a:pt x="8169499" y="1469169"/>
                </a:cubicBezTo>
                <a:cubicBezTo>
                  <a:pt x="8168926" y="1420536"/>
                  <a:pt x="8130427" y="1382421"/>
                  <a:pt x="8081795" y="1382421"/>
                </a:cubicBezTo>
                <a:close/>
                <a:moveTo>
                  <a:pt x="8408264" y="1341628"/>
                </a:moveTo>
                <a:cubicBezTo>
                  <a:pt x="8337578" y="1342393"/>
                  <a:pt x="8281233" y="1400331"/>
                  <a:pt x="8281807" y="1471655"/>
                </a:cubicBezTo>
                <a:cubicBezTo>
                  <a:pt x="8282380" y="1542595"/>
                  <a:pt x="8340127" y="1599068"/>
                  <a:pt x="8411387" y="1598430"/>
                </a:cubicBezTo>
                <a:cubicBezTo>
                  <a:pt x="8481754" y="1597793"/>
                  <a:pt x="8539629" y="1538707"/>
                  <a:pt x="8538482" y="1468595"/>
                </a:cubicBezTo>
                <a:cubicBezTo>
                  <a:pt x="8537334" y="1398037"/>
                  <a:pt x="8478823" y="1340991"/>
                  <a:pt x="8408264" y="1341692"/>
                </a:cubicBezTo>
                <a:close/>
                <a:moveTo>
                  <a:pt x="7754052" y="1122177"/>
                </a:moveTo>
                <a:cubicBezTo>
                  <a:pt x="7743726" y="1121922"/>
                  <a:pt x="7733719" y="1131866"/>
                  <a:pt x="7733782" y="1142319"/>
                </a:cubicBezTo>
                <a:cubicBezTo>
                  <a:pt x="7733846" y="1152899"/>
                  <a:pt x="7743853" y="1162396"/>
                  <a:pt x="7754370" y="1162014"/>
                </a:cubicBezTo>
                <a:cubicBezTo>
                  <a:pt x="7765269" y="1161568"/>
                  <a:pt x="7773874" y="1151879"/>
                  <a:pt x="7773173" y="1140853"/>
                </a:cubicBezTo>
                <a:cubicBezTo>
                  <a:pt x="7772535" y="1130782"/>
                  <a:pt x="7763931" y="1122432"/>
                  <a:pt x="7754052" y="1122177"/>
                </a:cubicBezTo>
                <a:close/>
                <a:moveTo>
                  <a:pt x="8082177" y="1079983"/>
                </a:moveTo>
                <a:cubicBezTo>
                  <a:pt x="8047312" y="1079728"/>
                  <a:pt x="8019841" y="1107199"/>
                  <a:pt x="8019905" y="1142255"/>
                </a:cubicBezTo>
                <a:cubicBezTo>
                  <a:pt x="8019969" y="1177375"/>
                  <a:pt x="8047440" y="1204527"/>
                  <a:pt x="8082496" y="1204145"/>
                </a:cubicBezTo>
                <a:cubicBezTo>
                  <a:pt x="8116150" y="1203826"/>
                  <a:pt x="8143621" y="1176610"/>
                  <a:pt x="8144195" y="1143147"/>
                </a:cubicBezTo>
                <a:cubicBezTo>
                  <a:pt x="8144769" y="1108920"/>
                  <a:pt x="8116532" y="1080174"/>
                  <a:pt x="8082177" y="1079983"/>
                </a:cubicBezTo>
                <a:close/>
                <a:moveTo>
                  <a:pt x="8408965" y="1034537"/>
                </a:moveTo>
                <a:cubicBezTo>
                  <a:pt x="8350835" y="1035047"/>
                  <a:pt x="8302967" y="1082914"/>
                  <a:pt x="8302203" y="1141171"/>
                </a:cubicBezTo>
                <a:cubicBezTo>
                  <a:pt x="8301438" y="1199938"/>
                  <a:pt x="8350325" y="1249335"/>
                  <a:pt x="8409411" y="1249526"/>
                </a:cubicBezTo>
                <a:cubicBezTo>
                  <a:pt x="8468879" y="1249718"/>
                  <a:pt x="8516874" y="1201595"/>
                  <a:pt x="8516810" y="1141872"/>
                </a:cubicBezTo>
                <a:cubicBezTo>
                  <a:pt x="8516747" y="1082341"/>
                  <a:pt x="8468242" y="1034027"/>
                  <a:pt x="8408965" y="1034537"/>
                </a:cubicBezTo>
                <a:close/>
                <a:moveTo>
                  <a:pt x="8738429" y="998079"/>
                </a:moveTo>
                <a:cubicBezTo>
                  <a:pt x="8659138" y="997633"/>
                  <a:pt x="8594062" y="1062773"/>
                  <a:pt x="8594253" y="1142510"/>
                </a:cubicBezTo>
                <a:cubicBezTo>
                  <a:pt x="8594381" y="1221290"/>
                  <a:pt x="8658373" y="1285539"/>
                  <a:pt x="8737027" y="1285921"/>
                </a:cubicBezTo>
                <a:cubicBezTo>
                  <a:pt x="8816382" y="1286304"/>
                  <a:pt x="8881841" y="1220908"/>
                  <a:pt x="8881458" y="1141618"/>
                </a:cubicBezTo>
                <a:cubicBezTo>
                  <a:pt x="8881076" y="1062964"/>
                  <a:pt x="8816827" y="998525"/>
                  <a:pt x="8738429" y="998079"/>
                </a:cubicBezTo>
                <a:close/>
                <a:moveTo>
                  <a:pt x="8082305" y="777480"/>
                </a:moveTo>
                <a:lnTo>
                  <a:pt x="8082305" y="777544"/>
                </a:lnTo>
                <a:cubicBezTo>
                  <a:pt x="8062801" y="777162"/>
                  <a:pt x="8045337" y="793989"/>
                  <a:pt x="8044954" y="813492"/>
                </a:cubicBezTo>
                <a:cubicBezTo>
                  <a:pt x="8044572" y="832996"/>
                  <a:pt x="8061335" y="850206"/>
                  <a:pt x="8081030" y="850524"/>
                </a:cubicBezTo>
                <a:cubicBezTo>
                  <a:pt x="8101299" y="850843"/>
                  <a:pt x="8117488" y="835036"/>
                  <a:pt x="8117807" y="814704"/>
                </a:cubicBezTo>
                <a:cubicBezTo>
                  <a:pt x="8118126" y="794435"/>
                  <a:pt x="8102319" y="777863"/>
                  <a:pt x="8082305" y="777480"/>
                </a:cubicBezTo>
                <a:close/>
                <a:moveTo>
                  <a:pt x="8406989" y="730951"/>
                </a:moveTo>
                <a:cubicBezTo>
                  <a:pt x="8361224" y="732035"/>
                  <a:pt x="8325467" y="770023"/>
                  <a:pt x="8326615" y="816233"/>
                </a:cubicBezTo>
                <a:cubicBezTo>
                  <a:pt x="8327826" y="862507"/>
                  <a:pt x="8364730" y="897691"/>
                  <a:pt x="8411387" y="897053"/>
                </a:cubicBezTo>
                <a:cubicBezTo>
                  <a:pt x="8457215" y="896416"/>
                  <a:pt x="8493801" y="858874"/>
                  <a:pt x="8493227" y="812983"/>
                </a:cubicBezTo>
                <a:cubicBezTo>
                  <a:pt x="8492653" y="766262"/>
                  <a:pt x="8454410" y="729868"/>
                  <a:pt x="8407053" y="730951"/>
                </a:cubicBezTo>
                <a:close/>
                <a:moveTo>
                  <a:pt x="8736453" y="689203"/>
                </a:moveTo>
                <a:cubicBezTo>
                  <a:pt x="8667807" y="689649"/>
                  <a:pt x="8612864" y="744846"/>
                  <a:pt x="8612673" y="813492"/>
                </a:cubicBezTo>
                <a:cubicBezTo>
                  <a:pt x="8612482" y="883222"/>
                  <a:pt x="8668062" y="938802"/>
                  <a:pt x="8737855" y="938738"/>
                </a:cubicBezTo>
                <a:cubicBezTo>
                  <a:pt x="8807522" y="938675"/>
                  <a:pt x="8863548" y="882521"/>
                  <a:pt x="8862974" y="813301"/>
                </a:cubicBezTo>
                <a:cubicBezTo>
                  <a:pt x="8862401" y="743826"/>
                  <a:pt x="8806247" y="688757"/>
                  <a:pt x="8736453" y="689203"/>
                </a:cubicBezTo>
                <a:close/>
                <a:moveTo>
                  <a:pt x="8080775" y="472811"/>
                </a:moveTo>
                <a:cubicBezTo>
                  <a:pt x="8071661" y="473257"/>
                  <a:pt x="8065605" y="480205"/>
                  <a:pt x="8066179" y="489383"/>
                </a:cubicBezTo>
                <a:cubicBezTo>
                  <a:pt x="8066753" y="498179"/>
                  <a:pt x="8074147" y="504744"/>
                  <a:pt x="8082815" y="504107"/>
                </a:cubicBezTo>
                <a:cubicBezTo>
                  <a:pt x="8091164" y="503469"/>
                  <a:pt x="8098367" y="495438"/>
                  <a:pt x="8097793" y="487280"/>
                </a:cubicBezTo>
                <a:cubicBezTo>
                  <a:pt x="8097283" y="478994"/>
                  <a:pt x="8089443" y="472365"/>
                  <a:pt x="8080775" y="472811"/>
                </a:cubicBezTo>
                <a:close/>
                <a:moveTo>
                  <a:pt x="8410686" y="430489"/>
                </a:moveTo>
                <a:lnTo>
                  <a:pt x="8410686" y="430553"/>
                </a:lnTo>
                <a:cubicBezTo>
                  <a:pt x="8379008" y="429979"/>
                  <a:pt x="8352046" y="456175"/>
                  <a:pt x="8351791" y="487917"/>
                </a:cubicBezTo>
                <a:cubicBezTo>
                  <a:pt x="8351536" y="519531"/>
                  <a:pt x="8378243" y="546301"/>
                  <a:pt x="8409857" y="546301"/>
                </a:cubicBezTo>
                <a:cubicBezTo>
                  <a:pt x="8440834" y="546301"/>
                  <a:pt x="8466393" y="521125"/>
                  <a:pt x="8467094" y="489893"/>
                </a:cubicBezTo>
                <a:cubicBezTo>
                  <a:pt x="8467859" y="457259"/>
                  <a:pt x="8442938" y="431062"/>
                  <a:pt x="8410686" y="430489"/>
                </a:cubicBezTo>
                <a:close/>
                <a:moveTo>
                  <a:pt x="8736453" y="382558"/>
                </a:moveTo>
                <a:cubicBezTo>
                  <a:pt x="8679280" y="383067"/>
                  <a:pt x="8634217" y="429533"/>
                  <a:pt x="8634727" y="487280"/>
                </a:cubicBezTo>
                <a:cubicBezTo>
                  <a:pt x="8635236" y="544772"/>
                  <a:pt x="8681383" y="589771"/>
                  <a:pt x="8739130" y="589197"/>
                </a:cubicBezTo>
                <a:cubicBezTo>
                  <a:pt x="8796112" y="588624"/>
                  <a:pt x="8842323" y="541394"/>
                  <a:pt x="8841494" y="484603"/>
                </a:cubicBezTo>
                <a:cubicBezTo>
                  <a:pt x="8840666" y="427748"/>
                  <a:pt x="8793626" y="382048"/>
                  <a:pt x="8736453" y="382558"/>
                </a:cubicBezTo>
                <a:close/>
                <a:moveTo>
                  <a:pt x="9063942" y="345717"/>
                </a:moveTo>
                <a:cubicBezTo>
                  <a:pt x="8986309" y="345526"/>
                  <a:pt x="8924036" y="407288"/>
                  <a:pt x="8923589" y="484921"/>
                </a:cubicBezTo>
                <a:cubicBezTo>
                  <a:pt x="8923144" y="562937"/>
                  <a:pt x="8984524" y="625464"/>
                  <a:pt x="9061966" y="625974"/>
                </a:cubicBezTo>
                <a:cubicBezTo>
                  <a:pt x="9140556" y="626548"/>
                  <a:pt x="9204103" y="563829"/>
                  <a:pt x="9204039" y="485814"/>
                </a:cubicBezTo>
                <a:cubicBezTo>
                  <a:pt x="9203975" y="408818"/>
                  <a:pt x="9141001" y="345972"/>
                  <a:pt x="9063942" y="345781"/>
                </a:cubicBezTo>
                <a:close/>
                <a:moveTo>
                  <a:pt x="8410048" y="125692"/>
                </a:moveTo>
                <a:cubicBezTo>
                  <a:pt x="8391054" y="125501"/>
                  <a:pt x="8374865" y="141499"/>
                  <a:pt x="8374928" y="160366"/>
                </a:cubicBezTo>
                <a:cubicBezTo>
                  <a:pt x="8374992" y="179360"/>
                  <a:pt x="8391118" y="194912"/>
                  <a:pt x="8410367" y="194593"/>
                </a:cubicBezTo>
                <a:cubicBezTo>
                  <a:pt x="8429871" y="194274"/>
                  <a:pt x="8444467" y="178659"/>
                  <a:pt x="8443830" y="158900"/>
                </a:cubicBezTo>
                <a:cubicBezTo>
                  <a:pt x="8443192" y="140352"/>
                  <a:pt x="8428469" y="125883"/>
                  <a:pt x="8410048" y="125692"/>
                </a:cubicBezTo>
                <a:close/>
                <a:moveTo>
                  <a:pt x="8737218" y="78844"/>
                </a:moveTo>
                <a:lnTo>
                  <a:pt x="8737218" y="78908"/>
                </a:lnTo>
                <a:cubicBezTo>
                  <a:pt x="8691836" y="79099"/>
                  <a:pt x="8655378" y="115813"/>
                  <a:pt x="8655761" y="160812"/>
                </a:cubicBezTo>
                <a:cubicBezTo>
                  <a:pt x="8656143" y="205939"/>
                  <a:pt x="8692856" y="241887"/>
                  <a:pt x="8738302" y="241632"/>
                </a:cubicBezTo>
                <a:cubicBezTo>
                  <a:pt x="8783811" y="241313"/>
                  <a:pt x="8819632" y="205174"/>
                  <a:pt x="8819377" y="159665"/>
                </a:cubicBezTo>
                <a:cubicBezTo>
                  <a:pt x="8819122" y="114283"/>
                  <a:pt x="8782919" y="78653"/>
                  <a:pt x="8737218" y="78844"/>
                </a:cubicBezTo>
                <a:close/>
                <a:moveTo>
                  <a:pt x="9062157" y="36968"/>
                </a:moveTo>
                <a:cubicBezTo>
                  <a:pt x="8994530" y="37542"/>
                  <a:pt x="8939907" y="92166"/>
                  <a:pt x="8939524" y="159665"/>
                </a:cubicBezTo>
                <a:cubicBezTo>
                  <a:pt x="8939142" y="227673"/>
                  <a:pt x="8995168" y="283636"/>
                  <a:pt x="9063496" y="283572"/>
                </a:cubicBezTo>
                <a:cubicBezTo>
                  <a:pt x="9132269" y="283508"/>
                  <a:pt x="9186957" y="228438"/>
                  <a:pt x="9186702" y="159537"/>
                </a:cubicBezTo>
                <a:cubicBezTo>
                  <a:pt x="9186447" y="90763"/>
                  <a:pt x="9131250" y="36395"/>
                  <a:pt x="9062221" y="37032"/>
                </a:cubicBezTo>
                <a:close/>
                <a:moveTo>
                  <a:pt x="0" y="0"/>
                </a:moveTo>
                <a:lnTo>
                  <a:pt x="1502321" y="0"/>
                </a:lnTo>
                <a:lnTo>
                  <a:pt x="13390131" y="0"/>
                </a:lnTo>
                <a:lnTo>
                  <a:pt x="13390131" y="829"/>
                </a:lnTo>
                <a:cubicBezTo>
                  <a:pt x="11987054" y="829"/>
                  <a:pt x="10101987" y="765"/>
                  <a:pt x="9896749" y="574"/>
                </a:cubicBezTo>
                <a:cubicBezTo>
                  <a:pt x="9884193" y="574"/>
                  <a:pt x="9874569" y="3378"/>
                  <a:pt x="9867558" y="14214"/>
                </a:cubicBezTo>
                <a:cubicBezTo>
                  <a:pt x="9864371" y="19249"/>
                  <a:pt x="9859909" y="23456"/>
                  <a:pt x="9856276" y="27662"/>
                </a:cubicBezTo>
                <a:cubicBezTo>
                  <a:pt x="9853854" y="26961"/>
                  <a:pt x="9852069" y="26961"/>
                  <a:pt x="9851240" y="26069"/>
                </a:cubicBezTo>
                <a:cubicBezTo>
                  <a:pt x="9833075" y="6119"/>
                  <a:pt x="9811212" y="-956"/>
                  <a:pt x="9783805" y="255"/>
                </a:cubicBezTo>
                <a:cubicBezTo>
                  <a:pt x="9734981" y="2358"/>
                  <a:pt x="9685966" y="1211"/>
                  <a:pt x="9637015" y="637"/>
                </a:cubicBezTo>
                <a:cubicBezTo>
                  <a:pt x="9623948" y="446"/>
                  <a:pt x="9613432" y="4143"/>
                  <a:pt x="9603489" y="12302"/>
                </a:cubicBezTo>
                <a:cubicBezTo>
                  <a:pt x="9579331" y="31997"/>
                  <a:pt x="9560465" y="55516"/>
                  <a:pt x="9547781" y="84071"/>
                </a:cubicBezTo>
                <a:cubicBezTo>
                  <a:pt x="9545104" y="90126"/>
                  <a:pt x="9542045" y="96054"/>
                  <a:pt x="9537774" y="105041"/>
                </a:cubicBezTo>
                <a:cubicBezTo>
                  <a:pt x="9517505" y="60169"/>
                  <a:pt x="9487421" y="29320"/>
                  <a:pt x="9443377" y="13640"/>
                </a:cubicBezTo>
                <a:cubicBezTo>
                  <a:pt x="9410616" y="1976"/>
                  <a:pt x="9377281" y="1721"/>
                  <a:pt x="9344264" y="11919"/>
                </a:cubicBezTo>
                <a:cubicBezTo>
                  <a:pt x="9276255" y="33016"/>
                  <a:pt x="9232976" y="96755"/>
                  <a:pt x="9236163" y="169990"/>
                </a:cubicBezTo>
                <a:cubicBezTo>
                  <a:pt x="9239350" y="242461"/>
                  <a:pt x="9290533" y="297594"/>
                  <a:pt x="9374476" y="316397"/>
                </a:cubicBezTo>
                <a:cubicBezTo>
                  <a:pt x="9290660" y="333352"/>
                  <a:pt x="9236355" y="379944"/>
                  <a:pt x="9224627" y="463824"/>
                </a:cubicBezTo>
                <a:cubicBezTo>
                  <a:pt x="9213919" y="540629"/>
                  <a:pt x="9248592" y="598248"/>
                  <a:pt x="9317813" y="639168"/>
                </a:cubicBezTo>
                <a:cubicBezTo>
                  <a:pt x="9266057" y="664026"/>
                  <a:pt x="9230746" y="701377"/>
                  <a:pt x="9211241" y="755873"/>
                </a:cubicBezTo>
                <a:cubicBezTo>
                  <a:pt x="9167135" y="676583"/>
                  <a:pt x="9104097" y="640507"/>
                  <a:pt x="9015946" y="665301"/>
                </a:cubicBezTo>
                <a:cubicBezTo>
                  <a:pt x="8953801" y="682829"/>
                  <a:pt x="8908866" y="740257"/>
                  <a:pt x="8907273" y="804378"/>
                </a:cubicBezTo>
                <a:cubicBezTo>
                  <a:pt x="8905169" y="891954"/>
                  <a:pt x="8951762" y="945048"/>
                  <a:pt x="9038192" y="970799"/>
                </a:cubicBezTo>
                <a:cubicBezTo>
                  <a:pt x="8955905" y="991004"/>
                  <a:pt x="8905233" y="1038361"/>
                  <a:pt x="8893760" y="1118480"/>
                </a:cubicBezTo>
                <a:cubicBezTo>
                  <a:pt x="8882924" y="1194138"/>
                  <a:pt x="8915558" y="1252140"/>
                  <a:pt x="8982611" y="1295036"/>
                </a:cubicBezTo>
                <a:cubicBezTo>
                  <a:pt x="8936848" y="1318300"/>
                  <a:pt x="8904086" y="1352145"/>
                  <a:pt x="8883753" y="1400841"/>
                </a:cubicBezTo>
                <a:cubicBezTo>
                  <a:pt x="8834419" y="1323973"/>
                  <a:pt x="8768322" y="1290956"/>
                  <a:pt x="8681957" y="1321423"/>
                </a:cubicBezTo>
                <a:cubicBezTo>
                  <a:pt x="8617708" y="1344114"/>
                  <a:pt x="8581696" y="1394021"/>
                  <a:pt x="8578956" y="1462413"/>
                </a:cubicBezTo>
                <a:cubicBezTo>
                  <a:pt x="8575705" y="1543169"/>
                  <a:pt x="8618345" y="1595435"/>
                  <a:pt x="8692856" y="1624754"/>
                </a:cubicBezTo>
                <a:cubicBezTo>
                  <a:pt x="8532617" y="1678039"/>
                  <a:pt x="8522675" y="1871167"/>
                  <a:pt x="8647920" y="1951604"/>
                </a:cubicBezTo>
                <a:cubicBezTo>
                  <a:pt x="8605789" y="1974550"/>
                  <a:pt x="8575259" y="2007567"/>
                  <a:pt x="8555691" y="2052502"/>
                </a:cubicBezTo>
                <a:cubicBezTo>
                  <a:pt x="8509162" y="1980095"/>
                  <a:pt x="8446379" y="1949947"/>
                  <a:pt x="8364220" y="1970917"/>
                </a:cubicBezTo>
                <a:cubicBezTo>
                  <a:pt x="8301374" y="1986915"/>
                  <a:pt x="8256629" y="2042304"/>
                  <a:pt x="8248853" y="2108018"/>
                </a:cubicBezTo>
                <a:cubicBezTo>
                  <a:pt x="8240249" y="2180999"/>
                  <a:pt x="8273138" y="2234858"/>
                  <a:pt x="8354277" y="2280494"/>
                </a:cubicBezTo>
                <a:cubicBezTo>
                  <a:pt x="8271799" y="2329509"/>
                  <a:pt x="8271608" y="2323900"/>
                  <a:pt x="8229477" y="2424862"/>
                </a:cubicBezTo>
                <a:cubicBezTo>
                  <a:pt x="8200540" y="2338560"/>
                  <a:pt x="8134889" y="2293051"/>
                  <a:pt x="8058275" y="2306244"/>
                </a:cubicBezTo>
                <a:cubicBezTo>
                  <a:pt x="7983000" y="2319120"/>
                  <a:pt x="7930735" y="2382221"/>
                  <a:pt x="7932392" y="2458133"/>
                </a:cubicBezTo>
                <a:cubicBezTo>
                  <a:pt x="7933921" y="2531432"/>
                  <a:pt x="7989310" y="2593768"/>
                  <a:pt x="8061462" y="2602564"/>
                </a:cubicBezTo>
                <a:cubicBezTo>
                  <a:pt x="8136100" y="2611679"/>
                  <a:pt x="8207998" y="2567891"/>
                  <a:pt x="8228839" y="2483692"/>
                </a:cubicBezTo>
                <a:cubicBezTo>
                  <a:pt x="8239101" y="2506447"/>
                  <a:pt x="8246623" y="2530094"/>
                  <a:pt x="8259626" y="2550235"/>
                </a:cubicBezTo>
                <a:cubicBezTo>
                  <a:pt x="8272628" y="2570440"/>
                  <a:pt x="8291048" y="2587139"/>
                  <a:pt x="8308513" y="2607026"/>
                </a:cubicBezTo>
                <a:cubicBezTo>
                  <a:pt x="8273011" y="2627805"/>
                  <a:pt x="8245348" y="2658463"/>
                  <a:pt x="8226163" y="2699064"/>
                </a:cubicBezTo>
                <a:cubicBezTo>
                  <a:pt x="8177467" y="2629525"/>
                  <a:pt x="8113664" y="2600078"/>
                  <a:pt x="8032843" y="2623917"/>
                </a:cubicBezTo>
                <a:cubicBezTo>
                  <a:pt x="7969615" y="2642592"/>
                  <a:pt x="7930097" y="2687846"/>
                  <a:pt x="7920281" y="2753178"/>
                </a:cubicBezTo>
                <a:cubicBezTo>
                  <a:pt x="7907852" y="2835783"/>
                  <a:pt x="7944757" y="2894677"/>
                  <a:pt x="8021243" y="2934386"/>
                </a:cubicBezTo>
                <a:cubicBezTo>
                  <a:pt x="7990904" y="2947070"/>
                  <a:pt x="7966173" y="2962686"/>
                  <a:pt x="7946095" y="2984803"/>
                </a:cubicBezTo>
                <a:cubicBezTo>
                  <a:pt x="7925954" y="3006920"/>
                  <a:pt x="7912569" y="3032925"/>
                  <a:pt x="7902180" y="3067344"/>
                </a:cubicBezTo>
                <a:cubicBezTo>
                  <a:pt x="7882357" y="3016290"/>
                  <a:pt x="7852719" y="2982254"/>
                  <a:pt x="7806253" y="2964980"/>
                </a:cubicBezTo>
                <a:cubicBezTo>
                  <a:pt x="7774320" y="2953125"/>
                  <a:pt x="7741877" y="2952424"/>
                  <a:pt x="7709435" y="2961857"/>
                </a:cubicBezTo>
                <a:cubicBezTo>
                  <a:pt x="7644676" y="2980724"/>
                  <a:pt x="7599422" y="3042805"/>
                  <a:pt x="7600760" y="3110113"/>
                </a:cubicBezTo>
                <a:cubicBezTo>
                  <a:pt x="7602163" y="3179779"/>
                  <a:pt x="7648054" y="3238354"/>
                  <a:pt x="7715681" y="3255627"/>
                </a:cubicBezTo>
                <a:cubicBezTo>
                  <a:pt x="7755135" y="3265698"/>
                  <a:pt x="7793059" y="3260854"/>
                  <a:pt x="7828689" y="3240904"/>
                </a:cubicBezTo>
                <a:cubicBezTo>
                  <a:pt x="7863363" y="3221464"/>
                  <a:pt x="7885799" y="3191443"/>
                  <a:pt x="7901861" y="3154092"/>
                </a:cubicBezTo>
                <a:cubicBezTo>
                  <a:pt x="7916967" y="3199283"/>
                  <a:pt x="7942526" y="3235868"/>
                  <a:pt x="7984530" y="3263722"/>
                </a:cubicBezTo>
                <a:cubicBezTo>
                  <a:pt x="7945076" y="3288134"/>
                  <a:pt x="7917350" y="3318920"/>
                  <a:pt x="7898802" y="3360796"/>
                </a:cubicBezTo>
                <a:cubicBezTo>
                  <a:pt x="7865466" y="3306745"/>
                  <a:pt x="7819511" y="3275769"/>
                  <a:pt x="7757366" y="3273729"/>
                </a:cubicBezTo>
                <a:cubicBezTo>
                  <a:pt x="7709116" y="3272135"/>
                  <a:pt x="7667431" y="3290364"/>
                  <a:pt x="7633777" y="3326313"/>
                </a:cubicBezTo>
                <a:cubicBezTo>
                  <a:pt x="7572715" y="3391517"/>
                  <a:pt x="7577942" y="3495411"/>
                  <a:pt x="7643847" y="3555707"/>
                </a:cubicBezTo>
                <a:cubicBezTo>
                  <a:pt x="7682154" y="3590763"/>
                  <a:pt x="7727919" y="3604595"/>
                  <a:pt x="7779929" y="3596181"/>
                </a:cubicBezTo>
                <a:cubicBezTo>
                  <a:pt x="7832258" y="3587704"/>
                  <a:pt x="7870183" y="3557683"/>
                  <a:pt x="7898674" y="3511409"/>
                </a:cubicBezTo>
                <a:cubicBezTo>
                  <a:pt x="7917477" y="3553285"/>
                  <a:pt x="7944948" y="3584326"/>
                  <a:pt x="7984339" y="3608164"/>
                </a:cubicBezTo>
                <a:cubicBezTo>
                  <a:pt x="7943610" y="3636273"/>
                  <a:pt x="7917031" y="3671520"/>
                  <a:pt x="7902945" y="3722065"/>
                </a:cubicBezTo>
                <a:cubicBezTo>
                  <a:pt x="7897527" y="3710719"/>
                  <a:pt x="7894340" y="3703580"/>
                  <a:pt x="7890834" y="3696569"/>
                </a:cubicBezTo>
                <a:cubicBezTo>
                  <a:pt x="7862407" y="3639013"/>
                  <a:pt x="7804469" y="3606953"/>
                  <a:pt x="7738244" y="3612052"/>
                </a:cubicBezTo>
                <a:cubicBezTo>
                  <a:pt x="7678585" y="3616641"/>
                  <a:pt x="7625873" y="3659537"/>
                  <a:pt x="7607453" y="3718431"/>
                </a:cubicBezTo>
                <a:cubicBezTo>
                  <a:pt x="7582531" y="3798104"/>
                  <a:pt x="7626001" y="3884087"/>
                  <a:pt x="7706693" y="3909965"/>
                </a:cubicBezTo>
                <a:cubicBezTo>
                  <a:pt x="7779674" y="3933357"/>
                  <a:pt x="7858519" y="3897536"/>
                  <a:pt x="7892364" y="3828826"/>
                </a:cubicBezTo>
                <a:cubicBezTo>
                  <a:pt x="7895360" y="3822835"/>
                  <a:pt x="7898419" y="3816333"/>
                  <a:pt x="7902753" y="3807410"/>
                </a:cubicBezTo>
                <a:cubicBezTo>
                  <a:pt x="7921939" y="3870192"/>
                  <a:pt x="7959162" y="3912132"/>
                  <a:pt x="8019777" y="3937118"/>
                </a:cubicBezTo>
                <a:cubicBezTo>
                  <a:pt x="8012001" y="3941898"/>
                  <a:pt x="8006775" y="3945340"/>
                  <a:pt x="8001293" y="3948463"/>
                </a:cubicBezTo>
                <a:cubicBezTo>
                  <a:pt x="7940742" y="3983264"/>
                  <a:pt x="7909319" y="4047576"/>
                  <a:pt x="7919134" y="4116860"/>
                </a:cubicBezTo>
                <a:cubicBezTo>
                  <a:pt x="7928440" y="4182637"/>
                  <a:pt x="7976690" y="4236815"/>
                  <a:pt x="8043169" y="4251730"/>
                </a:cubicBezTo>
                <a:cubicBezTo>
                  <a:pt x="8110350" y="4266772"/>
                  <a:pt x="8166822" y="4246695"/>
                  <a:pt x="8211121" y="4193601"/>
                </a:cubicBezTo>
                <a:cubicBezTo>
                  <a:pt x="8215518" y="4188310"/>
                  <a:pt x="8219406" y="4182637"/>
                  <a:pt x="8223613" y="4177220"/>
                </a:cubicBezTo>
                <a:cubicBezTo>
                  <a:pt x="8223995" y="4176774"/>
                  <a:pt x="8224888" y="4176646"/>
                  <a:pt x="8227310" y="4175563"/>
                </a:cubicBezTo>
                <a:cubicBezTo>
                  <a:pt x="8245603" y="4213997"/>
                  <a:pt x="8273266" y="4244782"/>
                  <a:pt x="8313548" y="4268111"/>
                </a:cubicBezTo>
                <a:cubicBezTo>
                  <a:pt x="8268358" y="4298450"/>
                  <a:pt x="8242990" y="4338924"/>
                  <a:pt x="8230433" y="4388640"/>
                </a:cubicBezTo>
                <a:cubicBezTo>
                  <a:pt x="8216730" y="4343704"/>
                  <a:pt x="8192063" y="4308648"/>
                  <a:pt x="8150505" y="4287105"/>
                </a:cubicBezTo>
                <a:cubicBezTo>
                  <a:pt x="8118062" y="4270278"/>
                  <a:pt x="8083707" y="4266071"/>
                  <a:pt x="8048077" y="4273848"/>
                </a:cubicBezTo>
                <a:cubicBezTo>
                  <a:pt x="7979877" y="4288698"/>
                  <a:pt x="7930671" y="4351736"/>
                  <a:pt x="7931818" y="4422422"/>
                </a:cubicBezTo>
                <a:cubicBezTo>
                  <a:pt x="7932965" y="4494637"/>
                  <a:pt x="7984020" y="4554870"/>
                  <a:pt x="8054706" y="4567490"/>
                </a:cubicBezTo>
                <a:cubicBezTo>
                  <a:pt x="8134315" y="4581704"/>
                  <a:pt x="8195377" y="4541421"/>
                  <a:pt x="8230943" y="4449255"/>
                </a:cubicBezTo>
                <a:cubicBezTo>
                  <a:pt x="8239675" y="4482845"/>
                  <a:pt x="8251595" y="4512356"/>
                  <a:pt x="8273074" y="4537087"/>
                </a:cubicBezTo>
                <a:cubicBezTo>
                  <a:pt x="8294618" y="4561881"/>
                  <a:pt x="8321133" y="4579345"/>
                  <a:pt x="8353768" y="4591455"/>
                </a:cubicBezTo>
                <a:cubicBezTo>
                  <a:pt x="8277154" y="4629444"/>
                  <a:pt x="8237126" y="4687382"/>
                  <a:pt x="8250065" y="4771962"/>
                </a:cubicBezTo>
                <a:cubicBezTo>
                  <a:pt x="8259562" y="4834299"/>
                  <a:pt x="8305581" y="4885927"/>
                  <a:pt x="8366642" y="4901797"/>
                </a:cubicBezTo>
                <a:cubicBezTo>
                  <a:pt x="8446826" y="4922640"/>
                  <a:pt x="8508460" y="4892300"/>
                  <a:pt x="8554862" y="4821870"/>
                </a:cubicBezTo>
                <a:cubicBezTo>
                  <a:pt x="8575195" y="4865658"/>
                  <a:pt x="8604642" y="4898483"/>
                  <a:pt x="8647155" y="4921493"/>
                </a:cubicBezTo>
                <a:cubicBezTo>
                  <a:pt x="8584501" y="4966110"/>
                  <a:pt x="8552823" y="5024430"/>
                  <a:pt x="8563977" y="5099514"/>
                </a:cubicBezTo>
                <a:cubicBezTo>
                  <a:pt x="8574940" y="5173578"/>
                  <a:pt x="8620577" y="5220808"/>
                  <a:pt x="8694577" y="5245666"/>
                </a:cubicBezTo>
                <a:cubicBezTo>
                  <a:pt x="8610889" y="5280786"/>
                  <a:pt x="8567418" y="5339297"/>
                  <a:pt x="8580740" y="5428722"/>
                </a:cubicBezTo>
                <a:cubicBezTo>
                  <a:pt x="8590365" y="5493417"/>
                  <a:pt x="8630010" y="5537460"/>
                  <a:pt x="8692920" y="5554924"/>
                </a:cubicBezTo>
                <a:cubicBezTo>
                  <a:pt x="8776226" y="5578125"/>
                  <a:pt x="8838180" y="5544025"/>
                  <a:pt x="8884327" y="5471108"/>
                </a:cubicBezTo>
                <a:cubicBezTo>
                  <a:pt x="8904851" y="5519167"/>
                  <a:pt x="8936720" y="5553904"/>
                  <a:pt x="8982675" y="5577233"/>
                </a:cubicBezTo>
                <a:cubicBezTo>
                  <a:pt x="8913710" y="5623570"/>
                  <a:pt x="8880821" y="5685269"/>
                  <a:pt x="8897648" y="5766217"/>
                </a:cubicBezTo>
                <a:cubicBezTo>
                  <a:pt x="8912627" y="5838241"/>
                  <a:pt x="8960558" y="5880946"/>
                  <a:pt x="9034622" y="5900832"/>
                </a:cubicBezTo>
                <a:cubicBezTo>
                  <a:pt x="8940289" y="5935060"/>
                  <a:pt x="8893696" y="5997523"/>
                  <a:pt x="8913647" y="6096573"/>
                </a:cubicBezTo>
                <a:cubicBezTo>
                  <a:pt x="8926075" y="6158399"/>
                  <a:pt x="8980317" y="6206139"/>
                  <a:pt x="9040805" y="6213469"/>
                </a:cubicBezTo>
                <a:cubicBezTo>
                  <a:pt x="9119140" y="6222966"/>
                  <a:pt x="9175293" y="6189694"/>
                  <a:pt x="9211178" y="6120857"/>
                </a:cubicBezTo>
                <a:cubicBezTo>
                  <a:pt x="9225455" y="6142337"/>
                  <a:pt x="9237375" y="6165601"/>
                  <a:pt x="9254329" y="6184404"/>
                </a:cubicBezTo>
                <a:cubicBezTo>
                  <a:pt x="9270838" y="6202761"/>
                  <a:pt x="9292444" y="6216592"/>
                  <a:pt x="9312969" y="6233355"/>
                </a:cubicBezTo>
                <a:cubicBezTo>
                  <a:pt x="9246744" y="6275741"/>
                  <a:pt x="9211816" y="6336803"/>
                  <a:pt x="9228451" y="6417878"/>
                </a:cubicBezTo>
                <a:cubicBezTo>
                  <a:pt x="9244959" y="6498252"/>
                  <a:pt x="9300667" y="6540383"/>
                  <a:pt x="9383272" y="6555043"/>
                </a:cubicBezTo>
                <a:cubicBezTo>
                  <a:pt x="9283011" y="6570021"/>
                  <a:pt x="9242920" y="6640197"/>
                  <a:pt x="9237693" y="6701003"/>
                </a:cubicBezTo>
                <a:cubicBezTo>
                  <a:pt x="9231829" y="6768629"/>
                  <a:pt x="9274916" y="6834981"/>
                  <a:pt x="9340440" y="6858565"/>
                </a:cubicBezTo>
                <a:cubicBezTo>
                  <a:pt x="9380404" y="6872970"/>
                  <a:pt x="9419985" y="6871249"/>
                  <a:pt x="9458739" y="6853848"/>
                </a:cubicBezTo>
                <a:cubicBezTo>
                  <a:pt x="9496663" y="6836830"/>
                  <a:pt x="9522222" y="6807319"/>
                  <a:pt x="9540834" y="6767610"/>
                </a:cubicBezTo>
                <a:cubicBezTo>
                  <a:pt x="9544085" y="6774494"/>
                  <a:pt x="9546124" y="6778190"/>
                  <a:pt x="9547717" y="6782143"/>
                </a:cubicBezTo>
                <a:cubicBezTo>
                  <a:pt x="9563142" y="6820258"/>
                  <a:pt x="9588574" y="6849833"/>
                  <a:pt x="9623184" y="6871886"/>
                </a:cubicBezTo>
                <a:lnTo>
                  <a:pt x="9623120" y="6871886"/>
                </a:lnTo>
                <a:cubicBezTo>
                  <a:pt x="9627964" y="6874945"/>
                  <a:pt x="9631598" y="6879726"/>
                  <a:pt x="9635804" y="6883741"/>
                </a:cubicBezTo>
                <a:lnTo>
                  <a:pt x="1502321" y="6883741"/>
                </a:lnTo>
                <a:lnTo>
                  <a:pt x="0" y="6883741"/>
                </a:lnTo>
                <a:close/>
              </a:path>
            </a:pathLst>
          </a:custGeom>
          <a:gradFill>
            <a:gsLst>
              <a:gs pos="76000">
                <a:schemeClr val="accent1">
                  <a:lumMod val="75000"/>
                </a:schemeClr>
              </a:gs>
              <a:gs pos="18000">
                <a:srgbClr val="002060"/>
              </a:gs>
            </a:gsLst>
            <a:lin ang="3600000" scaled="0"/>
          </a:gradFill>
          <a:ln w="5853" cap="flat">
            <a:noFill/>
            <a:prstDash val="solid"/>
            <a:miter/>
          </a:ln>
        </p:spPr>
        <p:txBody>
          <a:bodyPr anchor="ctr"/>
          <a:lstStyle/>
          <a:p>
            <a:pPr marL="0" marR="0" lvl="0" indent="0" algn="ctr" defTabSz="742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2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A7278-169B-6A15-0962-2CCFCFC7E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014" y="6242379"/>
            <a:ext cx="38527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b="0" i="0" smtClean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PH">
                <a:solidFill>
                  <a:srgbClr val="C5C7C5"/>
                </a:solidFill>
              </a:rPr>
              <a:t>// © 2023 Sutherland Global Services, Inc. All Rights Reserved.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A96104-0B90-8AF2-1B14-35E7253223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8902" y="6233778"/>
            <a:ext cx="366617" cy="37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715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0DF2F8D-455E-4FE4-A41B-DA1BD99A0E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23555" y="5848347"/>
            <a:ext cx="3275932" cy="4995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DBA84E-429D-40F8-A152-47A03BFC88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r="21965" b="17091"/>
          <a:stretch/>
        </p:blipFill>
        <p:spPr>
          <a:xfrm>
            <a:off x="4614915" y="-157050"/>
            <a:ext cx="9097772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2FB1810-235C-4A83-9110-83814C0FE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515" y="1798991"/>
            <a:ext cx="11059424" cy="1626095"/>
          </a:xfrm>
        </p:spPr>
        <p:txBody>
          <a:bodyPr anchor="b">
            <a:noAutofit/>
          </a:bodyPr>
          <a:lstStyle>
            <a:lvl1pPr algn="l">
              <a:defRPr sz="3900" b="1"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08A9500-1F53-420A-8E30-4BCD27757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8" y="3840796"/>
            <a:ext cx="11059425" cy="499510"/>
          </a:xfrm>
        </p:spPr>
        <p:txBody>
          <a:bodyPr>
            <a:normAutofit/>
          </a:bodyPr>
          <a:lstStyle>
            <a:lvl1pPr marL="45147" indent="0" algn="l">
              <a:buNone/>
              <a:defRPr sz="1625" b="0">
                <a:solidFill>
                  <a:schemeClr val="bg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1494" indent="0" algn="ctr">
              <a:buNone/>
              <a:defRPr sz="1625"/>
            </a:lvl2pPr>
            <a:lvl3pPr marL="742987" indent="0" algn="ctr">
              <a:buNone/>
              <a:defRPr sz="1463"/>
            </a:lvl3pPr>
            <a:lvl4pPr marL="1114481" indent="0" algn="ctr">
              <a:buNone/>
              <a:defRPr sz="1300"/>
            </a:lvl4pPr>
            <a:lvl5pPr marL="1485974" indent="0" algn="ctr">
              <a:buNone/>
              <a:defRPr sz="1300"/>
            </a:lvl5pPr>
            <a:lvl6pPr marL="1857468" indent="0" algn="ctr">
              <a:buNone/>
              <a:defRPr sz="1300"/>
            </a:lvl6pPr>
            <a:lvl7pPr marL="2228962" indent="0" algn="ctr">
              <a:buNone/>
              <a:defRPr sz="1300"/>
            </a:lvl7pPr>
            <a:lvl8pPr marL="2600455" indent="0" algn="ctr">
              <a:buNone/>
              <a:defRPr sz="1300"/>
            </a:lvl8pPr>
            <a:lvl9pPr marL="2971949" indent="0" algn="ctr">
              <a:buNone/>
              <a:defRPr sz="1300"/>
            </a:lvl9pPr>
          </a:lstStyle>
          <a:p>
            <a:endParaRPr lang="en-US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A70C0312-DD63-45AD-82C2-7CF81B0FEA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7850" y="3271952"/>
            <a:ext cx="11058526" cy="600075"/>
          </a:xfrm>
        </p:spPr>
        <p:txBody>
          <a:bodyPr anchor="b">
            <a:normAutofit/>
          </a:bodyPr>
          <a:lstStyle>
            <a:lvl1pPr marL="45147" indent="0">
              <a:buNone/>
              <a:defRPr sz="2275" b="1" baseline="0">
                <a:solidFill>
                  <a:schemeClr val="accent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1">
                <a:solidFill>
                  <a:srgbClr val="DE1B54"/>
                </a:solidFill>
              </a:defRPr>
            </a:lvl2pPr>
            <a:lvl3pPr>
              <a:defRPr b="1">
                <a:solidFill>
                  <a:srgbClr val="DE1B54"/>
                </a:solidFill>
              </a:defRPr>
            </a:lvl3pPr>
            <a:lvl4pPr>
              <a:defRPr b="1">
                <a:solidFill>
                  <a:srgbClr val="DE1B54"/>
                </a:solidFill>
              </a:defRPr>
            </a:lvl4pPr>
            <a:lvl5pPr>
              <a:defRPr b="1">
                <a:solidFill>
                  <a:srgbClr val="DE1B54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049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993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87CDB4-286C-E3C4-7335-D59B09B10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2FEDC-24F1-0517-FDBB-6E254793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E632E-DACC-4D22-477E-408B16E0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A19A7-2696-4B99-AFC5-7464AEC38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834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372FD-9CF6-AD7E-DD1C-588DB590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5BFE0-4EC2-3288-DB0C-D909DA54B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A0205-2FDE-AB46-89A4-2C091F70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73851-9710-4761-B542-2BAE805237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374F0-5D78-46CE-B16C-A5F131D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C6CCF-B570-5C4F-1FA6-6FF9478D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CE57-D477-4256-984D-22C2667EA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618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EEF8213-A476-4E8D-BBCB-D0F3A287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986" y="514353"/>
            <a:ext cx="11485746" cy="942309"/>
          </a:xfrm>
        </p:spPr>
        <p:txBody>
          <a:bodyPr anchor="t">
            <a:normAutofit/>
          </a:bodyPr>
          <a:lstStyle>
            <a:lvl1pPr algn="ctr">
              <a:defRPr sz="2275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3303B5D-945F-BC4A-B981-A2075D6A3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013" y="6359504"/>
            <a:ext cx="385277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US" b="0" i="0" smtClean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PH"/>
              <a:t>// © 2024 Sutherland Global Services, Inc. All Rights Reserved.	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6DA4E71-5DD5-3242-A1D5-074340204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4" y="6359504"/>
            <a:ext cx="365122" cy="3712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31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6CDCA4D-B942-BC47-92B6-393DE0C995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57994-8820-4C47-A89E-A6DC208E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0169" y="1116597"/>
            <a:ext cx="11485562" cy="306388"/>
          </a:xfrm>
        </p:spPr>
        <p:txBody>
          <a:bodyPr anchor="ctr">
            <a:noAutofit/>
          </a:bodyPr>
          <a:lstStyle>
            <a:lvl1pPr marL="0" indent="0" algn="ctr">
              <a:buNone/>
              <a:defRPr sz="1625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  <a:endParaRPr lang="en-PH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81DB329-8EC4-451F-B610-5E55DA34D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986" y="1453896"/>
            <a:ext cx="11485746" cy="4489704"/>
          </a:xfrm>
        </p:spPr>
        <p:txBody>
          <a:bodyPr>
            <a:normAutofit/>
          </a:bodyPr>
          <a:lstStyle>
            <a:lvl1pPr>
              <a:buClr>
                <a:schemeClr val="accent4"/>
              </a:buClr>
              <a:defRPr sz="1625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4"/>
              </a:buClr>
              <a:defRPr sz="146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4"/>
              </a:buClr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4"/>
              </a:buClr>
              <a:defRPr sz="1138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4"/>
              </a:buClr>
              <a:defRPr sz="1138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65692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Horizontal (with placehol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823330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Horizontal (with placeholder without page numb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502372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35A0-F8DF-444B-8FB0-71DE117C146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25BC2-FDAD-4211-AACB-B8104C884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166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EEF8213-A476-4E8D-BBCB-D0F3A2876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983" y="295692"/>
            <a:ext cx="11485747" cy="942309"/>
          </a:xfrm>
        </p:spPr>
        <p:txBody>
          <a:bodyPr anchor="t">
            <a:normAutofit/>
          </a:bodyPr>
          <a:lstStyle>
            <a:lvl1pPr algn="l">
              <a:defRPr sz="2369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CBC37DB-0D1C-91B3-963F-43C103CE29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0166" y="934694"/>
            <a:ext cx="11485563" cy="306389"/>
          </a:xfrm>
        </p:spPr>
        <p:txBody>
          <a:bodyPr anchor="ctr">
            <a:noAutofit/>
          </a:bodyPr>
          <a:lstStyle>
            <a:lvl1pPr marL="0" indent="0" algn="l">
              <a:buNone/>
              <a:defRPr sz="1764" b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3D3C9B1-AF19-6394-CDC5-AF94371DF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9985" y="6236210"/>
            <a:ext cx="365123" cy="371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8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CDCA4D-B942-BC47-92B6-393DE0C99508}" type="slidenum">
              <a:rPr lang="en-US" smtClean="0">
                <a:solidFill>
                  <a:srgbClr val="C5C7C5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C5C7C5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1E38FC-EB4B-2885-C2AA-B23E01DF28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8904" y="6233778"/>
            <a:ext cx="366617" cy="373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3729FE-372F-9353-E418-F2700652A2BE}"/>
              </a:ext>
            </a:extLst>
          </p:cNvPr>
          <p:cNvSpPr txBox="1"/>
          <p:nvPr userDrawn="1"/>
        </p:nvSpPr>
        <p:spPr>
          <a:xfrm>
            <a:off x="770023" y="6312915"/>
            <a:ext cx="3496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>
                <a:solidFill>
                  <a:srgbClr val="C5C7C5"/>
                </a:solidFill>
              </a:rPr>
              <a:t>// © 2024 Sutherland Global Services,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42907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  <p:sldLayoutId id="2147483701" r:id="rId30"/>
    <p:sldLayoutId id="2147483702" r:id="rId31"/>
    <p:sldLayoutId id="2147483661" r:id="rId32"/>
    <p:sldLayoutId id="2147483662" r:id="rId33"/>
    <p:sldLayoutId id="2147483663" r:id="rId34"/>
    <p:sldLayoutId id="2147483664" r:id="rId35"/>
    <p:sldLayoutId id="2147483665" r:id="rId36"/>
    <p:sldLayoutId id="2147483666" r:id="rId37"/>
    <p:sldLayoutId id="2147483667" r:id="rId38"/>
    <p:sldLayoutId id="2147483668" r:id="rId39"/>
    <p:sldLayoutId id="2147483669" r:id="rId40"/>
    <p:sldLayoutId id="2147483670" r:id="rId41"/>
    <p:sldLayoutId id="2147483671" r:id="rId4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49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</p:sldLayoutIdLst>
  <p:transition spd="med"/>
  <p:txStyles>
    <p:title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7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4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34" Type="http://schemas.openxmlformats.org/officeDocument/2006/relationships/image" Target="../media/image45.png"/><Relationship Id="rId7" Type="http://schemas.openxmlformats.org/officeDocument/2006/relationships/image" Target="../media/image18.png"/><Relationship Id="rId12" Type="http://schemas.openxmlformats.org/officeDocument/2006/relationships/image" Target="../media/image23.jpe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10" Type="http://schemas.openxmlformats.org/officeDocument/2006/relationships/image" Target="../media/image21.png"/><Relationship Id="rId19" Type="http://schemas.openxmlformats.org/officeDocument/2006/relationships/image" Target="../media/image30.jpeg"/><Relationship Id="rId31" Type="http://schemas.openxmlformats.org/officeDocument/2006/relationships/image" Target="../media/image42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8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8.svg"/><Relationship Id="rId5" Type="http://schemas.openxmlformats.org/officeDocument/2006/relationships/image" Target="../media/image21.png"/><Relationship Id="rId4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979B5C-7C31-6214-7B28-EA7DE3A62925}"/>
              </a:ext>
            </a:extLst>
          </p:cNvPr>
          <p:cNvSpPr txBox="1"/>
          <p:nvPr/>
        </p:nvSpPr>
        <p:spPr>
          <a:xfrm>
            <a:off x="159656" y="2949806"/>
            <a:ext cx="6807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Sutherland’s Digital Assurance Services </a:t>
            </a:r>
            <a:r>
              <a:rPr lang="en-US" sz="20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Driving Excellence for Verizon</a:t>
            </a:r>
            <a:endParaRPr lang="en-US" sz="2800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>
          <a:extLst>
            <a:ext uri="{FF2B5EF4-FFF2-40B4-BE49-F238E27FC236}">
              <a16:creationId xmlns:a16="http://schemas.microsoft.com/office/drawing/2014/main" id="{2A73C0CB-7E09-DEC9-C670-25635DB8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>
            <a:extLst>
              <a:ext uri="{FF2B5EF4-FFF2-40B4-BE49-F238E27FC236}">
                <a16:creationId xmlns:a16="http://schemas.microsoft.com/office/drawing/2014/main" id="{DDA9F4BE-135B-5EFB-F9A6-8A93A98CF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r">
              <a:buClr>
                <a:srgbClr val="000000"/>
              </a:buClr>
            </a:pPr>
            <a:fld id="{00000000-1234-1234-1234-123412341234}" type="slidenum">
              <a:rPr lang="en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algn="r">
                <a:buClr>
                  <a:srgbClr val="000000"/>
                </a:buClr>
              </a:pPr>
              <a:t>2</a:t>
            </a:fld>
            <a:endParaRPr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Rectangle: Top Corners Rounded 117">
            <a:extLst>
              <a:ext uri="{FF2B5EF4-FFF2-40B4-BE49-F238E27FC236}">
                <a16:creationId xmlns:a16="http://schemas.microsoft.com/office/drawing/2014/main" id="{4755F927-8971-B6EF-F4A7-5478A4BF03DA}"/>
              </a:ext>
            </a:extLst>
          </p:cNvPr>
          <p:cNvSpPr/>
          <p:nvPr/>
        </p:nvSpPr>
        <p:spPr>
          <a:xfrm rot="16200000" flipH="1">
            <a:off x="502512" y="1242009"/>
            <a:ext cx="1118174" cy="1108344"/>
          </a:xfrm>
          <a:prstGeom prst="round2SameRect">
            <a:avLst>
              <a:gd name="adj1" fmla="val 7015"/>
              <a:gd name="adj2" fmla="val 0"/>
            </a:avLst>
          </a:prstGeom>
          <a:gradFill>
            <a:gsLst>
              <a:gs pos="5000">
                <a:srgbClr val="DB014D"/>
              </a:gs>
              <a:gs pos="100000">
                <a:srgbClr val="0B1C5F"/>
              </a:gs>
            </a:gsLst>
            <a:lin ang="13500000" scaled="1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Rectangle: Top Corners Rounded 118">
            <a:extLst>
              <a:ext uri="{FF2B5EF4-FFF2-40B4-BE49-F238E27FC236}">
                <a16:creationId xmlns:a16="http://schemas.microsoft.com/office/drawing/2014/main" id="{4AE84FCE-9017-1D30-DCFC-C81D6AFAEB9B}"/>
              </a:ext>
            </a:extLst>
          </p:cNvPr>
          <p:cNvSpPr/>
          <p:nvPr/>
        </p:nvSpPr>
        <p:spPr>
          <a:xfrm rot="16200000" flipH="1">
            <a:off x="97135" y="2912394"/>
            <a:ext cx="1928924" cy="1108344"/>
          </a:xfrm>
          <a:prstGeom prst="round2SameRect">
            <a:avLst>
              <a:gd name="adj1" fmla="val 7015"/>
              <a:gd name="adj2" fmla="val 0"/>
            </a:avLst>
          </a:prstGeom>
          <a:gradFill>
            <a:gsLst>
              <a:gs pos="5000">
                <a:srgbClr val="DB014D"/>
              </a:gs>
              <a:gs pos="100000">
                <a:srgbClr val="0B1C5F"/>
              </a:gs>
            </a:gsLst>
            <a:lin ang="13500000" scaled="1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ectangle: Top Corners Rounded 119">
            <a:extLst>
              <a:ext uri="{FF2B5EF4-FFF2-40B4-BE49-F238E27FC236}">
                <a16:creationId xmlns:a16="http://schemas.microsoft.com/office/drawing/2014/main" id="{A08F7FF5-D1F4-0AE0-A43A-72EDA948A50B}"/>
              </a:ext>
            </a:extLst>
          </p:cNvPr>
          <p:cNvSpPr/>
          <p:nvPr/>
        </p:nvSpPr>
        <p:spPr>
          <a:xfrm rot="16200000" flipH="1">
            <a:off x="502512" y="4582777"/>
            <a:ext cx="1118174" cy="1108344"/>
          </a:xfrm>
          <a:prstGeom prst="round2SameRect">
            <a:avLst>
              <a:gd name="adj1" fmla="val 7015"/>
              <a:gd name="adj2" fmla="val 0"/>
            </a:avLst>
          </a:prstGeom>
          <a:gradFill>
            <a:gsLst>
              <a:gs pos="5000">
                <a:srgbClr val="DB014D"/>
              </a:gs>
              <a:gs pos="100000">
                <a:srgbClr val="0B1C5F"/>
              </a:gs>
            </a:gsLst>
            <a:lin ang="13500000" scaled="1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Rectangle: Top Corners Rounded 104">
            <a:extLst>
              <a:ext uri="{FF2B5EF4-FFF2-40B4-BE49-F238E27FC236}">
                <a16:creationId xmlns:a16="http://schemas.microsoft.com/office/drawing/2014/main" id="{C3C255A1-8BD3-FA13-CD60-BB909F08D490}"/>
              </a:ext>
            </a:extLst>
          </p:cNvPr>
          <p:cNvSpPr/>
          <p:nvPr/>
        </p:nvSpPr>
        <p:spPr>
          <a:xfrm rot="5400000">
            <a:off x="10422049" y="1242009"/>
            <a:ext cx="1118174" cy="1108344"/>
          </a:xfrm>
          <a:prstGeom prst="round2SameRect">
            <a:avLst>
              <a:gd name="adj1" fmla="val 7015"/>
              <a:gd name="adj2" fmla="val 0"/>
            </a:avLst>
          </a:prstGeom>
          <a:gradFill>
            <a:gsLst>
              <a:gs pos="5000">
                <a:srgbClr val="DB014D"/>
              </a:gs>
              <a:gs pos="100000">
                <a:srgbClr val="0B1C5F"/>
              </a:gs>
            </a:gsLst>
            <a:lin ang="13500000" scaled="1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Rectangle: Top Corners Rounded 105">
            <a:extLst>
              <a:ext uri="{FF2B5EF4-FFF2-40B4-BE49-F238E27FC236}">
                <a16:creationId xmlns:a16="http://schemas.microsoft.com/office/drawing/2014/main" id="{DDCEE3F0-B4BF-B2D4-DBFE-ECCF83EE19E4}"/>
              </a:ext>
            </a:extLst>
          </p:cNvPr>
          <p:cNvSpPr/>
          <p:nvPr/>
        </p:nvSpPr>
        <p:spPr>
          <a:xfrm rot="5400000">
            <a:off x="10016676" y="2912394"/>
            <a:ext cx="1928924" cy="1108344"/>
          </a:xfrm>
          <a:prstGeom prst="round2SameRect">
            <a:avLst>
              <a:gd name="adj1" fmla="val 7015"/>
              <a:gd name="adj2" fmla="val 0"/>
            </a:avLst>
          </a:prstGeom>
          <a:gradFill>
            <a:gsLst>
              <a:gs pos="5000">
                <a:srgbClr val="DB014D"/>
              </a:gs>
              <a:gs pos="100000">
                <a:srgbClr val="0B1C5F"/>
              </a:gs>
            </a:gsLst>
            <a:lin ang="13500000" scaled="1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Rectangle: Top Corners Rounded 106">
            <a:extLst>
              <a:ext uri="{FF2B5EF4-FFF2-40B4-BE49-F238E27FC236}">
                <a16:creationId xmlns:a16="http://schemas.microsoft.com/office/drawing/2014/main" id="{8210DF57-9136-53FE-72BD-6D73967F97E9}"/>
              </a:ext>
            </a:extLst>
          </p:cNvPr>
          <p:cNvSpPr/>
          <p:nvPr/>
        </p:nvSpPr>
        <p:spPr>
          <a:xfrm rot="5400000">
            <a:off x="10422049" y="4582777"/>
            <a:ext cx="1118174" cy="1108344"/>
          </a:xfrm>
          <a:prstGeom prst="round2SameRect">
            <a:avLst>
              <a:gd name="adj1" fmla="val 7015"/>
              <a:gd name="adj2" fmla="val 0"/>
            </a:avLst>
          </a:prstGeom>
          <a:gradFill>
            <a:gsLst>
              <a:gs pos="5000">
                <a:srgbClr val="DB014D"/>
              </a:gs>
              <a:gs pos="100000">
                <a:srgbClr val="0B1C5F"/>
              </a:gs>
            </a:gsLst>
            <a:lin ang="13500000" scaled="1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: Rounded Corners 20">
            <a:extLst>
              <a:ext uri="{FF2B5EF4-FFF2-40B4-BE49-F238E27FC236}">
                <a16:creationId xmlns:a16="http://schemas.microsoft.com/office/drawing/2014/main" id="{6C6C624A-EACF-467C-1637-003A680F8D22}"/>
              </a:ext>
            </a:extLst>
          </p:cNvPr>
          <p:cNvSpPr/>
          <p:nvPr/>
        </p:nvSpPr>
        <p:spPr>
          <a:xfrm>
            <a:off x="545525" y="1223303"/>
            <a:ext cx="5421630" cy="1145754"/>
          </a:xfrm>
          <a:prstGeom prst="roundRect">
            <a:avLst>
              <a:gd name="adj" fmla="val 7981"/>
            </a:avLst>
          </a:prstGeom>
          <a:solidFill>
            <a:srgbClr val="FFFFFF"/>
          </a:solidFill>
          <a:ln w="9525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35D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Digital Assurance Advisory Services</a:t>
            </a:r>
          </a:p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93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 Maturity Assessment</a:t>
            </a:r>
          </a:p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93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 Maturity Enhancement</a:t>
            </a:r>
          </a:p>
        </p:txBody>
      </p:sp>
      <p:sp>
        <p:nvSpPr>
          <p:cNvPr id="9" name="Rectangle: Rounded Corners 21">
            <a:extLst>
              <a:ext uri="{FF2B5EF4-FFF2-40B4-BE49-F238E27FC236}">
                <a16:creationId xmlns:a16="http://schemas.microsoft.com/office/drawing/2014/main" id="{F87323E3-BB94-522B-A82A-EBC1A7576D39}"/>
              </a:ext>
            </a:extLst>
          </p:cNvPr>
          <p:cNvSpPr/>
          <p:nvPr/>
        </p:nvSpPr>
        <p:spPr>
          <a:xfrm>
            <a:off x="6058595" y="1223303"/>
            <a:ext cx="5421630" cy="1145754"/>
          </a:xfrm>
          <a:prstGeom prst="roundRect">
            <a:avLst>
              <a:gd name="adj" fmla="val 7981"/>
            </a:avLst>
          </a:prstGeom>
          <a:solidFill>
            <a:srgbClr val="FFFFFF"/>
          </a:solidFill>
          <a:ln w="9525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35D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Managed Digital Assurance  Services</a:t>
            </a:r>
          </a:p>
          <a:p>
            <a:pPr marL="0" marR="0" lvl="0" indent="0" algn="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Digital Assurance as a Service  (e2e TaaS)</a:t>
            </a:r>
          </a:p>
          <a:p>
            <a:pPr marR="0" lvl="0" indent="-285750" algn="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 Automation Services (</a:t>
            </a:r>
            <a:r>
              <a:rPr lang="en-US" sz="1400" dirty="0" err="1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Cloudtestr</a:t>
            </a: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pPr marR="0" lvl="0" indent="-285750" algn="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 Automation Services (BOT on Third Party tools)</a:t>
            </a:r>
          </a:p>
        </p:txBody>
      </p:sp>
      <p:sp>
        <p:nvSpPr>
          <p:cNvPr id="10" name="Rectangle: Rounded Corners 22">
            <a:extLst>
              <a:ext uri="{FF2B5EF4-FFF2-40B4-BE49-F238E27FC236}">
                <a16:creationId xmlns:a16="http://schemas.microsoft.com/office/drawing/2014/main" id="{37959A11-0BAD-1338-2421-CED8FD42388C}"/>
              </a:ext>
            </a:extLst>
          </p:cNvPr>
          <p:cNvSpPr/>
          <p:nvPr/>
        </p:nvSpPr>
        <p:spPr>
          <a:xfrm>
            <a:off x="545525" y="2478316"/>
            <a:ext cx="5421630" cy="1976497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35D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Functional Quality Assurance Services</a:t>
            </a:r>
          </a:p>
          <a:p>
            <a:pPr defTabSz="913852">
              <a:buFont typeface="Trebuchet MS" panose="020B0603020202020204" pitchFamily="34" charset="0"/>
              <a:buChar char="​"/>
              <a:defRPr/>
            </a:pP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Functional Testing</a:t>
            </a:r>
          </a:p>
          <a:p>
            <a:pPr defTabSz="913852">
              <a:buFont typeface="Trebuchet MS" panose="020B0603020202020204" pitchFamily="34" charset="0"/>
              <a:buChar char="​"/>
              <a:defRPr/>
            </a:pP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Regression Testing</a:t>
            </a:r>
          </a:p>
          <a:p>
            <a:pPr defTabSz="913852">
              <a:buFont typeface="Trebuchet MS" panose="020B0603020202020204" pitchFamily="34" charset="0"/>
              <a:buChar char="​"/>
              <a:defRPr/>
            </a:pP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Migration Testing</a:t>
            </a:r>
          </a:p>
          <a:p>
            <a:pPr defTabSz="913852">
              <a:buFont typeface="Trebuchet MS" panose="020B0603020202020204" pitchFamily="34" charset="0"/>
              <a:buChar char="​"/>
              <a:defRPr/>
            </a:pP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Integration Testing</a:t>
            </a:r>
          </a:p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Omnichannel Experience Testing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Rectangle: Rounded Corners 23">
            <a:extLst>
              <a:ext uri="{FF2B5EF4-FFF2-40B4-BE49-F238E27FC236}">
                <a16:creationId xmlns:a16="http://schemas.microsoft.com/office/drawing/2014/main" id="{B3EA58D1-2FB4-C479-FDFD-966601C06F29}"/>
              </a:ext>
            </a:extLst>
          </p:cNvPr>
          <p:cNvSpPr/>
          <p:nvPr/>
        </p:nvSpPr>
        <p:spPr>
          <a:xfrm>
            <a:off x="6058595" y="2478316"/>
            <a:ext cx="5421630" cy="1976497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9525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35D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Technical Quality Engineering Services</a:t>
            </a:r>
          </a:p>
          <a:p>
            <a:pPr algn="r" defTabSz="913852">
              <a:buFont typeface="Trebuchet MS" panose="020B0603020202020204" pitchFamily="34" charset="0"/>
              <a:buChar char="​"/>
              <a:defRPr/>
            </a:pP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E2E Cloud Assurance</a:t>
            </a:r>
          </a:p>
          <a:p>
            <a:pPr algn="r" defTabSz="913852">
              <a:buFont typeface="Trebuchet MS" panose="020B0603020202020204" pitchFamily="34" charset="0"/>
              <a:buChar char="​"/>
              <a:defRPr/>
            </a:pP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Performance, Scalability &amp; Reliability Testing</a:t>
            </a:r>
          </a:p>
          <a:p>
            <a:pPr algn="r" defTabSz="913852">
              <a:buFont typeface="Trebuchet MS" panose="020B0603020202020204" pitchFamily="34" charset="0"/>
              <a:buChar char="​"/>
              <a:defRPr/>
            </a:pP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Accessibility &amp; Compatibility Testing</a:t>
            </a:r>
          </a:p>
          <a:p>
            <a:pPr algn="r" defTabSz="913852">
              <a:buFont typeface="Trebuchet MS" panose="020B0603020202020204" pitchFamily="34" charset="0"/>
              <a:buChar char="​"/>
              <a:defRPr/>
            </a:pP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Device Testin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</a:t>
            </a:r>
          </a:p>
          <a:p>
            <a:pPr marL="0" marR="0" lvl="0" indent="0" algn="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Operability Testing</a:t>
            </a:r>
          </a:p>
          <a:p>
            <a:pPr marR="0" lvl="0" indent="-285750" algn="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Security Testing</a:t>
            </a:r>
          </a:p>
          <a:p>
            <a:pPr marL="0" marR="0" lvl="0" indent="0" algn="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&amp; Regulatory Testing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Rectangle: Rounded Corners 24">
            <a:extLst>
              <a:ext uri="{FF2B5EF4-FFF2-40B4-BE49-F238E27FC236}">
                <a16:creationId xmlns:a16="http://schemas.microsoft.com/office/drawing/2014/main" id="{76E64EAE-08CC-F20D-5EC8-B0CFF8434F12}"/>
              </a:ext>
            </a:extLst>
          </p:cNvPr>
          <p:cNvSpPr/>
          <p:nvPr/>
        </p:nvSpPr>
        <p:spPr>
          <a:xfrm>
            <a:off x="545525" y="4564072"/>
            <a:ext cx="5421630" cy="1145754"/>
          </a:xfrm>
          <a:prstGeom prst="roundRect">
            <a:avLst>
              <a:gd name="adj" fmla="val 7981"/>
            </a:avLst>
          </a:prstGeom>
          <a:solidFill>
            <a:srgbClr val="FFFFFF"/>
          </a:solidFill>
          <a:ln w="9525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600" b="1" i="0" u="none" strike="noStrike" kern="1200" cap="none" spc="-20" normalizeH="0" baseline="0" noProof="0" dirty="0">
                <a:ln>
                  <a:noFill/>
                </a:ln>
                <a:solidFill>
                  <a:srgbClr val="26235D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Digital Assurance Launch Readiness Services</a:t>
            </a:r>
          </a:p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 Acceptance Testing</a:t>
            </a:r>
          </a:p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Business Readiness Testing</a:t>
            </a:r>
          </a:p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Operational Acceptance Testing</a:t>
            </a:r>
          </a:p>
        </p:txBody>
      </p:sp>
      <p:sp>
        <p:nvSpPr>
          <p:cNvPr id="13" name="Rectangle: Rounded Corners 25">
            <a:extLst>
              <a:ext uri="{FF2B5EF4-FFF2-40B4-BE49-F238E27FC236}">
                <a16:creationId xmlns:a16="http://schemas.microsoft.com/office/drawing/2014/main" id="{6C92ACD2-A420-6382-B06B-03C47BFDD252}"/>
              </a:ext>
            </a:extLst>
          </p:cNvPr>
          <p:cNvSpPr/>
          <p:nvPr/>
        </p:nvSpPr>
        <p:spPr>
          <a:xfrm>
            <a:off x="6058595" y="4564072"/>
            <a:ext cx="5421630" cy="1145754"/>
          </a:xfrm>
          <a:prstGeom prst="roundRect">
            <a:avLst>
              <a:gd name="adj" fmla="val 7981"/>
            </a:avLst>
          </a:prstGeom>
          <a:solidFill>
            <a:srgbClr val="FFFFFF"/>
          </a:solidFill>
          <a:ln w="9525" cap="rnd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6235D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Digital Assurance Support Services</a:t>
            </a:r>
          </a:p>
          <a:p>
            <a:pPr marL="0" marR="0" lvl="0" indent="0" algn="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  <a:lumOff val="50000"/>
                  </a:scheme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 Environment Management</a:t>
            </a:r>
          </a:p>
          <a:p>
            <a:pPr marR="0" lvl="0" indent="-285750" algn="r" defTabSz="91385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 Data Management (</a:t>
            </a:r>
            <a:r>
              <a:rPr lang="en-US" sz="1400" dirty="0" err="1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GenRocket</a:t>
            </a:r>
            <a:r>
              <a:rPr lang="en-US" sz="1400" dirty="0">
                <a:solidFill>
                  <a:srgbClr val="FF93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pPr marL="0" marR="0" lvl="0" indent="0" algn="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Char char="​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Operations Handover &amp; Acceptance Training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7EB81E-9EA2-C51D-9E98-0DF52447CE89}"/>
              </a:ext>
            </a:extLst>
          </p:cNvPr>
          <p:cNvSpPr/>
          <p:nvPr/>
        </p:nvSpPr>
        <p:spPr>
          <a:xfrm>
            <a:off x="4637655" y="2091344"/>
            <a:ext cx="2750440" cy="2750440"/>
          </a:xfrm>
          <a:prstGeom prst="ellipse">
            <a:avLst/>
          </a:prstGeom>
          <a:gradFill>
            <a:gsLst>
              <a:gs pos="5000">
                <a:srgbClr val="DB014D"/>
              </a:gs>
              <a:gs pos="100000">
                <a:srgbClr val="0B1C5F"/>
              </a:gs>
            </a:gsLst>
            <a:lin ang="13500000" scaled="1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9BA74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itle 12">
            <a:extLst>
              <a:ext uri="{FF2B5EF4-FFF2-40B4-BE49-F238E27FC236}">
                <a16:creationId xmlns:a16="http://schemas.microsoft.com/office/drawing/2014/main" id="{4568ED87-B6F3-1344-FB0A-12906B256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34" y="158835"/>
            <a:ext cx="10232631" cy="670055"/>
          </a:xfrm>
          <a:ln w="12700">
            <a:miter lim="400000"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700"/>
              </a:lnSpc>
            </a:pPr>
            <a:r>
              <a:rPr lang="en-US" sz="2800" dirty="0">
                <a:solidFill>
                  <a:srgbClr val="4F4F4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Sutherland’s E2E Digital Assurance Services</a:t>
            </a:r>
            <a:br>
              <a:rPr lang="en-US" sz="2800" dirty="0">
                <a:solidFill>
                  <a:srgbClr val="4F4F4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000" b="0" dirty="0">
                <a:solidFill>
                  <a:srgbClr val="4F4F4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Holistic Assurance Across Business &amp; Technology Services</a:t>
            </a:r>
            <a:endParaRPr lang="en-US" sz="2800" b="0" dirty="0">
              <a:solidFill>
                <a:srgbClr val="4F4F4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912707-6D0C-8349-D990-2852CC59D394}"/>
              </a:ext>
            </a:extLst>
          </p:cNvPr>
          <p:cNvSpPr txBox="1"/>
          <p:nvPr/>
        </p:nvSpPr>
        <p:spPr>
          <a:xfrm>
            <a:off x="5234350" y="2866399"/>
            <a:ext cx="1557050" cy="1015663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Digital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Assurance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Services</a:t>
            </a:r>
            <a:endParaRPr kumimoji="0" lang="en-AE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C75A50-B7B3-B69F-8CF0-64EC42B1BB1A}"/>
              </a:ext>
            </a:extLst>
          </p:cNvPr>
          <p:cNvGrpSpPr/>
          <p:nvPr/>
        </p:nvGrpSpPr>
        <p:grpSpPr>
          <a:xfrm>
            <a:off x="4361408" y="3072989"/>
            <a:ext cx="786422" cy="787150"/>
            <a:chOff x="10809974" y="23795"/>
            <a:chExt cx="1223922" cy="122505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4C5DDC6-1656-EC4C-3B80-85D85C91280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809974" y="23795"/>
              <a:ext cx="1223922" cy="1225056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26235D"/>
                  </a:gs>
                  <a:gs pos="100000">
                    <a:srgbClr val="DF1B54"/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19" name="bcgIcons_Quality Assurance ">
              <a:extLst>
                <a:ext uri="{FF2B5EF4-FFF2-40B4-BE49-F238E27FC236}">
                  <a16:creationId xmlns:a16="http://schemas.microsoft.com/office/drawing/2014/main" id="{4FD4EE20-673D-4326-32EB-7B545EC3CA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989213" y="203200"/>
              <a:ext cx="865444" cy="866246"/>
              <a:chOff x="1682" y="0"/>
              <a:chExt cx="4316" cy="4320"/>
            </a:xfrm>
          </p:grpSpPr>
          <p:sp>
            <p:nvSpPr>
              <p:cNvPr id="20" name="AutoShape 8">
                <a:extLst>
                  <a:ext uri="{FF2B5EF4-FFF2-40B4-BE49-F238E27FC236}">
                    <a16:creationId xmlns:a16="http://schemas.microsoft.com/office/drawing/2014/main" id="{B0DA460D-9739-5399-3547-CC9EFBC96259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682" y="0"/>
                <a:ext cx="4316" cy="4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FFDBEE22-B81D-EB3A-7620-FAA5391B1F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80" y="649"/>
                <a:ext cx="1716" cy="1674"/>
              </a:xfrm>
              <a:custGeom>
                <a:avLst/>
                <a:gdLst>
                  <a:gd name="T0" fmla="*/ 350 w 916"/>
                  <a:gd name="T1" fmla="*/ 751 h 893"/>
                  <a:gd name="T2" fmla="*/ 184 w 916"/>
                  <a:gd name="T3" fmla="*/ 808 h 893"/>
                  <a:gd name="T4" fmla="*/ 172 w 916"/>
                  <a:gd name="T5" fmla="*/ 799 h 893"/>
                  <a:gd name="T6" fmla="*/ 176 w 916"/>
                  <a:gd name="T7" fmla="*/ 643 h 893"/>
                  <a:gd name="T8" fmla="*/ 169 w 916"/>
                  <a:gd name="T9" fmla="*/ 634 h 893"/>
                  <a:gd name="T10" fmla="*/ 9 w 916"/>
                  <a:gd name="T11" fmla="*/ 590 h 893"/>
                  <a:gd name="T12" fmla="*/ 4 w 916"/>
                  <a:gd name="T13" fmla="*/ 575 h 893"/>
                  <a:gd name="T14" fmla="*/ 107 w 916"/>
                  <a:gd name="T15" fmla="*/ 454 h 893"/>
                  <a:gd name="T16" fmla="*/ 107 w 916"/>
                  <a:gd name="T17" fmla="*/ 442 h 893"/>
                  <a:gd name="T18" fmla="*/ 4 w 916"/>
                  <a:gd name="T19" fmla="*/ 317 h 893"/>
                  <a:gd name="T20" fmla="*/ 9 w 916"/>
                  <a:gd name="T21" fmla="*/ 303 h 893"/>
                  <a:gd name="T22" fmla="*/ 169 w 916"/>
                  <a:gd name="T23" fmla="*/ 261 h 893"/>
                  <a:gd name="T24" fmla="*/ 176 w 916"/>
                  <a:gd name="T25" fmla="*/ 252 h 893"/>
                  <a:gd name="T26" fmla="*/ 172 w 916"/>
                  <a:gd name="T27" fmla="*/ 95 h 893"/>
                  <a:gd name="T28" fmla="*/ 184 w 916"/>
                  <a:gd name="T29" fmla="*/ 86 h 893"/>
                  <a:gd name="T30" fmla="*/ 344 w 916"/>
                  <a:gd name="T31" fmla="*/ 140 h 893"/>
                  <a:gd name="T32" fmla="*/ 354 w 916"/>
                  <a:gd name="T33" fmla="*/ 137 h 893"/>
                  <a:gd name="T34" fmla="*/ 449 w 916"/>
                  <a:gd name="T35" fmla="*/ 6 h 893"/>
                  <a:gd name="T36" fmla="*/ 463 w 916"/>
                  <a:gd name="T37" fmla="*/ 5 h 893"/>
                  <a:gd name="T38" fmla="*/ 560 w 916"/>
                  <a:gd name="T39" fmla="*/ 137 h 893"/>
                  <a:gd name="T40" fmla="*/ 571 w 916"/>
                  <a:gd name="T41" fmla="*/ 140 h 893"/>
                  <a:gd name="T42" fmla="*/ 731 w 916"/>
                  <a:gd name="T43" fmla="*/ 86 h 893"/>
                  <a:gd name="T44" fmla="*/ 744 w 916"/>
                  <a:gd name="T45" fmla="*/ 95 h 893"/>
                  <a:gd name="T46" fmla="*/ 738 w 916"/>
                  <a:gd name="T47" fmla="*/ 252 h 893"/>
                  <a:gd name="T48" fmla="*/ 744 w 916"/>
                  <a:gd name="T49" fmla="*/ 261 h 893"/>
                  <a:gd name="T50" fmla="*/ 907 w 916"/>
                  <a:gd name="T51" fmla="*/ 303 h 893"/>
                  <a:gd name="T52" fmla="*/ 912 w 916"/>
                  <a:gd name="T53" fmla="*/ 317 h 893"/>
                  <a:gd name="T54" fmla="*/ 808 w 916"/>
                  <a:gd name="T55" fmla="*/ 442 h 893"/>
                  <a:gd name="T56" fmla="*/ 808 w 916"/>
                  <a:gd name="T57" fmla="*/ 454 h 893"/>
                  <a:gd name="T58" fmla="*/ 912 w 916"/>
                  <a:gd name="T59" fmla="*/ 575 h 893"/>
                  <a:gd name="T60" fmla="*/ 907 w 916"/>
                  <a:gd name="T61" fmla="*/ 590 h 893"/>
                  <a:gd name="T62" fmla="*/ 744 w 916"/>
                  <a:gd name="T63" fmla="*/ 634 h 893"/>
                  <a:gd name="T64" fmla="*/ 738 w 916"/>
                  <a:gd name="T65" fmla="*/ 643 h 893"/>
                  <a:gd name="T66" fmla="*/ 744 w 916"/>
                  <a:gd name="T67" fmla="*/ 799 h 893"/>
                  <a:gd name="T68" fmla="*/ 731 w 916"/>
                  <a:gd name="T69" fmla="*/ 808 h 893"/>
                  <a:gd name="T70" fmla="*/ 571 w 916"/>
                  <a:gd name="T71" fmla="*/ 754 h 893"/>
                  <a:gd name="T72" fmla="*/ 560 w 916"/>
                  <a:gd name="T73" fmla="*/ 757 h 893"/>
                  <a:gd name="T74" fmla="*/ 463 w 916"/>
                  <a:gd name="T75" fmla="*/ 888 h 893"/>
                  <a:gd name="T76" fmla="*/ 449 w 916"/>
                  <a:gd name="T77" fmla="*/ 888 h 893"/>
                  <a:gd name="T78" fmla="*/ 350 w 916"/>
                  <a:gd name="T79" fmla="*/ 751 h 893"/>
                  <a:gd name="T80" fmla="*/ 350 w 916"/>
                  <a:gd name="T81" fmla="*/ 751 h 893"/>
                  <a:gd name="T82" fmla="*/ 458 w 916"/>
                  <a:gd name="T83" fmla="*/ 230 h 893"/>
                  <a:gd name="T84" fmla="*/ 242 w 916"/>
                  <a:gd name="T85" fmla="*/ 446 h 893"/>
                  <a:gd name="T86" fmla="*/ 458 w 916"/>
                  <a:gd name="T87" fmla="*/ 663 h 893"/>
                  <a:gd name="T88" fmla="*/ 674 w 916"/>
                  <a:gd name="T89" fmla="*/ 446 h 893"/>
                  <a:gd name="T90" fmla="*/ 458 w 916"/>
                  <a:gd name="T91" fmla="*/ 230 h 8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16" h="893">
                    <a:moveTo>
                      <a:pt x="350" y="751"/>
                    </a:moveTo>
                    <a:cubicBezTo>
                      <a:pt x="184" y="808"/>
                      <a:pt x="184" y="808"/>
                      <a:pt x="184" y="808"/>
                    </a:cubicBezTo>
                    <a:cubicBezTo>
                      <a:pt x="178" y="810"/>
                      <a:pt x="171" y="805"/>
                      <a:pt x="172" y="799"/>
                    </a:cubicBezTo>
                    <a:cubicBezTo>
                      <a:pt x="176" y="643"/>
                      <a:pt x="176" y="643"/>
                      <a:pt x="176" y="643"/>
                    </a:cubicBezTo>
                    <a:cubicBezTo>
                      <a:pt x="176" y="639"/>
                      <a:pt x="174" y="635"/>
                      <a:pt x="169" y="634"/>
                    </a:cubicBezTo>
                    <a:cubicBezTo>
                      <a:pt x="9" y="590"/>
                      <a:pt x="9" y="590"/>
                      <a:pt x="9" y="590"/>
                    </a:cubicBezTo>
                    <a:cubicBezTo>
                      <a:pt x="2" y="588"/>
                      <a:pt x="0" y="580"/>
                      <a:pt x="4" y="575"/>
                    </a:cubicBezTo>
                    <a:cubicBezTo>
                      <a:pt x="107" y="454"/>
                      <a:pt x="107" y="454"/>
                      <a:pt x="107" y="454"/>
                    </a:cubicBezTo>
                    <a:cubicBezTo>
                      <a:pt x="110" y="451"/>
                      <a:pt x="110" y="446"/>
                      <a:pt x="107" y="442"/>
                    </a:cubicBezTo>
                    <a:cubicBezTo>
                      <a:pt x="4" y="317"/>
                      <a:pt x="4" y="317"/>
                      <a:pt x="4" y="317"/>
                    </a:cubicBezTo>
                    <a:cubicBezTo>
                      <a:pt x="0" y="312"/>
                      <a:pt x="2" y="304"/>
                      <a:pt x="9" y="303"/>
                    </a:cubicBezTo>
                    <a:cubicBezTo>
                      <a:pt x="169" y="261"/>
                      <a:pt x="169" y="261"/>
                      <a:pt x="169" y="261"/>
                    </a:cubicBezTo>
                    <a:cubicBezTo>
                      <a:pt x="173" y="260"/>
                      <a:pt x="176" y="256"/>
                      <a:pt x="176" y="252"/>
                    </a:cubicBezTo>
                    <a:cubicBezTo>
                      <a:pt x="172" y="95"/>
                      <a:pt x="172" y="95"/>
                      <a:pt x="172" y="95"/>
                    </a:cubicBezTo>
                    <a:cubicBezTo>
                      <a:pt x="171" y="88"/>
                      <a:pt x="178" y="84"/>
                      <a:pt x="184" y="86"/>
                    </a:cubicBezTo>
                    <a:cubicBezTo>
                      <a:pt x="344" y="140"/>
                      <a:pt x="344" y="140"/>
                      <a:pt x="344" y="140"/>
                    </a:cubicBezTo>
                    <a:cubicBezTo>
                      <a:pt x="348" y="141"/>
                      <a:pt x="352" y="140"/>
                      <a:pt x="354" y="137"/>
                    </a:cubicBezTo>
                    <a:cubicBezTo>
                      <a:pt x="449" y="6"/>
                      <a:pt x="449" y="6"/>
                      <a:pt x="449" y="6"/>
                    </a:cubicBezTo>
                    <a:cubicBezTo>
                      <a:pt x="452" y="1"/>
                      <a:pt x="460" y="0"/>
                      <a:pt x="463" y="5"/>
                    </a:cubicBezTo>
                    <a:cubicBezTo>
                      <a:pt x="560" y="137"/>
                      <a:pt x="560" y="137"/>
                      <a:pt x="560" y="137"/>
                    </a:cubicBezTo>
                    <a:cubicBezTo>
                      <a:pt x="563" y="140"/>
                      <a:pt x="567" y="141"/>
                      <a:pt x="571" y="140"/>
                    </a:cubicBezTo>
                    <a:cubicBezTo>
                      <a:pt x="731" y="86"/>
                      <a:pt x="731" y="86"/>
                      <a:pt x="731" y="86"/>
                    </a:cubicBezTo>
                    <a:cubicBezTo>
                      <a:pt x="738" y="84"/>
                      <a:pt x="744" y="89"/>
                      <a:pt x="744" y="95"/>
                    </a:cubicBezTo>
                    <a:cubicBezTo>
                      <a:pt x="738" y="252"/>
                      <a:pt x="738" y="252"/>
                      <a:pt x="738" y="252"/>
                    </a:cubicBezTo>
                    <a:cubicBezTo>
                      <a:pt x="737" y="256"/>
                      <a:pt x="740" y="260"/>
                      <a:pt x="744" y="261"/>
                    </a:cubicBezTo>
                    <a:cubicBezTo>
                      <a:pt x="907" y="303"/>
                      <a:pt x="907" y="303"/>
                      <a:pt x="907" y="303"/>
                    </a:cubicBezTo>
                    <a:cubicBezTo>
                      <a:pt x="914" y="304"/>
                      <a:pt x="916" y="312"/>
                      <a:pt x="912" y="317"/>
                    </a:cubicBezTo>
                    <a:cubicBezTo>
                      <a:pt x="808" y="442"/>
                      <a:pt x="808" y="442"/>
                      <a:pt x="808" y="442"/>
                    </a:cubicBezTo>
                    <a:cubicBezTo>
                      <a:pt x="805" y="446"/>
                      <a:pt x="805" y="451"/>
                      <a:pt x="808" y="454"/>
                    </a:cubicBezTo>
                    <a:cubicBezTo>
                      <a:pt x="912" y="575"/>
                      <a:pt x="912" y="575"/>
                      <a:pt x="912" y="575"/>
                    </a:cubicBezTo>
                    <a:cubicBezTo>
                      <a:pt x="916" y="580"/>
                      <a:pt x="914" y="588"/>
                      <a:pt x="907" y="590"/>
                    </a:cubicBezTo>
                    <a:cubicBezTo>
                      <a:pt x="744" y="634"/>
                      <a:pt x="744" y="634"/>
                      <a:pt x="744" y="634"/>
                    </a:cubicBezTo>
                    <a:cubicBezTo>
                      <a:pt x="740" y="635"/>
                      <a:pt x="737" y="639"/>
                      <a:pt x="738" y="643"/>
                    </a:cubicBezTo>
                    <a:cubicBezTo>
                      <a:pt x="744" y="799"/>
                      <a:pt x="744" y="799"/>
                      <a:pt x="744" y="799"/>
                    </a:cubicBezTo>
                    <a:cubicBezTo>
                      <a:pt x="744" y="805"/>
                      <a:pt x="738" y="810"/>
                      <a:pt x="731" y="808"/>
                    </a:cubicBezTo>
                    <a:cubicBezTo>
                      <a:pt x="571" y="754"/>
                      <a:pt x="571" y="754"/>
                      <a:pt x="571" y="754"/>
                    </a:cubicBezTo>
                    <a:cubicBezTo>
                      <a:pt x="567" y="752"/>
                      <a:pt x="563" y="754"/>
                      <a:pt x="560" y="757"/>
                    </a:cubicBezTo>
                    <a:cubicBezTo>
                      <a:pt x="463" y="888"/>
                      <a:pt x="463" y="888"/>
                      <a:pt x="463" y="888"/>
                    </a:cubicBezTo>
                    <a:cubicBezTo>
                      <a:pt x="460" y="893"/>
                      <a:pt x="452" y="893"/>
                      <a:pt x="449" y="888"/>
                    </a:cubicBezTo>
                    <a:cubicBezTo>
                      <a:pt x="350" y="751"/>
                      <a:pt x="350" y="751"/>
                      <a:pt x="350" y="751"/>
                    </a:cubicBezTo>
                    <a:cubicBezTo>
                      <a:pt x="350" y="751"/>
                      <a:pt x="350" y="751"/>
                      <a:pt x="350" y="751"/>
                    </a:cubicBezTo>
                    <a:close/>
                    <a:moveTo>
                      <a:pt x="458" y="230"/>
                    </a:moveTo>
                    <a:cubicBezTo>
                      <a:pt x="340" y="230"/>
                      <a:pt x="242" y="327"/>
                      <a:pt x="242" y="446"/>
                    </a:cubicBezTo>
                    <a:cubicBezTo>
                      <a:pt x="242" y="567"/>
                      <a:pt x="340" y="663"/>
                      <a:pt x="458" y="663"/>
                    </a:cubicBezTo>
                    <a:cubicBezTo>
                      <a:pt x="576" y="663"/>
                      <a:pt x="674" y="567"/>
                      <a:pt x="674" y="446"/>
                    </a:cubicBezTo>
                    <a:cubicBezTo>
                      <a:pt x="674" y="327"/>
                      <a:pt x="576" y="230"/>
                      <a:pt x="458" y="230"/>
                    </a:cubicBezTo>
                    <a:close/>
                  </a:path>
                </a:pathLst>
              </a:custGeom>
              <a:solidFill>
                <a:srgbClr val="DF1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003205FB-5D45-39AA-DCBC-6CDCB28DDA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7" y="412"/>
                <a:ext cx="2203" cy="3486"/>
              </a:xfrm>
              <a:custGeom>
                <a:avLst/>
                <a:gdLst>
                  <a:gd name="T0" fmla="*/ 844 w 1176"/>
                  <a:gd name="T1" fmla="*/ 1847 h 1859"/>
                  <a:gd name="T2" fmla="*/ 588 w 1176"/>
                  <a:gd name="T3" fmla="*/ 1660 h 1859"/>
                  <a:gd name="T4" fmla="*/ 332 w 1176"/>
                  <a:gd name="T5" fmla="*/ 1847 h 1859"/>
                  <a:gd name="T6" fmla="*/ 433 w 1176"/>
                  <a:gd name="T7" fmla="*/ 1019 h 1859"/>
                  <a:gd name="T8" fmla="*/ 585 w 1176"/>
                  <a:gd name="T9" fmla="*/ 1185 h 1859"/>
                  <a:gd name="T10" fmla="*/ 638 w 1176"/>
                  <a:gd name="T11" fmla="*/ 1159 h 1859"/>
                  <a:gd name="T12" fmla="*/ 844 w 1176"/>
                  <a:gd name="T13" fmla="*/ 1053 h 1859"/>
                  <a:gd name="T14" fmla="*/ 726 w 1176"/>
                  <a:gd name="T15" fmla="*/ 970 h 1859"/>
                  <a:gd name="T16" fmla="*/ 950 w 1176"/>
                  <a:gd name="T17" fmla="*/ 1036 h 1859"/>
                  <a:gd name="T18" fmla="*/ 951 w 1176"/>
                  <a:gd name="T19" fmla="*/ 820 h 1859"/>
                  <a:gd name="T20" fmla="*/ 1174 w 1176"/>
                  <a:gd name="T21" fmla="*/ 749 h 1859"/>
                  <a:gd name="T22" fmla="*/ 1037 w 1176"/>
                  <a:gd name="T23" fmla="*/ 574 h 1859"/>
                  <a:gd name="T24" fmla="*/ 1174 w 1176"/>
                  <a:gd name="T25" fmla="*/ 395 h 1859"/>
                  <a:gd name="T26" fmla="*/ 951 w 1176"/>
                  <a:gd name="T27" fmla="*/ 327 h 1859"/>
                  <a:gd name="T28" fmla="*/ 950 w 1176"/>
                  <a:gd name="T29" fmla="*/ 110 h 1859"/>
                  <a:gd name="T30" fmla="*/ 726 w 1176"/>
                  <a:gd name="T31" fmla="*/ 175 h 1859"/>
                  <a:gd name="T32" fmla="*/ 585 w 1176"/>
                  <a:gd name="T33" fmla="*/ 0 h 1859"/>
                  <a:gd name="T34" fmla="*/ 568 w 1176"/>
                  <a:gd name="T35" fmla="*/ 9 h 1859"/>
                  <a:gd name="T36" fmla="*/ 245 w 1176"/>
                  <a:gd name="T37" fmla="*/ 106 h 1859"/>
                  <a:gd name="T38" fmla="*/ 216 w 1176"/>
                  <a:gd name="T39" fmla="*/ 128 h 1859"/>
                  <a:gd name="T40" fmla="*/ 17 w 1176"/>
                  <a:gd name="T41" fmla="*/ 380 h 1859"/>
                  <a:gd name="T42" fmla="*/ 6 w 1176"/>
                  <a:gd name="T43" fmla="*/ 415 h 1859"/>
                  <a:gd name="T44" fmla="*/ 6 w 1176"/>
                  <a:gd name="T45" fmla="*/ 728 h 1859"/>
                  <a:gd name="T46" fmla="*/ 17 w 1176"/>
                  <a:gd name="T47" fmla="*/ 763 h 1859"/>
                  <a:gd name="T48" fmla="*/ 216 w 1176"/>
                  <a:gd name="T49" fmla="*/ 1018 h 1859"/>
                  <a:gd name="T50" fmla="*/ 245 w 1176"/>
                  <a:gd name="T51" fmla="*/ 1039 h 1859"/>
                  <a:gd name="T52" fmla="*/ 568 w 1176"/>
                  <a:gd name="T53" fmla="*/ 1137 h 1859"/>
                  <a:gd name="T54" fmla="*/ 585 w 1176"/>
                  <a:gd name="T55" fmla="*/ 1146 h 1859"/>
                  <a:gd name="T56" fmla="*/ 449 w 1176"/>
                  <a:gd name="T57" fmla="*/ 924 h 1859"/>
                  <a:gd name="T58" fmla="*/ 266 w 1176"/>
                  <a:gd name="T59" fmla="*/ 804 h 1859"/>
                  <a:gd name="T60" fmla="*/ 62 w 1176"/>
                  <a:gd name="T61" fmla="*/ 730 h 1859"/>
                  <a:gd name="T62" fmla="*/ 182 w 1176"/>
                  <a:gd name="T63" fmla="*/ 560 h 1859"/>
                  <a:gd name="T64" fmla="*/ 250 w 1176"/>
                  <a:gd name="T65" fmla="*/ 365 h 1859"/>
                  <a:gd name="T66" fmla="*/ 261 w 1176"/>
                  <a:gd name="T67" fmla="*/ 158 h 1859"/>
                  <a:gd name="T68" fmla="*/ 474 w 1176"/>
                  <a:gd name="T69" fmla="*/ 214 h 1859"/>
                  <a:gd name="T70" fmla="*/ 700 w 1176"/>
                  <a:gd name="T71" fmla="*/ 214 h 1859"/>
                  <a:gd name="T72" fmla="*/ 914 w 1176"/>
                  <a:gd name="T73" fmla="*/ 158 h 1859"/>
                  <a:gd name="T74" fmla="*/ 923 w 1176"/>
                  <a:gd name="T75" fmla="*/ 365 h 1859"/>
                  <a:gd name="T76" fmla="*/ 992 w 1176"/>
                  <a:gd name="T77" fmla="*/ 560 h 1859"/>
                  <a:gd name="T78" fmla="*/ 1114 w 1176"/>
                  <a:gd name="T79" fmla="*/ 730 h 1859"/>
                  <a:gd name="T80" fmla="*/ 907 w 1176"/>
                  <a:gd name="T81" fmla="*/ 805 h 1859"/>
                  <a:gd name="T82" fmla="*/ 724 w 1176"/>
                  <a:gd name="T83" fmla="*/ 924 h 1859"/>
                  <a:gd name="T84" fmla="*/ 586 w 1176"/>
                  <a:gd name="T85" fmla="*/ 1086 h 1859"/>
                  <a:gd name="T86" fmla="*/ 456 w 1176"/>
                  <a:gd name="T87" fmla="*/ 922 h 1859"/>
                  <a:gd name="T88" fmla="*/ 563 w 1176"/>
                  <a:gd name="T89" fmla="*/ 672 h 1859"/>
                  <a:gd name="T90" fmla="*/ 720 w 1176"/>
                  <a:gd name="T91" fmla="*/ 483 h 1859"/>
                  <a:gd name="T92" fmla="*/ 547 w 1176"/>
                  <a:gd name="T93" fmla="*/ 626 h 1859"/>
                  <a:gd name="T94" fmla="*/ 456 w 1176"/>
                  <a:gd name="T95" fmla="*/ 565 h 1859"/>
                  <a:gd name="T96" fmla="*/ 531 w 1176"/>
                  <a:gd name="T97" fmla="*/ 672 h 1859"/>
                  <a:gd name="T98" fmla="*/ 563 w 1176"/>
                  <a:gd name="T99" fmla="*/ 672 h 18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176" h="1859">
                    <a:moveTo>
                      <a:pt x="844" y="1053"/>
                    </a:moveTo>
                    <a:cubicBezTo>
                      <a:pt x="844" y="1847"/>
                      <a:pt x="844" y="1847"/>
                      <a:pt x="844" y="1847"/>
                    </a:cubicBezTo>
                    <a:cubicBezTo>
                      <a:pt x="844" y="1855"/>
                      <a:pt x="835" y="1859"/>
                      <a:pt x="829" y="1854"/>
                    </a:cubicBezTo>
                    <a:cubicBezTo>
                      <a:pt x="588" y="1660"/>
                      <a:pt x="588" y="1660"/>
                      <a:pt x="588" y="1660"/>
                    </a:cubicBezTo>
                    <a:cubicBezTo>
                      <a:pt x="347" y="1854"/>
                      <a:pt x="347" y="1854"/>
                      <a:pt x="347" y="1854"/>
                    </a:cubicBezTo>
                    <a:cubicBezTo>
                      <a:pt x="341" y="1859"/>
                      <a:pt x="332" y="1855"/>
                      <a:pt x="332" y="1847"/>
                    </a:cubicBezTo>
                    <a:cubicBezTo>
                      <a:pt x="332" y="1053"/>
                      <a:pt x="332" y="1053"/>
                      <a:pt x="332" y="1053"/>
                    </a:cubicBezTo>
                    <a:cubicBezTo>
                      <a:pt x="433" y="1019"/>
                      <a:pt x="433" y="1019"/>
                      <a:pt x="433" y="1019"/>
                    </a:cubicBezTo>
                    <a:cubicBezTo>
                      <a:pt x="533" y="1158"/>
                      <a:pt x="533" y="1158"/>
                      <a:pt x="533" y="1158"/>
                    </a:cubicBezTo>
                    <a:cubicBezTo>
                      <a:pt x="545" y="1175"/>
                      <a:pt x="564" y="1185"/>
                      <a:pt x="585" y="1185"/>
                    </a:cubicBezTo>
                    <a:cubicBezTo>
                      <a:pt x="585" y="1185"/>
                      <a:pt x="585" y="1185"/>
                      <a:pt x="585" y="1185"/>
                    </a:cubicBezTo>
                    <a:cubicBezTo>
                      <a:pt x="606" y="1185"/>
                      <a:pt x="625" y="1175"/>
                      <a:pt x="638" y="1159"/>
                    </a:cubicBezTo>
                    <a:cubicBezTo>
                      <a:pt x="741" y="1019"/>
                      <a:pt x="741" y="1019"/>
                      <a:pt x="741" y="1019"/>
                    </a:cubicBezTo>
                    <a:lnTo>
                      <a:pt x="844" y="1053"/>
                    </a:lnTo>
                    <a:close/>
                    <a:moveTo>
                      <a:pt x="603" y="1137"/>
                    </a:moveTo>
                    <a:cubicBezTo>
                      <a:pt x="726" y="970"/>
                      <a:pt x="726" y="970"/>
                      <a:pt x="726" y="970"/>
                    </a:cubicBezTo>
                    <a:cubicBezTo>
                      <a:pt x="930" y="1039"/>
                      <a:pt x="930" y="1039"/>
                      <a:pt x="930" y="1039"/>
                    </a:cubicBezTo>
                    <a:cubicBezTo>
                      <a:pt x="937" y="1042"/>
                      <a:pt x="944" y="1040"/>
                      <a:pt x="950" y="1036"/>
                    </a:cubicBezTo>
                    <a:cubicBezTo>
                      <a:pt x="956" y="1032"/>
                      <a:pt x="959" y="1025"/>
                      <a:pt x="959" y="1018"/>
                    </a:cubicBezTo>
                    <a:cubicBezTo>
                      <a:pt x="951" y="820"/>
                      <a:pt x="951" y="820"/>
                      <a:pt x="951" y="820"/>
                    </a:cubicBezTo>
                    <a:cubicBezTo>
                      <a:pt x="1159" y="763"/>
                      <a:pt x="1159" y="763"/>
                      <a:pt x="1159" y="763"/>
                    </a:cubicBezTo>
                    <a:cubicBezTo>
                      <a:pt x="1166" y="761"/>
                      <a:pt x="1172" y="756"/>
                      <a:pt x="1174" y="749"/>
                    </a:cubicBezTo>
                    <a:cubicBezTo>
                      <a:pt x="1176" y="741"/>
                      <a:pt x="1175" y="734"/>
                      <a:pt x="1170" y="728"/>
                    </a:cubicBezTo>
                    <a:cubicBezTo>
                      <a:pt x="1037" y="574"/>
                      <a:pt x="1037" y="574"/>
                      <a:pt x="1037" y="574"/>
                    </a:cubicBezTo>
                    <a:cubicBezTo>
                      <a:pt x="1170" y="416"/>
                      <a:pt x="1170" y="416"/>
                      <a:pt x="1170" y="416"/>
                    </a:cubicBezTo>
                    <a:cubicBezTo>
                      <a:pt x="1175" y="410"/>
                      <a:pt x="1176" y="402"/>
                      <a:pt x="1174" y="395"/>
                    </a:cubicBezTo>
                    <a:cubicBezTo>
                      <a:pt x="1172" y="387"/>
                      <a:pt x="1166" y="382"/>
                      <a:pt x="1159" y="380"/>
                    </a:cubicBezTo>
                    <a:cubicBezTo>
                      <a:pt x="951" y="327"/>
                      <a:pt x="951" y="327"/>
                      <a:pt x="951" y="327"/>
                    </a:cubicBezTo>
                    <a:cubicBezTo>
                      <a:pt x="959" y="128"/>
                      <a:pt x="959" y="128"/>
                      <a:pt x="959" y="128"/>
                    </a:cubicBezTo>
                    <a:cubicBezTo>
                      <a:pt x="959" y="121"/>
                      <a:pt x="956" y="114"/>
                      <a:pt x="950" y="110"/>
                    </a:cubicBezTo>
                    <a:cubicBezTo>
                      <a:pt x="944" y="105"/>
                      <a:pt x="937" y="104"/>
                      <a:pt x="930" y="106"/>
                    </a:cubicBezTo>
                    <a:cubicBezTo>
                      <a:pt x="726" y="175"/>
                      <a:pt x="726" y="175"/>
                      <a:pt x="726" y="175"/>
                    </a:cubicBezTo>
                    <a:cubicBezTo>
                      <a:pt x="603" y="9"/>
                      <a:pt x="603" y="9"/>
                      <a:pt x="603" y="9"/>
                    </a:cubicBezTo>
                    <a:cubicBezTo>
                      <a:pt x="599" y="3"/>
                      <a:pt x="592" y="0"/>
                      <a:pt x="585" y="0"/>
                    </a:cubicBezTo>
                    <a:cubicBezTo>
                      <a:pt x="585" y="0"/>
                      <a:pt x="585" y="0"/>
                      <a:pt x="585" y="0"/>
                    </a:cubicBezTo>
                    <a:cubicBezTo>
                      <a:pt x="578" y="0"/>
                      <a:pt x="572" y="3"/>
                      <a:pt x="568" y="9"/>
                    </a:cubicBezTo>
                    <a:cubicBezTo>
                      <a:pt x="448" y="175"/>
                      <a:pt x="448" y="175"/>
                      <a:pt x="448" y="175"/>
                    </a:cubicBezTo>
                    <a:cubicBezTo>
                      <a:pt x="245" y="106"/>
                      <a:pt x="245" y="106"/>
                      <a:pt x="245" y="106"/>
                    </a:cubicBezTo>
                    <a:cubicBezTo>
                      <a:pt x="238" y="104"/>
                      <a:pt x="231" y="105"/>
                      <a:pt x="225" y="110"/>
                    </a:cubicBezTo>
                    <a:cubicBezTo>
                      <a:pt x="219" y="114"/>
                      <a:pt x="216" y="121"/>
                      <a:pt x="216" y="128"/>
                    </a:cubicBezTo>
                    <a:cubicBezTo>
                      <a:pt x="222" y="327"/>
                      <a:pt x="222" y="327"/>
                      <a:pt x="222" y="327"/>
                    </a:cubicBezTo>
                    <a:cubicBezTo>
                      <a:pt x="17" y="380"/>
                      <a:pt x="17" y="380"/>
                      <a:pt x="17" y="380"/>
                    </a:cubicBezTo>
                    <a:cubicBezTo>
                      <a:pt x="10" y="382"/>
                      <a:pt x="4" y="387"/>
                      <a:pt x="2" y="395"/>
                    </a:cubicBezTo>
                    <a:cubicBezTo>
                      <a:pt x="0" y="402"/>
                      <a:pt x="1" y="410"/>
                      <a:pt x="6" y="415"/>
                    </a:cubicBezTo>
                    <a:cubicBezTo>
                      <a:pt x="137" y="574"/>
                      <a:pt x="137" y="574"/>
                      <a:pt x="137" y="574"/>
                    </a:cubicBezTo>
                    <a:cubicBezTo>
                      <a:pt x="6" y="728"/>
                      <a:pt x="6" y="728"/>
                      <a:pt x="6" y="728"/>
                    </a:cubicBezTo>
                    <a:cubicBezTo>
                      <a:pt x="1" y="734"/>
                      <a:pt x="0" y="742"/>
                      <a:pt x="2" y="749"/>
                    </a:cubicBezTo>
                    <a:cubicBezTo>
                      <a:pt x="4" y="756"/>
                      <a:pt x="10" y="761"/>
                      <a:pt x="17" y="763"/>
                    </a:cubicBezTo>
                    <a:cubicBezTo>
                      <a:pt x="222" y="820"/>
                      <a:pt x="222" y="820"/>
                      <a:pt x="222" y="820"/>
                    </a:cubicBezTo>
                    <a:cubicBezTo>
                      <a:pt x="216" y="1018"/>
                      <a:pt x="216" y="1018"/>
                      <a:pt x="216" y="1018"/>
                    </a:cubicBezTo>
                    <a:cubicBezTo>
                      <a:pt x="216" y="1025"/>
                      <a:pt x="219" y="1032"/>
                      <a:pt x="225" y="1036"/>
                    </a:cubicBezTo>
                    <a:cubicBezTo>
                      <a:pt x="231" y="1040"/>
                      <a:pt x="238" y="1042"/>
                      <a:pt x="245" y="1039"/>
                    </a:cubicBezTo>
                    <a:cubicBezTo>
                      <a:pt x="448" y="971"/>
                      <a:pt x="448" y="971"/>
                      <a:pt x="448" y="971"/>
                    </a:cubicBezTo>
                    <a:cubicBezTo>
                      <a:pt x="568" y="1137"/>
                      <a:pt x="568" y="1137"/>
                      <a:pt x="568" y="1137"/>
                    </a:cubicBezTo>
                    <a:cubicBezTo>
                      <a:pt x="572" y="1142"/>
                      <a:pt x="578" y="1146"/>
                      <a:pt x="585" y="1146"/>
                    </a:cubicBezTo>
                    <a:cubicBezTo>
                      <a:pt x="585" y="1146"/>
                      <a:pt x="585" y="1146"/>
                      <a:pt x="585" y="1146"/>
                    </a:cubicBezTo>
                    <a:cubicBezTo>
                      <a:pt x="592" y="1146"/>
                      <a:pt x="599" y="1142"/>
                      <a:pt x="603" y="1137"/>
                    </a:cubicBezTo>
                    <a:close/>
                    <a:moveTo>
                      <a:pt x="449" y="924"/>
                    </a:moveTo>
                    <a:cubicBezTo>
                      <a:pt x="261" y="987"/>
                      <a:pt x="261" y="987"/>
                      <a:pt x="261" y="987"/>
                    </a:cubicBezTo>
                    <a:cubicBezTo>
                      <a:pt x="266" y="804"/>
                      <a:pt x="266" y="804"/>
                      <a:pt x="266" y="804"/>
                    </a:cubicBezTo>
                    <a:cubicBezTo>
                      <a:pt x="267" y="794"/>
                      <a:pt x="260" y="785"/>
                      <a:pt x="250" y="783"/>
                    </a:cubicBezTo>
                    <a:cubicBezTo>
                      <a:pt x="62" y="730"/>
                      <a:pt x="62" y="730"/>
                      <a:pt x="62" y="730"/>
                    </a:cubicBezTo>
                    <a:cubicBezTo>
                      <a:pt x="182" y="589"/>
                      <a:pt x="182" y="589"/>
                      <a:pt x="182" y="589"/>
                    </a:cubicBezTo>
                    <a:cubicBezTo>
                      <a:pt x="189" y="581"/>
                      <a:pt x="189" y="569"/>
                      <a:pt x="182" y="560"/>
                    </a:cubicBezTo>
                    <a:cubicBezTo>
                      <a:pt x="62" y="414"/>
                      <a:pt x="62" y="414"/>
                      <a:pt x="62" y="414"/>
                    </a:cubicBezTo>
                    <a:cubicBezTo>
                      <a:pt x="250" y="365"/>
                      <a:pt x="250" y="365"/>
                      <a:pt x="250" y="365"/>
                    </a:cubicBezTo>
                    <a:cubicBezTo>
                      <a:pt x="260" y="363"/>
                      <a:pt x="267" y="354"/>
                      <a:pt x="266" y="343"/>
                    </a:cubicBezTo>
                    <a:cubicBezTo>
                      <a:pt x="261" y="158"/>
                      <a:pt x="261" y="158"/>
                      <a:pt x="261" y="158"/>
                    </a:cubicBezTo>
                    <a:cubicBezTo>
                      <a:pt x="449" y="222"/>
                      <a:pt x="449" y="222"/>
                      <a:pt x="449" y="222"/>
                    </a:cubicBezTo>
                    <a:cubicBezTo>
                      <a:pt x="459" y="225"/>
                      <a:pt x="469" y="222"/>
                      <a:pt x="474" y="214"/>
                    </a:cubicBezTo>
                    <a:cubicBezTo>
                      <a:pt x="586" y="59"/>
                      <a:pt x="586" y="59"/>
                      <a:pt x="586" y="59"/>
                    </a:cubicBezTo>
                    <a:cubicBezTo>
                      <a:pt x="700" y="214"/>
                      <a:pt x="700" y="214"/>
                      <a:pt x="700" y="214"/>
                    </a:cubicBezTo>
                    <a:cubicBezTo>
                      <a:pt x="705" y="222"/>
                      <a:pt x="715" y="225"/>
                      <a:pt x="724" y="222"/>
                    </a:cubicBezTo>
                    <a:cubicBezTo>
                      <a:pt x="914" y="158"/>
                      <a:pt x="914" y="158"/>
                      <a:pt x="914" y="158"/>
                    </a:cubicBezTo>
                    <a:cubicBezTo>
                      <a:pt x="907" y="343"/>
                      <a:pt x="907" y="343"/>
                      <a:pt x="907" y="343"/>
                    </a:cubicBezTo>
                    <a:cubicBezTo>
                      <a:pt x="906" y="354"/>
                      <a:pt x="913" y="363"/>
                      <a:pt x="923" y="365"/>
                    </a:cubicBezTo>
                    <a:cubicBezTo>
                      <a:pt x="1114" y="414"/>
                      <a:pt x="1114" y="414"/>
                      <a:pt x="1114" y="414"/>
                    </a:cubicBezTo>
                    <a:cubicBezTo>
                      <a:pt x="992" y="560"/>
                      <a:pt x="992" y="560"/>
                      <a:pt x="992" y="560"/>
                    </a:cubicBezTo>
                    <a:cubicBezTo>
                      <a:pt x="985" y="569"/>
                      <a:pt x="985" y="581"/>
                      <a:pt x="992" y="589"/>
                    </a:cubicBezTo>
                    <a:cubicBezTo>
                      <a:pt x="1114" y="730"/>
                      <a:pt x="1114" y="730"/>
                      <a:pt x="1114" y="730"/>
                    </a:cubicBezTo>
                    <a:cubicBezTo>
                      <a:pt x="923" y="783"/>
                      <a:pt x="923" y="783"/>
                      <a:pt x="923" y="783"/>
                    </a:cubicBezTo>
                    <a:cubicBezTo>
                      <a:pt x="913" y="785"/>
                      <a:pt x="906" y="794"/>
                      <a:pt x="907" y="805"/>
                    </a:cubicBezTo>
                    <a:cubicBezTo>
                      <a:pt x="914" y="987"/>
                      <a:pt x="914" y="987"/>
                      <a:pt x="914" y="987"/>
                    </a:cubicBezTo>
                    <a:cubicBezTo>
                      <a:pt x="724" y="924"/>
                      <a:pt x="724" y="924"/>
                      <a:pt x="724" y="924"/>
                    </a:cubicBezTo>
                    <a:cubicBezTo>
                      <a:pt x="715" y="921"/>
                      <a:pt x="705" y="924"/>
                      <a:pt x="700" y="931"/>
                    </a:cubicBezTo>
                    <a:cubicBezTo>
                      <a:pt x="586" y="1086"/>
                      <a:pt x="586" y="1086"/>
                      <a:pt x="586" y="1086"/>
                    </a:cubicBezTo>
                    <a:cubicBezTo>
                      <a:pt x="474" y="932"/>
                      <a:pt x="474" y="932"/>
                      <a:pt x="474" y="932"/>
                    </a:cubicBezTo>
                    <a:cubicBezTo>
                      <a:pt x="470" y="926"/>
                      <a:pt x="463" y="922"/>
                      <a:pt x="456" y="922"/>
                    </a:cubicBezTo>
                    <a:cubicBezTo>
                      <a:pt x="454" y="922"/>
                      <a:pt x="452" y="923"/>
                      <a:pt x="449" y="924"/>
                    </a:cubicBezTo>
                    <a:close/>
                    <a:moveTo>
                      <a:pt x="563" y="672"/>
                    </a:moveTo>
                    <a:cubicBezTo>
                      <a:pt x="720" y="515"/>
                      <a:pt x="720" y="515"/>
                      <a:pt x="720" y="515"/>
                    </a:cubicBezTo>
                    <a:cubicBezTo>
                      <a:pt x="729" y="506"/>
                      <a:pt x="729" y="492"/>
                      <a:pt x="720" y="483"/>
                    </a:cubicBezTo>
                    <a:cubicBezTo>
                      <a:pt x="712" y="475"/>
                      <a:pt x="698" y="475"/>
                      <a:pt x="689" y="483"/>
                    </a:cubicBezTo>
                    <a:cubicBezTo>
                      <a:pt x="547" y="626"/>
                      <a:pt x="547" y="626"/>
                      <a:pt x="547" y="626"/>
                    </a:cubicBezTo>
                    <a:cubicBezTo>
                      <a:pt x="487" y="565"/>
                      <a:pt x="487" y="565"/>
                      <a:pt x="487" y="565"/>
                    </a:cubicBezTo>
                    <a:cubicBezTo>
                      <a:pt x="478" y="557"/>
                      <a:pt x="464" y="557"/>
                      <a:pt x="456" y="565"/>
                    </a:cubicBezTo>
                    <a:cubicBezTo>
                      <a:pt x="447" y="574"/>
                      <a:pt x="447" y="588"/>
                      <a:pt x="456" y="596"/>
                    </a:cubicBezTo>
                    <a:cubicBezTo>
                      <a:pt x="531" y="672"/>
                      <a:pt x="531" y="672"/>
                      <a:pt x="531" y="672"/>
                    </a:cubicBezTo>
                    <a:cubicBezTo>
                      <a:pt x="536" y="676"/>
                      <a:pt x="541" y="679"/>
                      <a:pt x="547" y="679"/>
                    </a:cubicBezTo>
                    <a:cubicBezTo>
                      <a:pt x="553" y="679"/>
                      <a:pt x="558" y="676"/>
                      <a:pt x="563" y="672"/>
                    </a:cubicBezTo>
                    <a:close/>
                  </a:path>
                </a:pathLst>
              </a:custGeom>
              <a:solidFill>
                <a:srgbClr val="2623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CF8CB93-4104-D190-C27D-29D2EED8CAAB}"/>
              </a:ext>
            </a:extLst>
          </p:cNvPr>
          <p:cNvGrpSpPr/>
          <p:nvPr/>
        </p:nvGrpSpPr>
        <p:grpSpPr>
          <a:xfrm>
            <a:off x="6877800" y="3073293"/>
            <a:ext cx="786542" cy="786542"/>
            <a:chOff x="9794670" y="24267"/>
            <a:chExt cx="1224112" cy="1224112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EC1E6C4-458D-698D-AFAD-BF755B7D2CA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794670" y="24267"/>
              <a:ext cx="1224112" cy="1224112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26235D"/>
                  </a:gs>
                  <a:gs pos="100000">
                    <a:srgbClr val="DF1B54"/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25" name="bcgIcons_Engineering ">
              <a:extLst>
                <a:ext uri="{FF2B5EF4-FFF2-40B4-BE49-F238E27FC236}">
                  <a16:creationId xmlns:a16="http://schemas.microsoft.com/office/drawing/2014/main" id="{B69CC9FC-4E6B-D319-9694-91D0043906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973938" y="203534"/>
              <a:ext cx="865578" cy="865578"/>
              <a:chOff x="5273675" y="2606675"/>
              <a:chExt cx="1644650" cy="1644650"/>
            </a:xfrm>
          </p:grpSpPr>
          <p:sp>
            <p:nvSpPr>
              <p:cNvPr id="26" name="AutoShape 71">
                <a:extLst>
                  <a:ext uri="{FF2B5EF4-FFF2-40B4-BE49-F238E27FC236}">
                    <a16:creationId xmlns:a16="http://schemas.microsoft.com/office/drawing/2014/main" id="{72FBC372-D323-62CD-B831-5E705C5EBBA0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5273675" y="2606675"/>
                <a:ext cx="1644650" cy="1644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9AC1EC68-511E-488B-06AC-64A7777CB40C}"/>
                  </a:ext>
                </a:extLst>
              </p:cNvPr>
              <p:cNvGrpSpPr/>
              <p:nvPr/>
            </p:nvGrpSpPr>
            <p:grpSpPr>
              <a:xfrm>
                <a:off x="5791200" y="2790825"/>
                <a:ext cx="608013" cy="1306513"/>
                <a:chOff x="5791200" y="2790825"/>
                <a:chExt cx="608013" cy="1306513"/>
              </a:xfrm>
            </p:grpSpPr>
            <p:sp>
              <p:nvSpPr>
                <p:cNvPr id="28" name="Freeform 5">
                  <a:extLst>
                    <a:ext uri="{FF2B5EF4-FFF2-40B4-BE49-F238E27FC236}">
                      <a16:creationId xmlns:a16="http://schemas.microsoft.com/office/drawing/2014/main" id="{043D20AC-B19F-68D8-8134-26D39D6553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91200" y="2925762"/>
                  <a:ext cx="608013" cy="819151"/>
                </a:xfrm>
                <a:custGeom>
                  <a:avLst/>
                  <a:gdLst>
                    <a:gd name="connsiteX0" fmla="*/ 488950 w 608013"/>
                    <a:gd name="connsiteY0" fmla="*/ 703263 h 819151"/>
                    <a:gd name="connsiteX1" fmla="*/ 608013 w 608013"/>
                    <a:gd name="connsiteY1" fmla="*/ 703263 h 819151"/>
                    <a:gd name="connsiteX2" fmla="*/ 608013 w 608013"/>
                    <a:gd name="connsiteY2" fmla="*/ 768351 h 819151"/>
                    <a:gd name="connsiteX3" fmla="*/ 506413 w 608013"/>
                    <a:gd name="connsiteY3" fmla="*/ 768351 h 819151"/>
                    <a:gd name="connsiteX4" fmla="*/ 0 w 608013"/>
                    <a:gd name="connsiteY4" fmla="*/ 703263 h 819151"/>
                    <a:gd name="connsiteX5" fmla="*/ 119063 w 608013"/>
                    <a:gd name="connsiteY5" fmla="*/ 703263 h 819151"/>
                    <a:gd name="connsiteX6" fmla="*/ 100013 w 608013"/>
                    <a:gd name="connsiteY6" fmla="*/ 768351 h 819151"/>
                    <a:gd name="connsiteX7" fmla="*/ 0 w 608013"/>
                    <a:gd name="connsiteY7" fmla="*/ 768351 h 819151"/>
                    <a:gd name="connsiteX8" fmla="*/ 269875 w 608013"/>
                    <a:gd name="connsiteY8" fmla="*/ 652463 h 819151"/>
                    <a:gd name="connsiteX9" fmla="*/ 336551 w 608013"/>
                    <a:gd name="connsiteY9" fmla="*/ 652463 h 819151"/>
                    <a:gd name="connsiteX10" fmla="*/ 336551 w 608013"/>
                    <a:gd name="connsiteY10" fmla="*/ 703263 h 819151"/>
                    <a:gd name="connsiteX11" fmla="*/ 354013 w 608013"/>
                    <a:gd name="connsiteY11" fmla="*/ 703263 h 819151"/>
                    <a:gd name="connsiteX12" fmla="*/ 373063 w 608013"/>
                    <a:gd name="connsiteY12" fmla="*/ 768351 h 819151"/>
                    <a:gd name="connsiteX13" fmla="*/ 336551 w 608013"/>
                    <a:gd name="connsiteY13" fmla="*/ 768351 h 819151"/>
                    <a:gd name="connsiteX14" fmla="*/ 336551 w 608013"/>
                    <a:gd name="connsiteY14" fmla="*/ 819151 h 819151"/>
                    <a:gd name="connsiteX15" fmla="*/ 269875 w 608013"/>
                    <a:gd name="connsiteY15" fmla="*/ 819151 h 819151"/>
                    <a:gd name="connsiteX16" fmla="*/ 269875 w 608013"/>
                    <a:gd name="connsiteY16" fmla="*/ 768351 h 819151"/>
                    <a:gd name="connsiteX17" fmla="*/ 234950 w 608013"/>
                    <a:gd name="connsiteY17" fmla="*/ 768351 h 819151"/>
                    <a:gd name="connsiteX18" fmla="*/ 250825 w 608013"/>
                    <a:gd name="connsiteY18" fmla="*/ 703263 h 819151"/>
                    <a:gd name="connsiteX19" fmla="*/ 269875 w 608013"/>
                    <a:gd name="connsiteY19" fmla="*/ 703263 h 819151"/>
                    <a:gd name="connsiteX20" fmla="*/ 304801 w 608013"/>
                    <a:gd name="connsiteY20" fmla="*/ 63500 h 819151"/>
                    <a:gd name="connsiteX21" fmla="*/ 217488 w 608013"/>
                    <a:gd name="connsiteY21" fmla="*/ 150813 h 819151"/>
                    <a:gd name="connsiteX22" fmla="*/ 304801 w 608013"/>
                    <a:gd name="connsiteY22" fmla="*/ 238126 h 819151"/>
                    <a:gd name="connsiteX23" fmla="*/ 392114 w 608013"/>
                    <a:gd name="connsiteY23" fmla="*/ 150813 h 819151"/>
                    <a:gd name="connsiteX24" fmla="*/ 304801 w 608013"/>
                    <a:gd name="connsiteY24" fmla="*/ 63500 h 819151"/>
                    <a:gd name="connsiteX25" fmla="*/ 304800 w 608013"/>
                    <a:gd name="connsiteY25" fmla="*/ 0 h 819151"/>
                    <a:gd name="connsiteX26" fmla="*/ 454025 w 608013"/>
                    <a:gd name="connsiteY26" fmla="*/ 150813 h 819151"/>
                    <a:gd name="connsiteX27" fmla="*/ 304800 w 608013"/>
                    <a:gd name="connsiteY27" fmla="*/ 301626 h 819151"/>
                    <a:gd name="connsiteX28" fmla="*/ 155575 w 608013"/>
                    <a:gd name="connsiteY28" fmla="*/ 150813 h 819151"/>
                    <a:gd name="connsiteX29" fmla="*/ 304800 w 608013"/>
                    <a:gd name="connsiteY29" fmla="*/ 0 h 819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608013" h="819151">
                      <a:moveTo>
                        <a:pt x="488950" y="703263"/>
                      </a:moveTo>
                      <a:lnTo>
                        <a:pt x="608013" y="703263"/>
                      </a:lnTo>
                      <a:lnTo>
                        <a:pt x="608013" y="768351"/>
                      </a:lnTo>
                      <a:lnTo>
                        <a:pt x="506413" y="768351"/>
                      </a:lnTo>
                      <a:close/>
                      <a:moveTo>
                        <a:pt x="0" y="703263"/>
                      </a:moveTo>
                      <a:lnTo>
                        <a:pt x="119063" y="703263"/>
                      </a:lnTo>
                      <a:lnTo>
                        <a:pt x="100013" y="768351"/>
                      </a:lnTo>
                      <a:lnTo>
                        <a:pt x="0" y="768351"/>
                      </a:lnTo>
                      <a:close/>
                      <a:moveTo>
                        <a:pt x="269875" y="652463"/>
                      </a:moveTo>
                      <a:lnTo>
                        <a:pt x="336551" y="652463"/>
                      </a:lnTo>
                      <a:lnTo>
                        <a:pt x="336551" y="703263"/>
                      </a:lnTo>
                      <a:lnTo>
                        <a:pt x="354013" y="703263"/>
                      </a:lnTo>
                      <a:lnTo>
                        <a:pt x="373063" y="768351"/>
                      </a:lnTo>
                      <a:lnTo>
                        <a:pt x="336551" y="768351"/>
                      </a:lnTo>
                      <a:lnTo>
                        <a:pt x="336551" y="819151"/>
                      </a:lnTo>
                      <a:lnTo>
                        <a:pt x="269875" y="819151"/>
                      </a:lnTo>
                      <a:lnTo>
                        <a:pt x="269875" y="768351"/>
                      </a:lnTo>
                      <a:lnTo>
                        <a:pt x="234950" y="768351"/>
                      </a:lnTo>
                      <a:lnTo>
                        <a:pt x="250825" y="703263"/>
                      </a:lnTo>
                      <a:lnTo>
                        <a:pt x="269875" y="703263"/>
                      </a:lnTo>
                      <a:close/>
                      <a:moveTo>
                        <a:pt x="304801" y="63500"/>
                      </a:moveTo>
                      <a:cubicBezTo>
                        <a:pt x="256579" y="63500"/>
                        <a:pt x="217488" y="102591"/>
                        <a:pt x="217488" y="150813"/>
                      </a:cubicBezTo>
                      <a:cubicBezTo>
                        <a:pt x="217488" y="199035"/>
                        <a:pt x="256579" y="238126"/>
                        <a:pt x="304801" y="238126"/>
                      </a:cubicBezTo>
                      <a:cubicBezTo>
                        <a:pt x="353023" y="238126"/>
                        <a:pt x="392114" y="199035"/>
                        <a:pt x="392114" y="150813"/>
                      </a:cubicBezTo>
                      <a:cubicBezTo>
                        <a:pt x="392114" y="102591"/>
                        <a:pt x="353023" y="63500"/>
                        <a:pt x="304801" y="63500"/>
                      </a:cubicBezTo>
                      <a:close/>
                      <a:moveTo>
                        <a:pt x="304800" y="0"/>
                      </a:moveTo>
                      <a:cubicBezTo>
                        <a:pt x="387215" y="0"/>
                        <a:pt x="454025" y="67521"/>
                        <a:pt x="454025" y="150813"/>
                      </a:cubicBezTo>
                      <a:cubicBezTo>
                        <a:pt x="454025" y="234105"/>
                        <a:pt x="387215" y="301626"/>
                        <a:pt x="304800" y="301626"/>
                      </a:cubicBezTo>
                      <a:cubicBezTo>
                        <a:pt x="222385" y="301626"/>
                        <a:pt x="155575" y="234105"/>
                        <a:pt x="155575" y="150813"/>
                      </a:cubicBezTo>
                      <a:cubicBezTo>
                        <a:pt x="155575" y="67521"/>
                        <a:pt x="222385" y="0"/>
                        <a:pt x="304800" y="0"/>
                      </a:cubicBezTo>
                      <a:close/>
                    </a:path>
                  </a:pathLst>
                </a:custGeom>
                <a:solidFill>
                  <a:srgbClr val="DF1B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2C2C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29" name="Freeform 6">
                  <a:extLst>
                    <a:ext uri="{FF2B5EF4-FFF2-40B4-BE49-F238E27FC236}">
                      <a16:creationId xmlns:a16="http://schemas.microsoft.com/office/drawing/2014/main" id="{4D23479F-E0C7-2048-6BB8-6AEE77E55E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26125" y="2790825"/>
                  <a:ext cx="536575" cy="1306513"/>
                </a:xfrm>
                <a:custGeom>
                  <a:avLst/>
                  <a:gdLst>
                    <a:gd name="connsiteX0" fmla="*/ 218763 w 536575"/>
                    <a:gd name="connsiteY0" fmla="*/ 458788 h 1306513"/>
                    <a:gd name="connsiteX1" fmla="*/ 269357 w 536575"/>
                    <a:gd name="connsiteY1" fmla="*/ 466644 h 1306513"/>
                    <a:gd name="connsiteX2" fmla="*/ 317812 w 536575"/>
                    <a:gd name="connsiteY2" fmla="*/ 459502 h 1306513"/>
                    <a:gd name="connsiteX3" fmla="*/ 536575 w 536575"/>
                    <a:gd name="connsiteY3" fmla="*/ 1265805 h 1306513"/>
                    <a:gd name="connsiteX4" fmla="*/ 513773 w 536575"/>
                    <a:gd name="connsiteY4" fmla="*/ 1306513 h 1306513"/>
                    <a:gd name="connsiteX5" fmla="*/ 473155 w 536575"/>
                    <a:gd name="connsiteY5" fmla="*/ 1282945 h 1306513"/>
                    <a:gd name="connsiteX6" fmla="*/ 267931 w 536575"/>
                    <a:gd name="connsiteY6" fmla="*/ 527349 h 1306513"/>
                    <a:gd name="connsiteX7" fmla="*/ 63420 w 536575"/>
                    <a:gd name="connsiteY7" fmla="*/ 1282945 h 1306513"/>
                    <a:gd name="connsiteX8" fmla="*/ 22803 w 536575"/>
                    <a:gd name="connsiteY8" fmla="*/ 1306513 h 1306513"/>
                    <a:gd name="connsiteX9" fmla="*/ 0 w 536575"/>
                    <a:gd name="connsiteY9" fmla="*/ 1265805 h 1306513"/>
                    <a:gd name="connsiteX10" fmla="*/ 218763 w 536575"/>
                    <a:gd name="connsiteY10" fmla="*/ 458788 h 1306513"/>
                    <a:gd name="connsiteX11" fmla="*/ 234950 w 536575"/>
                    <a:gd name="connsiteY11" fmla="*/ 0 h 1306513"/>
                    <a:gd name="connsiteX12" fmla="*/ 301625 w 536575"/>
                    <a:gd name="connsiteY12" fmla="*/ 0 h 1306513"/>
                    <a:gd name="connsiteX13" fmla="*/ 301625 w 536575"/>
                    <a:gd name="connsiteY13" fmla="*/ 105649 h 1306513"/>
                    <a:gd name="connsiteX14" fmla="*/ 269706 w 536575"/>
                    <a:gd name="connsiteY14" fmla="*/ 102794 h 1306513"/>
                    <a:gd name="connsiteX15" fmla="*/ 234950 w 536575"/>
                    <a:gd name="connsiteY15" fmla="*/ 106363 h 1306513"/>
                    <a:gd name="connsiteX16" fmla="*/ 234950 w 536575"/>
                    <a:gd name="connsiteY16" fmla="*/ 0 h 13065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536575" h="1306513">
                      <a:moveTo>
                        <a:pt x="218763" y="458788"/>
                      </a:moveTo>
                      <a:cubicBezTo>
                        <a:pt x="235153" y="463787"/>
                        <a:pt x="252255" y="466644"/>
                        <a:pt x="269357" y="466644"/>
                      </a:cubicBezTo>
                      <a:cubicBezTo>
                        <a:pt x="286459" y="466644"/>
                        <a:pt x="302848" y="463787"/>
                        <a:pt x="317812" y="459502"/>
                      </a:cubicBezTo>
                      <a:cubicBezTo>
                        <a:pt x="317812" y="459502"/>
                        <a:pt x="317812" y="459502"/>
                        <a:pt x="536575" y="1265805"/>
                      </a:cubicBezTo>
                      <a:cubicBezTo>
                        <a:pt x="536575" y="1265805"/>
                        <a:pt x="536575" y="1265805"/>
                        <a:pt x="513773" y="1306513"/>
                      </a:cubicBezTo>
                      <a:cubicBezTo>
                        <a:pt x="513773" y="1306513"/>
                        <a:pt x="513773" y="1306513"/>
                        <a:pt x="473155" y="1282945"/>
                      </a:cubicBezTo>
                      <a:cubicBezTo>
                        <a:pt x="473155" y="1282945"/>
                        <a:pt x="473155" y="1282945"/>
                        <a:pt x="267931" y="527349"/>
                      </a:cubicBezTo>
                      <a:cubicBezTo>
                        <a:pt x="267931" y="527349"/>
                        <a:pt x="267931" y="527349"/>
                        <a:pt x="63420" y="1282945"/>
                      </a:cubicBezTo>
                      <a:cubicBezTo>
                        <a:pt x="63420" y="1282945"/>
                        <a:pt x="63420" y="1282945"/>
                        <a:pt x="22803" y="1306513"/>
                      </a:cubicBezTo>
                      <a:cubicBezTo>
                        <a:pt x="22803" y="1306513"/>
                        <a:pt x="22803" y="1306513"/>
                        <a:pt x="0" y="1265805"/>
                      </a:cubicBezTo>
                      <a:cubicBezTo>
                        <a:pt x="0" y="1265805"/>
                        <a:pt x="0" y="1265805"/>
                        <a:pt x="218763" y="458788"/>
                      </a:cubicBezTo>
                      <a:close/>
                      <a:moveTo>
                        <a:pt x="234950" y="0"/>
                      </a:moveTo>
                      <a:cubicBezTo>
                        <a:pt x="234950" y="0"/>
                        <a:pt x="234950" y="0"/>
                        <a:pt x="301625" y="0"/>
                      </a:cubicBezTo>
                      <a:cubicBezTo>
                        <a:pt x="301625" y="0"/>
                        <a:pt x="301625" y="0"/>
                        <a:pt x="301625" y="105649"/>
                      </a:cubicBezTo>
                      <a:cubicBezTo>
                        <a:pt x="291695" y="104221"/>
                        <a:pt x="280346" y="102794"/>
                        <a:pt x="269706" y="102794"/>
                      </a:cubicBezTo>
                      <a:cubicBezTo>
                        <a:pt x="258357" y="102794"/>
                        <a:pt x="245590" y="104221"/>
                        <a:pt x="234950" y="106363"/>
                      </a:cubicBezTo>
                      <a:cubicBezTo>
                        <a:pt x="234950" y="106363"/>
                        <a:pt x="234950" y="106363"/>
                        <a:pt x="234950" y="0"/>
                      </a:cubicBezTo>
                      <a:close/>
                    </a:path>
                  </a:pathLst>
                </a:custGeom>
                <a:solidFill>
                  <a:srgbClr val="26235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2C2C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E70BFB8-8542-1399-0747-39159BA5A0E5}"/>
              </a:ext>
            </a:extLst>
          </p:cNvPr>
          <p:cNvGrpSpPr/>
          <p:nvPr/>
        </p:nvGrpSpPr>
        <p:grpSpPr>
          <a:xfrm>
            <a:off x="4958302" y="1915262"/>
            <a:ext cx="786544" cy="786542"/>
            <a:chOff x="8779394" y="24267"/>
            <a:chExt cx="1224113" cy="1224112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B60963-4FF3-4A42-4DAA-C59D2A1D527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779394" y="24267"/>
              <a:ext cx="1224113" cy="1224112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26235D"/>
                  </a:gs>
                  <a:gs pos="100000">
                    <a:srgbClr val="DF1B54"/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32" name="bcgIcons_Digital Ecosystems ">
              <a:extLst>
                <a:ext uri="{FF2B5EF4-FFF2-40B4-BE49-F238E27FC236}">
                  <a16:creationId xmlns:a16="http://schemas.microsoft.com/office/drawing/2014/main" id="{5EE4BC23-549E-66BD-D207-FDD954152B1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958665" y="203534"/>
              <a:ext cx="865577" cy="865579"/>
              <a:chOff x="1484313" y="2606675"/>
              <a:chExt cx="1644650" cy="1644650"/>
            </a:xfrm>
          </p:grpSpPr>
          <p:sp>
            <p:nvSpPr>
              <p:cNvPr id="33" name="AutoShape 3">
                <a:extLst>
                  <a:ext uri="{FF2B5EF4-FFF2-40B4-BE49-F238E27FC236}">
                    <a16:creationId xmlns:a16="http://schemas.microsoft.com/office/drawing/2014/main" id="{FCA1E1AA-EBF1-A2B6-CBED-0CAC9ED39B20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484313" y="2606675"/>
                <a:ext cx="1644650" cy="1644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69845CEB-06FF-076F-E166-0C3606C004D5}"/>
                  </a:ext>
                </a:extLst>
              </p:cNvPr>
              <p:cNvGrpSpPr/>
              <p:nvPr/>
            </p:nvGrpSpPr>
            <p:grpSpPr>
              <a:xfrm>
                <a:off x="1654176" y="2789238"/>
                <a:ext cx="1304925" cy="1277938"/>
                <a:chOff x="1654176" y="2789238"/>
                <a:chExt cx="1304925" cy="1277938"/>
              </a:xfrm>
            </p:grpSpPr>
            <p:sp>
              <p:nvSpPr>
                <p:cNvPr id="35" name="Freeform 5">
                  <a:extLst>
                    <a:ext uri="{FF2B5EF4-FFF2-40B4-BE49-F238E27FC236}">
                      <a16:creationId xmlns:a16="http://schemas.microsoft.com/office/drawing/2014/main" id="{0A27C3C2-A49E-AA2C-D3FF-AB72F9175EE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677988" y="2809875"/>
                  <a:ext cx="1250950" cy="1233488"/>
                </a:xfrm>
                <a:custGeom>
                  <a:avLst/>
                  <a:gdLst>
                    <a:gd name="T0" fmla="*/ 883 w 1753"/>
                    <a:gd name="T1" fmla="*/ 1649 h 1728"/>
                    <a:gd name="T2" fmla="*/ 1322 w 1753"/>
                    <a:gd name="T3" fmla="*/ 832 h 1728"/>
                    <a:gd name="T4" fmla="*/ 1199 w 1753"/>
                    <a:gd name="T5" fmla="*/ 531 h 1728"/>
                    <a:gd name="T6" fmla="*/ 90 w 1753"/>
                    <a:gd name="T7" fmla="*/ 492 h 1728"/>
                    <a:gd name="T8" fmla="*/ 122 w 1753"/>
                    <a:gd name="T9" fmla="*/ 508 h 1728"/>
                    <a:gd name="T10" fmla="*/ 1032 w 1753"/>
                    <a:gd name="T11" fmla="*/ 1381 h 1728"/>
                    <a:gd name="T12" fmla="*/ 1254 w 1753"/>
                    <a:gd name="T13" fmla="*/ 907 h 1728"/>
                    <a:gd name="T14" fmla="*/ 1254 w 1753"/>
                    <a:gd name="T15" fmla="*/ 907 h 1728"/>
                    <a:gd name="T16" fmla="*/ 729 w 1753"/>
                    <a:gd name="T17" fmla="*/ 647 h 1728"/>
                    <a:gd name="T18" fmla="*/ 1682 w 1753"/>
                    <a:gd name="T19" fmla="*/ 1158 h 1728"/>
                    <a:gd name="T20" fmla="*/ 1663 w 1753"/>
                    <a:gd name="T21" fmla="*/ 1161 h 1728"/>
                    <a:gd name="T22" fmla="*/ 668 w 1753"/>
                    <a:gd name="T23" fmla="*/ 1322 h 1728"/>
                    <a:gd name="T24" fmla="*/ 819 w 1753"/>
                    <a:gd name="T25" fmla="*/ 1686 h 1728"/>
                    <a:gd name="T26" fmla="*/ 956 w 1753"/>
                    <a:gd name="T27" fmla="*/ 1723 h 1728"/>
                    <a:gd name="T28" fmla="*/ 949 w 1753"/>
                    <a:gd name="T29" fmla="*/ 1692 h 1728"/>
                    <a:gd name="T30" fmla="*/ 1527 w 1753"/>
                    <a:gd name="T31" fmla="*/ 1455 h 1728"/>
                    <a:gd name="T32" fmla="*/ 1188 w 1753"/>
                    <a:gd name="T33" fmla="*/ 51 h 1728"/>
                    <a:gd name="T34" fmla="*/ 616 w 1753"/>
                    <a:gd name="T35" fmla="*/ 322 h 1728"/>
                    <a:gd name="T36" fmla="*/ 598 w 1753"/>
                    <a:gd name="T37" fmla="*/ 583 h 1728"/>
                    <a:gd name="T38" fmla="*/ 725 w 1753"/>
                    <a:gd name="T39" fmla="*/ 1044 h 1728"/>
                    <a:gd name="T40" fmla="*/ 784 w 1753"/>
                    <a:gd name="T41" fmla="*/ 1205 h 1728"/>
                    <a:gd name="T42" fmla="*/ 140 w 1753"/>
                    <a:gd name="T43" fmla="*/ 1291 h 1728"/>
                    <a:gd name="T44" fmla="*/ 1687 w 1753"/>
                    <a:gd name="T45" fmla="*/ 847 h 1728"/>
                    <a:gd name="T46" fmla="*/ 1699 w 1753"/>
                    <a:gd name="T47" fmla="*/ 874 h 1728"/>
                    <a:gd name="T48" fmla="*/ 1391 w 1753"/>
                    <a:gd name="T49" fmla="*/ 1504 h 1728"/>
                    <a:gd name="T50" fmla="*/ 58 w 1753"/>
                    <a:gd name="T51" fmla="*/ 884 h 1728"/>
                    <a:gd name="T52" fmla="*/ 280 w 1753"/>
                    <a:gd name="T53" fmla="*/ 1065 h 1728"/>
                    <a:gd name="T54" fmla="*/ 1741 w 1753"/>
                    <a:gd name="T55" fmla="*/ 759 h 1728"/>
                    <a:gd name="T56" fmla="*/ 1741 w 1753"/>
                    <a:gd name="T57" fmla="*/ 759 h 1728"/>
                    <a:gd name="T58" fmla="*/ 1594 w 1753"/>
                    <a:gd name="T59" fmla="*/ 1195 h 1728"/>
                    <a:gd name="T60" fmla="*/ 332 w 1753"/>
                    <a:gd name="T61" fmla="*/ 1181 h 1728"/>
                    <a:gd name="T62" fmla="*/ 332 w 1753"/>
                    <a:gd name="T63" fmla="*/ 1181 h 1728"/>
                    <a:gd name="T64" fmla="*/ 218 w 1753"/>
                    <a:gd name="T65" fmla="*/ 486 h 1728"/>
                    <a:gd name="T66" fmla="*/ 1455 w 1753"/>
                    <a:gd name="T67" fmla="*/ 824 h 1728"/>
                    <a:gd name="T68" fmla="*/ 1455 w 1753"/>
                    <a:gd name="T69" fmla="*/ 824 h 1728"/>
                    <a:gd name="T70" fmla="*/ 61 w 1753"/>
                    <a:gd name="T71" fmla="*/ 865 h 1728"/>
                    <a:gd name="T72" fmla="*/ 638 w 1753"/>
                    <a:gd name="T73" fmla="*/ 184 h 1728"/>
                    <a:gd name="T74" fmla="*/ 603 w 1753"/>
                    <a:gd name="T75" fmla="*/ 175 h 1728"/>
                    <a:gd name="T76" fmla="*/ 989 w 1753"/>
                    <a:gd name="T77" fmla="*/ 1262 h 1728"/>
                    <a:gd name="T78" fmla="*/ 250 w 1753"/>
                    <a:gd name="T79" fmla="*/ 381 h 1728"/>
                    <a:gd name="T80" fmla="*/ 632 w 1753"/>
                    <a:gd name="T81" fmla="*/ 67 h 1728"/>
                    <a:gd name="T82" fmla="*/ 661 w 1753"/>
                    <a:gd name="T83" fmla="*/ 1414 h 1728"/>
                    <a:gd name="T84" fmla="*/ 299 w 1753"/>
                    <a:gd name="T85" fmla="*/ 1367 h 1728"/>
                    <a:gd name="T86" fmla="*/ 661 w 1753"/>
                    <a:gd name="T87" fmla="*/ 202 h 1728"/>
                    <a:gd name="T88" fmla="*/ 970 w 1753"/>
                    <a:gd name="T89" fmla="*/ 241 h 1728"/>
                    <a:gd name="T90" fmla="*/ 1047 w 1753"/>
                    <a:gd name="T91" fmla="*/ 7 h 1728"/>
                    <a:gd name="T92" fmla="*/ 749 w 1753"/>
                    <a:gd name="T93" fmla="*/ 36 h 1728"/>
                    <a:gd name="T94" fmla="*/ 1473 w 1753"/>
                    <a:gd name="T95" fmla="*/ 302 h 1728"/>
                    <a:gd name="T96" fmla="*/ 1466 w 1753"/>
                    <a:gd name="T97" fmla="*/ 338 h 17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753" h="1728">
                      <a:moveTo>
                        <a:pt x="846" y="1570"/>
                      </a:moveTo>
                      <a:cubicBezTo>
                        <a:pt x="858" y="1570"/>
                        <a:pt x="869" y="1569"/>
                        <a:pt x="880" y="1568"/>
                      </a:cubicBezTo>
                      <a:cubicBezTo>
                        <a:pt x="882" y="1587"/>
                        <a:pt x="886" y="1613"/>
                        <a:pt x="891" y="1649"/>
                      </a:cubicBezTo>
                      <a:cubicBezTo>
                        <a:pt x="888" y="1649"/>
                        <a:pt x="886" y="1649"/>
                        <a:pt x="883" y="1649"/>
                      </a:cubicBezTo>
                      <a:cubicBezTo>
                        <a:pt x="873" y="1649"/>
                        <a:pt x="864" y="1650"/>
                        <a:pt x="855" y="1654"/>
                      </a:cubicBezTo>
                      <a:cubicBezTo>
                        <a:pt x="853" y="1644"/>
                        <a:pt x="851" y="1623"/>
                        <a:pt x="844" y="1570"/>
                      </a:cubicBezTo>
                      <a:cubicBezTo>
                        <a:pt x="845" y="1570"/>
                        <a:pt x="846" y="1570"/>
                        <a:pt x="846" y="1570"/>
                      </a:cubicBezTo>
                      <a:close/>
                      <a:moveTo>
                        <a:pt x="1322" y="832"/>
                      </a:moveTo>
                      <a:cubicBezTo>
                        <a:pt x="1332" y="826"/>
                        <a:pt x="1344" y="822"/>
                        <a:pt x="1356" y="818"/>
                      </a:cubicBezTo>
                      <a:cubicBezTo>
                        <a:pt x="1256" y="575"/>
                        <a:pt x="1210" y="463"/>
                        <a:pt x="1189" y="410"/>
                      </a:cubicBezTo>
                      <a:cubicBezTo>
                        <a:pt x="1178" y="416"/>
                        <a:pt x="1167" y="421"/>
                        <a:pt x="1155" y="425"/>
                      </a:cubicBezTo>
                      <a:cubicBezTo>
                        <a:pt x="1199" y="531"/>
                        <a:pt x="1199" y="531"/>
                        <a:pt x="1199" y="531"/>
                      </a:cubicBezTo>
                      <a:cubicBezTo>
                        <a:pt x="1322" y="832"/>
                        <a:pt x="1322" y="832"/>
                        <a:pt x="1322" y="832"/>
                      </a:cubicBezTo>
                      <a:cubicBezTo>
                        <a:pt x="1322" y="832"/>
                        <a:pt x="1322" y="832"/>
                        <a:pt x="1322" y="832"/>
                      </a:cubicBezTo>
                      <a:close/>
                      <a:moveTo>
                        <a:pt x="122" y="508"/>
                      </a:moveTo>
                      <a:cubicBezTo>
                        <a:pt x="111" y="504"/>
                        <a:pt x="100" y="498"/>
                        <a:pt x="90" y="492"/>
                      </a:cubicBezTo>
                      <a:cubicBezTo>
                        <a:pt x="16" y="746"/>
                        <a:pt x="2" y="791"/>
                        <a:pt x="0" y="800"/>
                      </a:cubicBezTo>
                      <a:cubicBezTo>
                        <a:pt x="12" y="801"/>
                        <a:pt x="24" y="805"/>
                        <a:pt x="33" y="812"/>
                      </a:cubicBezTo>
                      <a:cubicBezTo>
                        <a:pt x="122" y="508"/>
                        <a:pt x="122" y="508"/>
                        <a:pt x="122" y="508"/>
                      </a:cubicBezTo>
                      <a:cubicBezTo>
                        <a:pt x="122" y="508"/>
                        <a:pt x="122" y="508"/>
                        <a:pt x="122" y="508"/>
                      </a:cubicBezTo>
                      <a:close/>
                      <a:moveTo>
                        <a:pt x="1608" y="1249"/>
                      </a:moveTo>
                      <a:cubicBezTo>
                        <a:pt x="1607" y="1244"/>
                        <a:pt x="1607" y="1238"/>
                        <a:pt x="1607" y="1233"/>
                      </a:cubicBezTo>
                      <a:cubicBezTo>
                        <a:pt x="1264" y="1300"/>
                        <a:pt x="1104" y="1333"/>
                        <a:pt x="1028" y="1347"/>
                      </a:cubicBezTo>
                      <a:cubicBezTo>
                        <a:pt x="1031" y="1358"/>
                        <a:pt x="1032" y="1370"/>
                        <a:pt x="1032" y="1381"/>
                      </a:cubicBezTo>
                      <a:cubicBezTo>
                        <a:pt x="1032" y="1382"/>
                        <a:pt x="1032" y="1382"/>
                        <a:pt x="1032" y="1383"/>
                      </a:cubicBezTo>
                      <a:cubicBezTo>
                        <a:pt x="1614" y="1268"/>
                        <a:pt x="1614" y="1268"/>
                        <a:pt x="1614" y="1268"/>
                      </a:cubicBezTo>
                      <a:cubicBezTo>
                        <a:pt x="1611" y="1263"/>
                        <a:pt x="1609" y="1256"/>
                        <a:pt x="1608" y="1249"/>
                      </a:cubicBezTo>
                      <a:close/>
                      <a:moveTo>
                        <a:pt x="1254" y="907"/>
                      </a:moveTo>
                      <a:cubicBezTo>
                        <a:pt x="981" y="834"/>
                        <a:pt x="835" y="795"/>
                        <a:pt x="758" y="774"/>
                      </a:cubicBezTo>
                      <a:cubicBezTo>
                        <a:pt x="757" y="786"/>
                        <a:pt x="753" y="798"/>
                        <a:pt x="748" y="809"/>
                      </a:cubicBezTo>
                      <a:cubicBezTo>
                        <a:pt x="1042" y="889"/>
                        <a:pt x="1179" y="926"/>
                        <a:pt x="1243" y="944"/>
                      </a:cubicBezTo>
                      <a:cubicBezTo>
                        <a:pt x="1245" y="930"/>
                        <a:pt x="1249" y="919"/>
                        <a:pt x="1254" y="907"/>
                      </a:cubicBezTo>
                      <a:close/>
                      <a:moveTo>
                        <a:pt x="1007" y="385"/>
                      </a:moveTo>
                      <a:cubicBezTo>
                        <a:pt x="998" y="376"/>
                        <a:pt x="991" y="366"/>
                        <a:pt x="985" y="356"/>
                      </a:cubicBezTo>
                      <a:cubicBezTo>
                        <a:pt x="838" y="495"/>
                        <a:pt x="753" y="575"/>
                        <a:pt x="705" y="621"/>
                      </a:cubicBezTo>
                      <a:cubicBezTo>
                        <a:pt x="714" y="629"/>
                        <a:pt x="722" y="638"/>
                        <a:pt x="729" y="647"/>
                      </a:cubicBezTo>
                      <a:cubicBezTo>
                        <a:pt x="1007" y="385"/>
                        <a:pt x="1007" y="385"/>
                        <a:pt x="1007" y="385"/>
                      </a:cubicBezTo>
                      <a:cubicBezTo>
                        <a:pt x="1007" y="385"/>
                        <a:pt x="1007" y="385"/>
                        <a:pt x="1007" y="385"/>
                      </a:cubicBezTo>
                      <a:close/>
                      <a:moveTo>
                        <a:pt x="1663" y="1161"/>
                      </a:moveTo>
                      <a:cubicBezTo>
                        <a:pt x="1669" y="1159"/>
                        <a:pt x="1676" y="1158"/>
                        <a:pt x="1682" y="1158"/>
                      </a:cubicBezTo>
                      <a:cubicBezTo>
                        <a:pt x="1688" y="1158"/>
                        <a:pt x="1694" y="1158"/>
                        <a:pt x="1699" y="1160"/>
                      </a:cubicBezTo>
                      <a:cubicBezTo>
                        <a:pt x="1746" y="942"/>
                        <a:pt x="1753" y="911"/>
                        <a:pt x="1753" y="907"/>
                      </a:cubicBezTo>
                      <a:cubicBezTo>
                        <a:pt x="1741" y="906"/>
                        <a:pt x="1729" y="902"/>
                        <a:pt x="1719" y="895"/>
                      </a:cubicBezTo>
                      <a:cubicBezTo>
                        <a:pt x="1679" y="1082"/>
                        <a:pt x="1666" y="1142"/>
                        <a:pt x="1663" y="1161"/>
                      </a:cubicBezTo>
                      <a:close/>
                      <a:moveTo>
                        <a:pt x="685" y="1285"/>
                      </a:moveTo>
                      <a:cubicBezTo>
                        <a:pt x="590" y="1224"/>
                        <a:pt x="508" y="1172"/>
                        <a:pt x="439" y="1126"/>
                      </a:cubicBezTo>
                      <a:cubicBezTo>
                        <a:pt x="434" y="1139"/>
                        <a:pt x="428" y="1150"/>
                        <a:pt x="419" y="1158"/>
                      </a:cubicBezTo>
                      <a:cubicBezTo>
                        <a:pt x="668" y="1322"/>
                        <a:pt x="668" y="1322"/>
                        <a:pt x="668" y="1322"/>
                      </a:cubicBezTo>
                      <a:cubicBezTo>
                        <a:pt x="672" y="1309"/>
                        <a:pt x="678" y="1297"/>
                        <a:pt x="685" y="1285"/>
                      </a:cubicBezTo>
                      <a:close/>
                      <a:moveTo>
                        <a:pt x="265" y="1451"/>
                      </a:moveTo>
                      <a:cubicBezTo>
                        <a:pt x="769" y="1703"/>
                        <a:pt x="805" y="1720"/>
                        <a:pt x="808" y="1721"/>
                      </a:cubicBezTo>
                      <a:cubicBezTo>
                        <a:pt x="808" y="1709"/>
                        <a:pt x="813" y="1697"/>
                        <a:pt x="819" y="1686"/>
                      </a:cubicBezTo>
                      <a:cubicBezTo>
                        <a:pt x="452" y="1502"/>
                        <a:pt x="329" y="1441"/>
                        <a:pt x="288" y="1421"/>
                      </a:cubicBezTo>
                      <a:cubicBezTo>
                        <a:pt x="282" y="1433"/>
                        <a:pt x="275" y="1442"/>
                        <a:pt x="265" y="1451"/>
                      </a:cubicBezTo>
                      <a:close/>
                      <a:moveTo>
                        <a:pt x="949" y="1692"/>
                      </a:moveTo>
                      <a:cubicBezTo>
                        <a:pt x="954" y="1701"/>
                        <a:pt x="956" y="1712"/>
                        <a:pt x="956" y="1723"/>
                      </a:cubicBezTo>
                      <a:cubicBezTo>
                        <a:pt x="956" y="1725"/>
                        <a:pt x="956" y="1727"/>
                        <a:pt x="956" y="1728"/>
                      </a:cubicBezTo>
                      <a:cubicBezTo>
                        <a:pt x="1404" y="1546"/>
                        <a:pt x="1404" y="1546"/>
                        <a:pt x="1404" y="1546"/>
                      </a:cubicBezTo>
                      <a:cubicBezTo>
                        <a:pt x="1398" y="1536"/>
                        <a:pt x="1393" y="1524"/>
                        <a:pt x="1393" y="1511"/>
                      </a:cubicBezTo>
                      <a:cubicBezTo>
                        <a:pt x="949" y="1692"/>
                        <a:pt x="949" y="1692"/>
                        <a:pt x="949" y="1692"/>
                      </a:cubicBezTo>
                      <a:cubicBezTo>
                        <a:pt x="949" y="1692"/>
                        <a:pt x="949" y="1692"/>
                        <a:pt x="949" y="1692"/>
                      </a:cubicBezTo>
                      <a:close/>
                      <a:moveTo>
                        <a:pt x="1617" y="1273"/>
                      </a:moveTo>
                      <a:cubicBezTo>
                        <a:pt x="1536" y="1383"/>
                        <a:pt x="1510" y="1419"/>
                        <a:pt x="1500" y="1432"/>
                      </a:cubicBezTo>
                      <a:cubicBezTo>
                        <a:pt x="1511" y="1437"/>
                        <a:pt x="1521" y="1445"/>
                        <a:pt x="1527" y="1455"/>
                      </a:cubicBezTo>
                      <a:cubicBezTo>
                        <a:pt x="1641" y="1300"/>
                        <a:pt x="1641" y="1300"/>
                        <a:pt x="1641" y="1300"/>
                      </a:cubicBezTo>
                      <a:cubicBezTo>
                        <a:pt x="1630" y="1293"/>
                        <a:pt x="1622" y="1284"/>
                        <a:pt x="1617" y="1273"/>
                      </a:cubicBezTo>
                      <a:close/>
                      <a:moveTo>
                        <a:pt x="1497" y="262"/>
                      </a:moveTo>
                      <a:cubicBezTo>
                        <a:pt x="1235" y="83"/>
                        <a:pt x="1194" y="55"/>
                        <a:pt x="1188" y="51"/>
                      </a:cubicBezTo>
                      <a:cubicBezTo>
                        <a:pt x="1182" y="62"/>
                        <a:pt x="1174" y="72"/>
                        <a:pt x="1164" y="79"/>
                      </a:cubicBezTo>
                      <a:cubicBezTo>
                        <a:pt x="1430" y="262"/>
                        <a:pt x="1470" y="289"/>
                        <a:pt x="1476" y="293"/>
                      </a:cubicBezTo>
                      <a:cubicBezTo>
                        <a:pt x="1481" y="281"/>
                        <a:pt x="1488" y="272"/>
                        <a:pt x="1497" y="262"/>
                      </a:cubicBezTo>
                      <a:close/>
                      <a:moveTo>
                        <a:pt x="616" y="322"/>
                      </a:moveTo>
                      <a:cubicBezTo>
                        <a:pt x="612" y="323"/>
                        <a:pt x="606" y="323"/>
                        <a:pt x="602" y="323"/>
                      </a:cubicBezTo>
                      <a:cubicBezTo>
                        <a:pt x="593" y="323"/>
                        <a:pt x="585" y="322"/>
                        <a:pt x="578" y="320"/>
                      </a:cubicBezTo>
                      <a:cubicBezTo>
                        <a:pt x="578" y="450"/>
                        <a:pt x="578" y="532"/>
                        <a:pt x="578" y="584"/>
                      </a:cubicBezTo>
                      <a:cubicBezTo>
                        <a:pt x="584" y="583"/>
                        <a:pt x="591" y="583"/>
                        <a:pt x="598" y="583"/>
                      </a:cubicBezTo>
                      <a:cubicBezTo>
                        <a:pt x="604" y="583"/>
                        <a:pt x="610" y="583"/>
                        <a:pt x="616" y="584"/>
                      </a:cubicBezTo>
                      <a:cubicBezTo>
                        <a:pt x="616" y="362"/>
                        <a:pt x="616" y="328"/>
                        <a:pt x="616" y="322"/>
                      </a:cubicBezTo>
                      <a:close/>
                      <a:moveTo>
                        <a:pt x="784" y="1205"/>
                      </a:moveTo>
                      <a:cubicBezTo>
                        <a:pt x="725" y="1044"/>
                        <a:pt x="725" y="1044"/>
                        <a:pt x="725" y="1044"/>
                      </a:cubicBezTo>
                      <a:cubicBezTo>
                        <a:pt x="699" y="975"/>
                        <a:pt x="681" y="926"/>
                        <a:pt x="668" y="891"/>
                      </a:cubicBezTo>
                      <a:cubicBezTo>
                        <a:pt x="657" y="897"/>
                        <a:pt x="646" y="901"/>
                        <a:pt x="634" y="904"/>
                      </a:cubicBezTo>
                      <a:cubicBezTo>
                        <a:pt x="697" y="1073"/>
                        <a:pt x="731" y="1167"/>
                        <a:pt x="751" y="1220"/>
                      </a:cubicBezTo>
                      <a:cubicBezTo>
                        <a:pt x="762" y="1214"/>
                        <a:pt x="772" y="1209"/>
                        <a:pt x="784" y="1205"/>
                      </a:cubicBezTo>
                      <a:close/>
                      <a:moveTo>
                        <a:pt x="33" y="919"/>
                      </a:moveTo>
                      <a:cubicBezTo>
                        <a:pt x="25" y="924"/>
                        <a:pt x="15" y="928"/>
                        <a:pt x="5" y="929"/>
                      </a:cubicBezTo>
                      <a:cubicBezTo>
                        <a:pt x="124" y="1298"/>
                        <a:pt x="124" y="1298"/>
                        <a:pt x="124" y="1298"/>
                      </a:cubicBezTo>
                      <a:cubicBezTo>
                        <a:pt x="129" y="1296"/>
                        <a:pt x="134" y="1293"/>
                        <a:pt x="140" y="1291"/>
                      </a:cubicBezTo>
                      <a:cubicBezTo>
                        <a:pt x="145" y="1287"/>
                        <a:pt x="151" y="1285"/>
                        <a:pt x="157" y="1282"/>
                      </a:cubicBezTo>
                      <a:cubicBezTo>
                        <a:pt x="39" y="915"/>
                        <a:pt x="39" y="915"/>
                        <a:pt x="39" y="915"/>
                      </a:cubicBezTo>
                      <a:cubicBezTo>
                        <a:pt x="37" y="917"/>
                        <a:pt x="35" y="917"/>
                        <a:pt x="33" y="919"/>
                      </a:cubicBezTo>
                      <a:close/>
                      <a:moveTo>
                        <a:pt x="1687" y="847"/>
                      </a:moveTo>
                      <a:cubicBezTo>
                        <a:pt x="1687" y="846"/>
                        <a:pt x="1686" y="843"/>
                        <a:pt x="1686" y="841"/>
                      </a:cubicBezTo>
                      <a:cubicBezTo>
                        <a:pt x="1613" y="867"/>
                        <a:pt x="1565" y="883"/>
                        <a:pt x="1535" y="894"/>
                      </a:cubicBezTo>
                      <a:cubicBezTo>
                        <a:pt x="1541" y="905"/>
                        <a:pt x="1545" y="916"/>
                        <a:pt x="1548" y="927"/>
                      </a:cubicBezTo>
                      <a:cubicBezTo>
                        <a:pt x="1699" y="874"/>
                        <a:pt x="1699" y="874"/>
                        <a:pt x="1699" y="874"/>
                      </a:cubicBezTo>
                      <a:cubicBezTo>
                        <a:pt x="1693" y="867"/>
                        <a:pt x="1689" y="857"/>
                        <a:pt x="1687" y="847"/>
                      </a:cubicBezTo>
                      <a:close/>
                      <a:moveTo>
                        <a:pt x="1030" y="1414"/>
                      </a:moveTo>
                      <a:cubicBezTo>
                        <a:pt x="1029" y="1426"/>
                        <a:pt x="1025" y="1438"/>
                        <a:pt x="1021" y="1449"/>
                      </a:cubicBezTo>
                      <a:cubicBezTo>
                        <a:pt x="1342" y="1497"/>
                        <a:pt x="1385" y="1503"/>
                        <a:pt x="1391" y="1504"/>
                      </a:cubicBezTo>
                      <a:cubicBezTo>
                        <a:pt x="1391" y="1503"/>
                        <a:pt x="1391" y="1500"/>
                        <a:pt x="1391" y="1498"/>
                      </a:cubicBezTo>
                      <a:cubicBezTo>
                        <a:pt x="1391" y="1487"/>
                        <a:pt x="1394" y="1477"/>
                        <a:pt x="1397" y="1469"/>
                      </a:cubicBezTo>
                      <a:cubicBezTo>
                        <a:pt x="1194" y="1438"/>
                        <a:pt x="1087" y="1422"/>
                        <a:pt x="1030" y="1414"/>
                      </a:cubicBezTo>
                      <a:close/>
                      <a:moveTo>
                        <a:pt x="58" y="884"/>
                      </a:moveTo>
                      <a:cubicBezTo>
                        <a:pt x="57" y="884"/>
                        <a:pt x="57" y="884"/>
                        <a:pt x="57" y="885"/>
                      </a:cubicBezTo>
                      <a:cubicBezTo>
                        <a:pt x="57" y="886"/>
                        <a:pt x="57" y="886"/>
                        <a:pt x="57" y="886"/>
                      </a:cubicBezTo>
                      <a:cubicBezTo>
                        <a:pt x="54" y="895"/>
                        <a:pt x="49" y="903"/>
                        <a:pt x="43" y="910"/>
                      </a:cubicBezTo>
                      <a:cubicBezTo>
                        <a:pt x="280" y="1065"/>
                        <a:pt x="280" y="1065"/>
                        <a:pt x="280" y="1065"/>
                      </a:cubicBezTo>
                      <a:cubicBezTo>
                        <a:pt x="285" y="1053"/>
                        <a:pt x="293" y="1043"/>
                        <a:pt x="302" y="1035"/>
                      </a:cubicBezTo>
                      <a:cubicBezTo>
                        <a:pt x="119" y="917"/>
                        <a:pt x="60" y="877"/>
                        <a:pt x="60" y="877"/>
                      </a:cubicBezTo>
                      <a:cubicBezTo>
                        <a:pt x="59" y="879"/>
                        <a:pt x="58" y="881"/>
                        <a:pt x="58" y="884"/>
                      </a:cubicBezTo>
                      <a:close/>
                      <a:moveTo>
                        <a:pt x="1741" y="759"/>
                      </a:moveTo>
                      <a:cubicBezTo>
                        <a:pt x="1644" y="480"/>
                        <a:pt x="1632" y="445"/>
                        <a:pt x="1631" y="441"/>
                      </a:cubicBezTo>
                      <a:cubicBezTo>
                        <a:pt x="1620" y="447"/>
                        <a:pt x="1608" y="451"/>
                        <a:pt x="1596" y="453"/>
                      </a:cubicBezTo>
                      <a:cubicBezTo>
                        <a:pt x="1689" y="722"/>
                        <a:pt x="1705" y="769"/>
                        <a:pt x="1708" y="777"/>
                      </a:cubicBezTo>
                      <a:cubicBezTo>
                        <a:pt x="1717" y="769"/>
                        <a:pt x="1729" y="762"/>
                        <a:pt x="1741" y="759"/>
                      </a:cubicBezTo>
                      <a:close/>
                      <a:moveTo>
                        <a:pt x="1528" y="1075"/>
                      </a:moveTo>
                      <a:cubicBezTo>
                        <a:pt x="1526" y="1073"/>
                        <a:pt x="1523" y="1069"/>
                        <a:pt x="1520" y="1067"/>
                      </a:cubicBezTo>
                      <a:cubicBezTo>
                        <a:pt x="1513" y="1077"/>
                        <a:pt x="1504" y="1085"/>
                        <a:pt x="1495" y="1093"/>
                      </a:cubicBezTo>
                      <a:cubicBezTo>
                        <a:pt x="1594" y="1195"/>
                        <a:pt x="1594" y="1195"/>
                        <a:pt x="1594" y="1195"/>
                      </a:cubicBezTo>
                      <a:cubicBezTo>
                        <a:pt x="1602" y="1204"/>
                        <a:pt x="1607" y="1209"/>
                        <a:pt x="1610" y="1211"/>
                      </a:cubicBezTo>
                      <a:cubicBezTo>
                        <a:pt x="1613" y="1199"/>
                        <a:pt x="1620" y="1188"/>
                        <a:pt x="1629" y="1179"/>
                      </a:cubicBezTo>
                      <a:cubicBezTo>
                        <a:pt x="1529" y="1075"/>
                        <a:pt x="1528" y="1075"/>
                        <a:pt x="1528" y="1075"/>
                      </a:cubicBezTo>
                      <a:close/>
                      <a:moveTo>
                        <a:pt x="332" y="1181"/>
                      </a:moveTo>
                      <a:cubicBezTo>
                        <a:pt x="321" y="1178"/>
                        <a:pt x="311" y="1172"/>
                        <a:pt x="302" y="1164"/>
                      </a:cubicBezTo>
                      <a:cubicBezTo>
                        <a:pt x="236" y="1282"/>
                        <a:pt x="236" y="1282"/>
                        <a:pt x="236" y="1282"/>
                      </a:cubicBezTo>
                      <a:cubicBezTo>
                        <a:pt x="248" y="1287"/>
                        <a:pt x="258" y="1293"/>
                        <a:pt x="266" y="1302"/>
                      </a:cubicBezTo>
                      <a:cubicBezTo>
                        <a:pt x="332" y="1181"/>
                        <a:pt x="332" y="1181"/>
                        <a:pt x="332" y="1181"/>
                      </a:cubicBezTo>
                      <a:cubicBezTo>
                        <a:pt x="332" y="1181"/>
                        <a:pt x="332" y="1181"/>
                        <a:pt x="332" y="1181"/>
                      </a:cubicBezTo>
                      <a:close/>
                      <a:moveTo>
                        <a:pt x="479" y="636"/>
                      </a:moveTo>
                      <a:cubicBezTo>
                        <a:pt x="279" y="486"/>
                        <a:pt x="246" y="462"/>
                        <a:pt x="240" y="457"/>
                      </a:cubicBezTo>
                      <a:cubicBezTo>
                        <a:pt x="235" y="468"/>
                        <a:pt x="228" y="478"/>
                        <a:pt x="218" y="486"/>
                      </a:cubicBezTo>
                      <a:cubicBezTo>
                        <a:pt x="314" y="558"/>
                        <a:pt x="314" y="558"/>
                        <a:pt x="314" y="558"/>
                      </a:cubicBezTo>
                      <a:cubicBezTo>
                        <a:pt x="379" y="607"/>
                        <a:pt x="425" y="641"/>
                        <a:pt x="457" y="665"/>
                      </a:cubicBezTo>
                      <a:cubicBezTo>
                        <a:pt x="463" y="654"/>
                        <a:pt x="470" y="645"/>
                        <a:pt x="479" y="636"/>
                      </a:cubicBezTo>
                      <a:close/>
                      <a:moveTo>
                        <a:pt x="1455" y="824"/>
                      </a:moveTo>
                      <a:cubicBezTo>
                        <a:pt x="1552" y="492"/>
                        <a:pt x="1563" y="457"/>
                        <a:pt x="1564" y="454"/>
                      </a:cubicBezTo>
                      <a:cubicBezTo>
                        <a:pt x="1552" y="452"/>
                        <a:pt x="1539" y="449"/>
                        <a:pt x="1528" y="443"/>
                      </a:cubicBezTo>
                      <a:cubicBezTo>
                        <a:pt x="1467" y="653"/>
                        <a:pt x="1435" y="760"/>
                        <a:pt x="1419" y="814"/>
                      </a:cubicBezTo>
                      <a:cubicBezTo>
                        <a:pt x="1432" y="817"/>
                        <a:pt x="1444" y="819"/>
                        <a:pt x="1455" y="824"/>
                      </a:cubicBezTo>
                      <a:close/>
                      <a:moveTo>
                        <a:pt x="437" y="761"/>
                      </a:moveTo>
                      <a:cubicBezTo>
                        <a:pt x="52" y="832"/>
                        <a:pt x="52" y="832"/>
                        <a:pt x="52" y="832"/>
                      </a:cubicBezTo>
                      <a:cubicBezTo>
                        <a:pt x="56" y="839"/>
                        <a:pt x="60" y="848"/>
                        <a:pt x="60" y="857"/>
                      </a:cubicBezTo>
                      <a:cubicBezTo>
                        <a:pt x="60" y="859"/>
                        <a:pt x="61" y="863"/>
                        <a:pt x="61" y="865"/>
                      </a:cubicBezTo>
                      <a:cubicBezTo>
                        <a:pt x="61" y="866"/>
                        <a:pt x="61" y="866"/>
                        <a:pt x="61" y="866"/>
                      </a:cubicBezTo>
                      <a:cubicBezTo>
                        <a:pt x="262" y="829"/>
                        <a:pt x="377" y="808"/>
                        <a:pt x="444" y="796"/>
                      </a:cubicBezTo>
                      <a:cubicBezTo>
                        <a:pt x="441" y="785"/>
                        <a:pt x="438" y="774"/>
                        <a:pt x="437" y="761"/>
                      </a:cubicBezTo>
                      <a:close/>
                      <a:moveTo>
                        <a:pt x="638" y="184"/>
                      </a:moveTo>
                      <a:cubicBezTo>
                        <a:pt x="666" y="102"/>
                        <a:pt x="666" y="102"/>
                        <a:pt x="666" y="102"/>
                      </a:cubicBezTo>
                      <a:cubicBezTo>
                        <a:pt x="670" y="86"/>
                        <a:pt x="671" y="82"/>
                        <a:pt x="672" y="82"/>
                      </a:cubicBezTo>
                      <a:cubicBezTo>
                        <a:pt x="659" y="81"/>
                        <a:pt x="648" y="76"/>
                        <a:pt x="637" y="70"/>
                      </a:cubicBezTo>
                      <a:cubicBezTo>
                        <a:pt x="611" y="151"/>
                        <a:pt x="604" y="170"/>
                        <a:pt x="603" y="175"/>
                      </a:cubicBezTo>
                      <a:cubicBezTo>
                        <a:pt x="615" y="175"/>
                        <a:pt x="627" y="178"/>
                        <a:pt x="638" y="184"/>
                      </a:cubicBezTo>
                      <a:close/>
                      <a:moveTo>
                        <a:pt x="1281" y="1078"/>
                      </a:moveTo>
                      <a:cubicBezTo>
                        <a:pt x="1274" y="1069"/>
                        <a:pt x="1266" y="1059"/>
                        <a:pt x="1260" y="1049"/>
                      </a:cubicBezTo>
                      <a:cubicBezTo>
                        <a:pt x="1114" y="1163"/>
                        <a:pt x="1033" y="1228"/>
                        <a:pt x="989" y="1262"/>
                      </a:cubicBezTo>
                      <a:cubicBezTo>
                        <a:pt x="996" y="1272"/>
                        <a:pt x="1004" y="1282"/>
                        <a:pt x="1010" y="1293"/>
                      </a:cubicBezTo>
                      <a:cubicBezTo>
                        <a:pt x="1281" y="1078"/>
                        <a:pt x="1281" y="1078"/>
                        <a:pt x="1281" y="1078"/>
                      </a:cubicBezTo>
                      <a:cubicBezTo>
                        <a:pt x="1281" y="1078"/>
                        <a:pt x="1281" y="1078"/>
                        <a:pt x="1281" y="1078"/>
                      </a:cubicBezTo>
                      <a:close/>
                      <a:moveTo>
                        <a:pt x="250" y="381"/>
                      </a:moveTo>
                      <a:cubicBezTo>
                        <a:pt x="493" y="302"/>
                        <a:pt x="532" y="290"/>
                        <a:pt x="539" y="287"/>
                      </a:cubicBezTo>
                      <a:cubicBezTo>
                        <a:pt x="532" y="277"/>
                        <a:pt x="529" y="265"/>
                        <a:pt x="528" y="253"/>
                      </a:cubicBezTo>
                      <a:cubicBezTo>
                        <a:pt x="243" y="346"/>
                        <a:pt x="243" y="346"/>
                        <a:pt x="243" y="346"/>
                      </a:cubicBezTo>
                      <a:cubicBezTo>
                        <a:pt x="577" y="108"/>
                        <a:pt x="626" y="73"/>
                        <a:pt x="632" y="67"/>
                      </a:cubicBezTo>
                      <a:cubicBezTo>
                        <a:pt x="623" y="61"/>
                        <a:pt x="615" y="51"/>
                        <a:pt x="610" y="40"/>
                      </a:cubicBezTo>
                      <a:cubicBezTo>
                        <a:pt x="265" y="285"/>
                        <a:pt x="216" y="321"/>
                        <a:pt x="209" y="326"/>
                      </a:cubicBezTo>
                      <a:cubicBezTo>
                        <a:pt x="229" y="338"/>
                        <a:pt x="244" y="359"/>
                        <a:pt x="250" y="381"/>
                      </a:cubicBezTo>
                      <a:close/>
                      <a:moveTo>
                        <a:pt x="661" y="1414"/>
                      </a:moveTo>
                      <a:cubicBezTo>
                        <a:pt x="659" y="1404"/>
                        <a:pt x="658" y="1392"/>
                        <a:pt x="658" y="1381"/>
                      </a:cubicBezTo>
                      <a:cubicBezTo>
                        <a:pt x="658" y="1381"/>
                        <a:pt x="658" y="1379"/>
                        <a:pt x="658" y="1377"/>
                      </a:cubicBezTo>
                      <a:cubicBezTo>
                        <a:pt x="648" y="1377"/>
                        <a:pt x="648" y="1377"/>
                        <a:pt x="648" y="1377"/>
                      </a:cubicBezTo>
                      <a:cubicBezTo>
                        <a:pt x="469" y="1372"/>
                        <a:pt x="360" y="1369"/>
                        <a:pt x="299" y="1367"/>
                      </a:cubicBezTo>
                      <a:cubicBezTo>
                        <a:pt x="299" y="1369"/>
                        <a:pt x="299" y="1372"/>
                        <a:pt x="299" y="1375"/>
                      </a:cubicBezTo>
                      <a:cubicBezTo>
                        <a:pt x="299" y="1385"/>
                        <a:pt x="299" y="1394"/>
                        <a:pt x="296" y="1403"/>
                      </a:cubicBezTo>
                      <a:cubicBezTo>
                        <a:pt x="496" y="1409"/>
                        <a:pt x="604" y="1412"/>
                        <a:pt x="661" y="1414"/>
                      </a:cubicBezTo>
                      <a:close/>
                      <a:moveTo>
                        <a:pt x="661" y="202"/>
                      </a:moveTo>
                      <a:cubicBezTo>
                        <a:pt x="671" y="215"/>
                        <a:pt x="677" y="231"/>
                        <a:pt x="677" y="249"/>
                      </a:cubicBezTo>
                      <a:cubicBezTo>
                        <a:pt x="677" y="255"/>
                        <a:pt x="677" y="262"/>
                        <a:pt x="675" y="269"/>
                      </a:cubicBezTo>
                      <a:cubicBezTo>
                        <a:pt x="837" y="273"/>
                        <a:pt x="920" y="275"/>
                        <a:pt x="965" y="277"/>
                      </a:cubicBezTo>
                      <a:cubicBezTo>
                        <a:pt x="965" y="264"/>
                        <a:pt x="967" y="252"/>
                        <a:pt x="970" y="241"/>
                      </a:cubicBezTo>
                      <a:cubicBezTo>
                        <a:pt x="682" y="233"/>
                        <a:pt x="682" y="233"/>
                        <a:pt x="682" y="233"/>
                      </a:cubicBezTo>
                      <a:cubicBezTo>
                        <a:pt x="1063" y="69"/>
                        <a:pt x="1063" y="69"/>
                        <a:pt x="1063" y="69"/>
                      </a:cubicBezTo>
                      <a:cubicBezTo>
                        <a:pt x="1053" y="56"/>
                        <a:pt x="1046" y="40"/>
                        <a:pt x="1046" y="21"/>
                      </a:cubicBezTo>
                      <a:cubicBezTo>
                        <a:pt x="1046" y="16"/>
                        <a:pt x="1047" y="12"/>
                        <a:pt x="1047" y="7"/>
                      </a:cubicBezTo>
                      <a:cubicBezTo>
                        <a:pt x="794" y="1"/>
                        <a:pt x="759" y="0"/>
                        <a:pt x="754" y="0"/>
                      </a:cubicBezTo>
                      <a:cubicBezTo>
                        <a:pt x="754" y="3"/>
                        <a:pt x="754" y="6"/>
                        <a:pt x="754" y="9"/>
                      </a:cubicBezTo>
                      <a:cubicBezTo>
                        <a:pt x="754" y="18"/>
                        <a:pt x="753" y="25"/>
                        <a:pt x="750" y="33"/>
                      </a:cubicBezTo>
                      <a:cubicBezTo>
                        <a:pt x="749" y="34"/>
                        <a:pt x="749" y="34"/>
                        <a:pt x="749" y="36"/>
                      </a:cubicBezTo>
                      <a:cubicBezTo>
                        <a:pt x="1034" y="41"/>
                        <a:pt x="1034" y="41"/>
                        <a:pt x="1034" y="41"/>
                      </a:cubicBezTo>
                      <a:cubicBezTo>
                        <a:pt x="710" y="181"/>
                        <a:pt x="666" y="200"/>
                        <a:pt x="661" y="202"/>
                      </a:cubicBezTo>
                      <a:close/>
                      <a:moveTo>
                        <a:pt x="1466" y="338"/>
                      </a:moveTo>
                      <a:cubicBezTo>
                        <a:pt x="1466" y="326"/>
                        <a:pt x="1469" y="314"/>
                        <a:pt x="1473" y="302"/>
                      </a:cubicBezTo>
                      <a:cubicBezTo>
                        <a:pt x="1363" y="285"/>
                        <a:pt x="1299" y="275"/>
                        <a:pt x="1261" y="269"/>
                      </a:cubicBezTo>
                      <a:cubicBezTo>
                        <a:pt x="1261" y="273"/>
                        <a:pt x="1262" y="277"/>
                        <a:pt x="1262" y="281"/>
                      </a:cubicBezTo>
                      <a:cubicBezTo>
                        <a:pt x="1262" y="289"/>
                        <a:pt x="1261" y="297"/>
                        <a:pt x="1260" y="306"/>
                      </a:cubicBezTo>
                      <a:cubicBezTo>
                        <a:pt x="1466" y="338"/>
                        <a:pt x="1466" y="338"/>
                        <a:pt x="1466" y="338"/>
                      </a:cubicBezTo>
                      <a:cubicBezTo>
                        <a:pt x="1466" y="338"/>
                        <a:pt x="1466" y="338"/>
                        <a:pt x="1466" y="338"/>
                      </a:cubicBezTo>
                      <a:close/>
                    </a:path>
                  </a:pathLst>
                </a:custGeom>
                <a:solidFill>
                  <a:srgbClr val="26235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2C2C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36" name="Freeform 6">
                  <a:extLst>
                    <a:ext uri="{FF2B5EF4-FFF2-40B4-BE49-F238E27FC236}">
                      <a16:creationId xmlns:a16="http://schemas.microsoft.com/office/drawing/2014/main" id="{D5CE3004-9F91-D167-BD3E-8A0B43FB411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654176" y="2789238"/>
                  <a:ext cx="1304925" cy="1277938"/>
                </a:xfrm>
                <a:custGeom>
                  <a:avLst/>
                  <a:gdLst>
                    <a:gd name="T0" fmla="*/ 367 w 1828"/>
                    <a:gd name="T1" fmla="*/ 1086 h 1790"/>
                    <a:gd name="T2" fmla="*/ 439 w 1828"/>
                    <a:gd name="T3" fmla="*/ 1133 h 1790"/>
                    <a:gd name="T4" fmla="*/ 1463 w 1828"/>
                    <a:gd name="T5" fmla="*/ 1527 h 1790"/>
                    <a:gd name="T6" fmla="*/ 295 w 1828"/>
                    <a:gd name="T7" fmla="*/ 1404 h 1790"/>
                    <a:gd name="T8" fmla="*/ 1025 w 1828"/>
                    <a:gd name="T9" fmla="*/ 1436 h 1790"/>
                    <a:gd name="T10" fmla="*/ 727 w 1828"/>
                    <a:gd name="T11" fmla="*/ 1408 h 1790"/>
                    <a:gd name="T12" fmla="*/ 877 w 1828"/>
                    <a:gd name="T13" fmla="*/ 1262 h 1790"/>
                    <a:gd name="T14" fmla="*/ 970 w 1828"/>
                    <a:gd name="T15" fmla="*/ 1375 h 1790"/>
                    <a:gd name="T16" fmla="*/ 927 w 1828"/>
                    <a:gd name="T17" fmla="*/ 1318 h 1790"/>
                    <a:gd name="T18" fmla="*/ 885 w 1828"/>
                    <a:gd name="T19" fmla="*/ 1318 h 1790"/>
                    <a:gd name="T20" fmla="*/ 841 w 1828"/>
                    <a:gd name="T21" fmla="*/ 1340 h 1790"/>
                    <a:gd name="T22" fmla="*/ 806 w 1828"/>
                    <a:gd name="T23" fmla="*/ 1362 h 1790"/>
                    <a:gd name="T24" fmla="*/ 777 w 1828"/>
                    <a:gd name="T25" fmla="*/ 1397 h 1790"/>
                    <a:gd name="T26" fmla="*/ 806 w 1828"/>
                    <a:gd name="T27" fmla="*/ 1432 h 1790"/>
                    <a:gd name="T28" fmla="*/ 808 w 1828"/>
                    <a:gd name="T29" fmla="*/ 1483 h 1790"/>
                    <a:gd name="T30" fmla="*/ 857 w 1828"/>
                    <a:gd name="T31" fmla="*/ 1504 h 1790"/>
                    <a:gd name="T32" fmla="*/ 898 w 1828"/>
                    <a:gd name="T33" fmla="*/ 1504 h 1790"/>
                    <a:gd name="T34" fmla="*/ 946 w 1828"/>
                    <a:gd name="T35" fmla="*/ 1483 h 1790"/>
                    <a:gd name="T36" fmla="*/ 949 w 1828"/>
                    <a:gd name="T37" fmla="*/ 1432 h 1790"/>
                    <a:gd name="T38" fmla="*/ 977 w 1828"/>
                    <a:gd name="T39" fmla="*/ 1397 h 1790"/>
                    <a:gd name="T40" fmla="*/ 1463 w 1828"/>
                    <a:gd name="T41" fmla="*/ 929 h 1790"/>
                    <a:gd name="T42" fmla="*/ 1465 w 1828"/>
                    <a:gd name="T43" fmla="*/ 931 h 1790"/>
                    <a:gd name="T44" fmla="*/ 1533 w 1828"/>
                    <a:gd name="T45" fmla="*/ 937 h 1790"/>
                    <a:gd name="T46" fmla="*/ 1322 w 1828"/>
                    <a:gd name="T47" fmla="*/ 1053 h 1790"/>
                    <a:gd name="T48" fmla="*/ 1443 w 1828"/>
                    <a:gd name="T49" fmla="*/ 881 h 1790"/>
                    <a:gd name="T50" fmla="*/ 1382 w 1828"/>
                    <a:gd name="T51" fmla="*/ 918 h 1790"/>
                    <a:gd name="T52" fmla="*/ 58 w 1828"/>
                    <a:gd name="T53" fmla="*/ 894 h 1790"/>
                    <a:gd name="T54" fmla="*/ 1756 w 1828"/>
                    <a:gd name="T55" fmla="*/ 860 h 1790"/>
                    <a:gd name="T56" fmla="*/ 559 w 1828"/>
                    <a:gd name="T57" fmla="*/ 779 h 1790"/>
                    <a:gd name="T58" fmla="*/ 608 w 1828"/>
                    <a:gd name="T59" fmla="*/ 812 h 1790"/>
                    <a:gd name="T60" fmla="*/ 613 w 1828"/>
                    <a:gd name="T61" fmla="*/ 809 h 1790"/>
                    <a:gd name="T62" fmla="*/ 588 w 1828"/>
                    <a:gd name="T63" fmla="*/ 814 h 1790"/>
                    <a:gd name="T64" fmla="*/ 561 w 1828"/>
                    <a:gd name="T65" fmla="*/ 761 h 1790"/>
                    <a:gd name="T66" fmla="*/ 559 w 1828"/>
                    <a:gd name="T67" fmla="*/ 765 h 1790"/>
                    <a:gd name="T68" fmla="*/ 565 w 1828"/>
                    <a:gd name="T69" fmla="*/ 759 h 1790"/>
                    <a:gd name="T70" fmla="*/ 613 w 1828"/>
                    <a:gd name="T71" fmla="*/ 764 h 1790"/>
                    <a:gd name="T72" fmla="*/ 608 w 1828"/>
                    <a:gd name="T73" fmla="*/ 760 h 1790"/>
                    <a:gd name="T74" fmla="*/ 588 w 1828"/>
                    <a:gd name="T75" fmla="*/ 772 h 1790"/>
                    <a:gd name="T76" fmla="*/ 744 w 1828"/>
                    <a:gd name="T77" fmla="*/ 827 h 1790"/>
                    <a:gd name="T78" fmla="*/ 521 w 1828"/>
                    <a:gd name="T79" fmla="*/ 716 h 1790"/>
                    <a:gd name="T80" fmla="*/ 756 w 1828"/>
                    <a:gd name="T81" fmla="*/ 774 h 1790"/>
                    <a:gd name="T82" fmla="*/ 580 w 1828"/>
                    <a:gd name="T83" fmla="*/ 721 h 1790"/>
                    <a:gd name="T84" fmla="*/ 564 w 1828"/>
                    <a:gd name="T85" fmla="*/ 826 h 1790"/>
                    <a:gd name="T86" fmla="*/ 559 w 1828"/>
                    <a:gd name="T87" fmla="*/ 807 h 1790"/>
                    <a:gd name="T88" fmla="*/ 560 w 1828"/>
                    <a:gd name="T89" fmla="*/ 810 h 1790"/>
                    <a:gd name="T90" fmla="*/ 565 w 1828"/>
                    <a:gd name="T91" fmla="*/ 813 h 1790"/>
                    <a:gd name="T92" fmla="*/ 121 w 1828"/>
                    <a:gd name="T93" fmla="*/ 439 h 1790"/>
                    <a:gd name="T94" fmla="*/ 1687 w 1828"/>
                    <a:gd name="T95" fmla="*/ 371 h 1790"/>
                    <a:gd name="T96" fmla="*/ 1206 w 1828"/>
                    <a:gd name="T97" fmla="*/ 406 h 1790"/>
                    <a:gd name="T98" fmla="*/ 1041 w 1828"/>
                    <a:gd name="T99" fmla="*/ 272 h 1790"/>
                    <a:gd name="T100" fmla="*/ 1181 w 1828"/>
                    <a:gd name="T101" fmla="*/ 347 h 1790"/>
                    <a:gd name="T102" fmla="*/ 1170 w 1828"/>
                    <a:gd name="T103" fmla="*/ 345 h 1790"/>
                    <a:gd name="T104" fmla="*/ 1090 w 1828"/>
                    <a:gd name="T105" fmla="*/ 330 h 1790"/>
                    <a:gd name="T106" fmla="*/ 1225 w 1828"/>
                    <a:gd name="T107" fmla="*/ 300 h 1790"/>
                    <a:gd name="T108" fmla="*/ 1219 w 1828"/>
                    <a:gd name="T109" fmla="*/ 314 h 1790"/>
                    <a:gd name="T110" fmla="*/ 1116 w 1828"/>
                    <a:gd name="T111" fmla="*/ 48 h 1790"/>
                    <a:gd name="T112" fmla="*/ 749 w 1828"/>
                    <a:gd name="T113" fmla="*/ 37 h 1790"/>
                    <a:gd name="T114" fmla="*/ 886 w 1828"/>
                    <a:gd name="T115" fmla="*/ 1363 h 1790"/>
                    <a:gd name="T116" fmla="*/ 832 w 1828"/>
                    <a:gd name="T117" fmla="*/ 1374 h 1790"/>
                    <a:gd name="T118" fmla="*/ 832 w 1828"/>
                    <a:gd name="T119" fmla="*/ 1451 h 1790"/>
                    <a:gd name="T120" fmla="*/ 886 w 1828"/>
                    <a:gd name="T121" fmla="*/ 1461 h 1790"/>
                    <a:gd name="T122" fmla="*/ 926 w 1828"/>
                    <a:gd name="T123" fmla="*/ 1449 h 1790"/>
                    <a:gd name="T124" fmla="*/ 926 w 1828"/>
                    <a:gd name="T125" fmla="*/ 1365 h 17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1828" h="1790">
                      <a:moveTo>
                        <a:pt x="879" y="1753"/>
                      </a:moveTo>
                      <a:cubicBezTo>
                        <a:pt x="879" y="1732"/>
                        <a:pt x="895" y="1716"/>
                        <a:pt x="916" y="1716"/>
                      </a:cubicBezTo>
                      <a:cubicBezTo>
                        <a:pt x="936" y="1716"/>
                        <a:pt x="953" y="1732"/>
                        <a:pt x="953" y="1753"/>
                      </a:cubicBezTo>
                      <a:cubicBezTo>
                        <a:pt x="953" y="1773"/>
                        <a:pt x="936" y="1790"/>
                        <a:pt x="916" y="1790"/>
                      </a:cubicBezTo>
                      <a:cubicBezTo>
                        <a:pt x="895" y="1790"/>
                        <a:pt x="879" y="1773"/>
                        <a:pt x="879" y="1753"/>
                      </a:cubicBezTo>
                      <a:close/>
                      <a:moveTo>
                        <a:pt x="391" y="1079"/>
                      </a:moveTo>
                      <a:cubicBezTo>
                        <a:pt x="383" y="1079"/>
                        <a:pt x="375" y="1082"/>
                        <a:pt x="367" y="1086"/>
                      </a:cubicBezTo>
                      <a:cubicBezTo>
                        <a:pt x="357" y="1093"/>
                        <a:pt x="349" y="1103"/>
                        <a:pt x="345" y="1116"/>
                      </a:cubicBezTo>
                      <a:cubicBezTo>
                        <a:pt x="344" y="1120"/>
                        <a:pt x="344" y="1123"/>
                        <a:pt x="344" y="1127"/>
                      </a:cubicBezTo>
                      <a:cubicBezTo>
                        <a:pt x="344" y="1139"/>
                        <a:pt x="348" y="1149"/>
                        <a:pt x="354" y="1158"/>
                      </a:cubicBezTo>
                      <a:cubicBezTo>
                        <a:pt x="361" y="1166"/>
                        <a:pt x="371" y="1173"/>
                        <a:pt x="383" y="1174"/>
                      </a:cubicBezTo>
                      <a:cubicBezTo>
                        <a:pt x="386" y="1175"/>
                        <a:pt x="389" y="1175"/>
                        <a:pt x="391" y="1175"/>
                      </a:cubicBezTo>
                      <a:cubicBezTo>
                        <a:pt x="402" y="1175"/>
                        <a:pt x="412" y="1172"/>
                        <a:pt x="421" y="1165"/>
                      </a:cubicBezTo>
                      <a:cubicBezTo>
                        <a:pt x="431" y="1158"/>
                        <a:pt x="438" y="1146"/>
                        <a:pt x="439" y="1133"/>
                      </a:cubicBezTo>
                      <a:cubicBezTo>
                        <a:pt x="439" y="1132"/>
                        <a:pt x="439" y="1129"/>
                        <a:pt x="439" y="1127"/>
                      </a:cubicBezTo>
                      <a:cubicBezTo>
                        <a:pt x="439" y="1101"/>
                        <a:pt x="418" y="1079"/>
                        <a:pt x="391" y="1079"/>
                      </a:cubicBezTo>
                      <a:close/>
                      <a:moveTo>
                        <a:pt x="1463" y="1527"/>
                      </a:moveTo>
                      <a:cubicBezTo>
                        <a:pt x="1463" y="1547"/>
                        <a:pt x="1479" y="1564"/>
                        <a:pt x="1500" y="1564"/>
                      </a:cubicBezTo>
                      <a:cubicBezTo>
                        <a:pt x="1520" y="1564"/>
                        <a:pt x="1537" y="1547"/>
                        <a:pt x="1537" y="1527"/>
                      </a:cubicBezTo>
                      <a:cubicBezTo>
                        <a:pt x="1537" y="1506"/>
                        <a:pt x="1520" y="1490"/>
                        <a:pt x="1500" y="1490"/>
                      </a:cubicBezTo>
                      <a:cubicBezTo>
                        <a:pt x="1479" y="1490"/>
                        <a:pt x="1463" y="1506"/>
                        <a:pt x="1463" y="1527"/>
                      </a:cubicBezTo>
                      <a:close/>
                      <a:moveTo>
                        <a:pt x="295" y="1396"/>
                      </a:moveTo>
                      <a:cubicBezTo>
                        <a:pt x="293" y="1384"/>
                        <a:pt x="288" y="1374"/>
                        <a:pt x="281" y="1364"/>
                      </a:cubicBezTo>
                      <a:cubicBezTo>
                        <a:pt x="274" y="1355"/>
                        <a:pt x="263" y="1347"/>
                        <a:pt x="252" y="1343"/>
                      </a:cubicBezTo>
                      <a:cubicBezTo>
                        <a:pt x="245" y="1341"/>
                        <a:pt x="237" y="1340"/>
                        <a:pt x="230" y="1340"/>
                      </a:cubicBezTo>
                      <a:cubicBezTo>
                        <a:pt x="193" y="1340"/>
                        <a:pt x="165" y="1369"/>
                        <a:pt x="165" y="1404"/>
                      </a:cubicBezTo>
                      <a:cubicBezTo>
                        <a:pt x="165" y="1439"/>
                        <a:pt x="193" y="1468"/>
                        <a:pt x="230" y="1468"/>
                      </a:cubicBezTo>
                      <a:cubicBezTo>
                        <a:pt x="266" y="1468"/>
                        <a:pt x="295" y="1439"/>
                        <a:pt x="295" y="1404"/>
                      </a:cubicBezTo>
                      <a:cubicBezTo>
                        <a:pt x="295" y="1403"/>
                        <a:pt x="295" y="1402"/>
                        <a:pt x="295" y="1401"/>
                      </a:cubicBezTo>
                      <a:cubicBezTo>
                        <a:pt x="295" y="1400"/>
                        <a:pt x="295" y="1397"/>
                        <a:pt x="295" y="1396"/>
                      </a:cubicBezTo>
                      <a:close/>
                      <a:moveTo>
                        <a:pt x="1012" y="1346"/>
                      </a:moveTo>
                      <a:cubicBezTo>
                        <a:pt x="1018" y="1358"/>
                        <a:pt x="1022" y="1370"/>
                        <a:pt x="1024" y="1384"/>
                      </a:cubicBezTo>
                      <a:cubicBezTo>
                        <a:pt x="1026" y="1392"/>
                        <a:pt x="1027" y="1401"/>
                        <a:pt x="1027" y="1411"/>
                      </a:cubicBezTo>
                      <a:cubicBezTo>
                        <a:pt x="1027" y="1414"/>
                        <a:pt x="1027" y="1417"/>
                        <a:pt x="1027" y="1420"/>
                      </a:cubicBezTo>
                      <a:cubicBezTo>
                        <a:pt x="1027" y="1425"/>
                        <a:pt x="1026" y="1431"/>
                        <a:pt x="1025" y="1436"/>
                      </a:cubicBezTo>
                      <a:cubicBezTo>
                        <a:pt x="1023" y="1449"/>
                        <a:pt x="1019" y="1461"/>
                        <a:pt x="1014" y="1472"/>
                      </a:cubicBezTo>
                      <a:cubicBezTo>
                        <a:pt x="995" y="1516"/>
                        <a:pt x="955" y="1549"/>
                        <a:pt x="907" y="1558"/>
                      </a:cubicBezTo>
                      <a:cubicBezTo>
                        <a:pt x="897" y="1560"/>
                        <a:pt x="887" y="1560"/>
                        <a:pt x="877" y="1560"/>
                      </a:cubicBezTo>
                      <a:cubicBezTo>
                        <a:pt x="875" y="1560"/>
                        <a:pt x="873" y="1560"/>
                        <a:pt x="871" y="1560"/>
                      </a:cubicBezTo>
                      <a:cubicBezTo>
                        <a:pt x="802" y="1558"/>
                        <a:pt x="746" y="1509"/>
                        <a:pt x="731" y="1445"/>
                      </a:cubicBezTo>
                      <a:cubicBezTo>
                        <a:pt x="729" y="1434"/>
                        <a:pt x="727" y="1423"/>
                        <a:pt x="727" y="1411"/>
                      </a:cubicBezTo>
                      <a:cubicBezTo>
                        <a:pt x="727" y="1410"/>
                        <a:pt x="727" y="1409"/>
                        <a:pt x="727" y="1408"/>
                      </a:cubicBezTo>
                      <a:cubicBezTo>
                        <a:pt x="728" y="1396"/>
                        <a:pt x="729" y="1384"/>
                        <a:pt x="732" y="1372"/>
                      </a:cubicBezTo>
                      <a:cubicBezTo>
                        <a:pt x="733" y="1370"/>
                        <a:pt x="733" y="1369"/>
                        <a:pt x="734" y="1367"/>
                      </a:cubicBezTo>
                      <a:cubicBezTo>
                        <a:pt x="737" y="1356"/>
                        <a:pt x="742" y="1345"/>
                        <a:pt x="748" y="1335"/>
                      </a:cubicBezTo>
                      <a:cubicBezTo>
                        <a:pt x="749" y="1334"/>
                        <a:pt x="750" y="1332"/>
                        <a:pt x="751" y="1331"/>
                      </a:cubicBezTo>
                      <a:cubicBezTo>
                        <a:pt x="762" y="1313"/>
                        <a:pt x="779" y="1297"/>
                        <a:pt x="797" y="1285"/>
                      </a:cubicBezTo>
                      <a:cubicBezTo>
                        <a:pt x="807" y="1278"/>
                        <a:pt x="818" y="1273"/>
                        <a:pt x="830" y="1269"/>
                      </a:cubicBezTo>
                      <a:cubicBezTo>
                        <a:pt x="846" y="1265"/>
                        <a:pt x="861" y="1262"/>
                        <a:pt x="877" y="1262"/>
                      </a:cubicBezTo>
                      <a:cubicBezTo>
                        <a:pt x="924" y="1262"/>
                        <a:pt x="964" y="1282"/>
                        <a:pt x="992" y="1314"/>
                      </a:cubicBezTo>
                      <a:cubicBezTo>
                        <a:pt x="1000" y="1324"/>
                        <a:pt x="1007" y="1335"/>
                        <a:pt x="1012" y="1346"/>
                      </a:cubicBezTo>
                      <a:close/>
                      <a:moveTo>
                        <a:pt x="970" y="1391"/>
                      </a:moveTo>
                      <a:cubicBezTo>
                        <a:pt x="970" y="1391"/>
                        <a:pt x="970" y="1391"/>
                        <a:pt x="970" y="1391"/>
                      </a:cubicBezTo>
                      <a:cubicBezTo>
                        <a:pt x="949" y="1391"/>
                        <a:pt x="949" y="1391"/>
                        <a:pt x="949" y="1391"/>
                      </a:cubicBezTo>
                      <a:cubicBezTo>
                        <a:pt x="949" y="1385"/>
                        <a:pt x="949" y="1380"/>
                        <a:pt x="949" y="1375"/>
                      </a:cubicBezTo>
                      <a:cubicBezTo>
                        <a:pt x="949" y="1375"/>
                        <a:pt x="949" y="1375"/>
                        <a:pt x="970" y="1375"/>
                      </a:cubicBezTo>
                      <a:cubicBezTo>
                        <a:pt x="974" y="1375"/>
                        <a:pt x="977" y="1372"/>
                        <a:pt x="977" y="1369"/>
                      </a:cubicBezTo>
                      <a:cubicBezTo>
                        <a:pt x="977" y="1365"/>
                        <a:pt x="974" y="1362"/>
                        <a:pt x="970" y="1362"/>
                      </a:cubicBezTo>
                      <a:cubicBezTo>
                        <a:pt x="970" y="1362"/>
                        <a:pt x="970" y="1362"/>
                        <a:pt x="949" y="1362"/>
                      </a:cubicBezTo>
                      <a:cubicBezTo>
                        <a:pt x="949" y="1356"/>
                        <a:pt x="949" y="1349"/>
                        <a:pt x="949" y="1342"/>
                      </a:cubicBezTo>
                      <a:cubicBezTo>
                        <a:pt x="949" y="1341"/>
                        <a:pt x="947" y="1340"/>
                        <a:pt x="946" y="1340"/>
                      </a:cubicBezTo>
                      <a:cubicBezTo>
                        <a:pt x="946" y="1340"/>
                        <a:pt x="946" y="1340"/>
                        <a:pt x="927" y="1340"/>
                      </a:cubicBezTo>
                      <a:cubicBezTo>
                        <a:pt x="927" y="1340"/>
                        <a:pt x="927" y="1340"/>
                        <a:pt x="927" y="1318"/>
                      </a:cubicBezTo>
                      <a:cubicBezTo>
                        <a:pt x="927" y="1314"/>
                        <a:pt x="924" y="1311"/>
                        <a:pt x="920" y="1311"/>
                      </a:cubicBezTo>
                      <a:cubicBezTo>
                        <a:pt x="916" y="1311"/>
                        <a:pt x="913" y="1314"/>
                        <a:pt x="913" y="1318"/>
                      </a:cubicBezTo>
                      <a:cubicBezTo>
                        <a:pt x="913" y="1318"/>
                        <a:pt x="913" y="1318"/>
                        <a:pt x="913" y="1340"/>
                      </a:cubicBezTo>
                      <a:cubicBezTo>
                        <a:pt x="909" y="1340"/>
                        <a:pt x="904" y="1340"/>
                        <a:pt x="898" y="1340"/>
                      </a:cubicBezTo>
                      <a:cubicBezTo>
                        <a:pt x="898" y="1340"/>
                        <a:pt x="898" y="1340"/>
                        <a:pt x="898" y="1318"/>
                      </a:cubicBezTo>
                      <a:cubicBezTo>
                        <a:pt x="898" y="1314"/>
                        <a:pt x="896" y="1311"/>
                        <a:pt x="891" y="1311"/>
                      </a:cubicBezTo>
                      <a:cubicBezTo>
                        <a:pt x="888" y="1311"/>
                        <a:pt x="885" y="1314"/>
                        <a:pt x="885" y="1318"/>
                      </a:cubicBezTo>
                      <a:cubicBezTo>
                        <a:pt x="885" y="1318"/>
                        <a:pt x="885" y="1318"/>
                        <a:pt x="885" y="1340"/>
                      </a:cubicBezTo>
                      <a:cubicBezTo>
                        <a:pt x="880" y="1340"/>
                        <a:pt x="875" y="1340"/>
                        <a:pt x="870" y="1340"/>
                      </a:cubicBezTo>
                      <a:cubicBezTo>
                        <a:pt x="870" y="1340"/>
                        <a:pt x="870" y="1340"/>
                        <a:pt x="870" y="1318"/>
                      </a:cubicBezTo>
                      <a:cubicBezTo>
                        <a:pt x="870" y="1314"/>
                        <a:pt x="867" y="1311"/>
                        <a:pt x="863" y="1311"/>
                      </a:cubicBezTo>
                      <a:cubicBezTo>
                        <a:pt x="859" y="1311"/>
                        <a:pt x="857" y="1314"/>
                        <a:pt x="857" y="1318"/>
                      </a:cubicBezTo>
                      <a:cubicBezTo>
                        <a:pt x="857" y="1318"/>
                        <a:pt x="857" y="1318"/>
                        <a:pt x="857" y="1340"/>
                      </a:cubicBezTo>
                      <a:cubicBezTo>
                        <a:pt x="851" y="1340"/>
                        <a:pt x="846" y="1340"/>
                        <a:pt x="841" y="1340"/>
                      </a:cubicBezTo>
                      <a:cubicBezTo>
                        <a:pt x="841" y="1340"/>
                        <a:pt x="841" y="1340"/>
                        <a:pt x="841" y="1318"/>
                      </a:cubicBezTo>
                      <a:cubicBezTo>
                        <a:pt x="841" y="1314"/>
                        <a:pt x="838" y="1311"/>
                        <a:pt x="835" y="1311"/>
                      </a:cubicBezTo>
                      <a:cubicBezTo>
                        <a:pt x="830" y="1311"/>
                        <a:pt x="828" y="1314"/>
                        <a:pt x="828" y="1318"/>
                      </a:cubicBezTo>
                      <a:cubicBezTo>
                        <a:pt x="828" y="1318"/>
                        <a:pt x="828" y="1318"/>
                        <a:pt x="828" y="1340"/>
                      </a:cubicBezTo>
                      <a:cubicBezTo>
                        <a:pt x="822" y="1340"/>
                        <a:pt x="815" y="1340"/>
                        <a:pt x="808" y="1340"/>
                      </a:cubicBezTo>
                      <a:cubicBezTo>
                        <a:pt x="807" y="1340"/>
                        <a:pt x="806" y="1341"/>
                        <a:pt x="806" y="1342"/>
                      </a:cubicBezTo>
                      <a:cubicBezTo>
                        <a:pt x="806" y="1342"/>
                        <a:pt x="806" y="1342"/>
                        <a:pt x="806" y="1362"/>
                      </a:cubicBezTo>
                      <a:cubicBezTo>
                        <a:pt x="806" y="1362"/>
                        <a:pt x="806" y="1362"/>
                        <a:pt x="784" y="1362"/>
                      </a:cubicBezTo>
                      <a:cubicBezTo>
                        <a:pt x="780" y="1362"/>
                        <a:pt x="777" y="1365"/>
                        <a:pt x="777" y="1369"/>
                      </a:cubicBezTo>
                      <a:cubicBezTo>
                        <a:pt x="777" y="1372"/>
                        <a:pt x="780" y="1375"/>
                        <a:pt x="784" y="1375"/>
                      </a:cubicBezTo>
                      <a:cubicBezTo>
                        <a:pt x="784" y="1375"/>
                        <a:pt x="784" y="1375"/>
                        <a:pt x="806" y="1375"/>
                      </a:cubicBezTo>
                      <a:cubicBezTo>
                        <a:pt x="806" y="1380"/>
                        <a:pt x="806" y="1385"/>
                        <a:pt x="806" y="1391"/>
                      </a:cubicBezTo>
                      <a:cubicBezTo>
                        <a:pt x="806" y="1391"/>
                        <a:pt x="806" y="1391"/>
                        <a:pt x="784" y="1391"/>
                      </a:cubicBezTo>
                      <a:cubicBezTo>
                        <a:pt x="780" y="1391"/>
                        <a:pt x="777" y="1393"/>
                        <a:pt x="777" y="1397"/>
                      </a:cubicBezTo>
                      <a:cubicBezTo>
                        <a:pt x="777" y="1401"/>
                        <a:pt x="780" y="1404"/>
                        <a:pt x="784" y="1404"/>
                      </a:cubicBezTo>
                      <a:cubicBezTo>
                        <a:pt x="784" y="1404"/>
                        <a:pt x="784" y="1404"/>
                        <a:pt x="806" y="1404"/>
                      </a:cubicBezTo>
                      <a:cubicBezTo>
                        <a:pt x="806" y="1408"/>
                        <a:pt x="806" y="1413"/>
                        <a:pt x="806" y="1418"/>
                      </a:cubicBezTo>
                      <a:cubicBezTo>
                        <a:pt x="806" y="1418"/>
                        <a:pt x="806" y="1418"/>
                        <a:pt x="784" y="1418"/>
                      </a:cubicBezTo>
                      <a:cubicBezTo>
                        <a:pt x="780" y="1418"/>
                        <a:pt x="777" y="1422"/>
                        <a:pt x="777" y="1425"/>
                      </a:cubicBezTo>
                      <a:cubicBezTo>
                        <a:pt x="777" y="1429"/>
                        <a:pt x="780" y="1432"/>
                        <a:pt x="784" y="1432"/>
                      </a:cubicBezTo>
                      <a:cubicBezTo>
                        <a:pt x="784" y="1432"/>
                        <a:pt x="784" y="1432"/>
                        <a:pt x="806" y="1432"/>
                      </a:cubicBezTo>
                      <a:cubicBezTo>
                        <a:pt x="806" y="1437"/>
                        <a:pt x="806" y="1442"/>
                        <a:pt x="806" y="1447"/>
                      </a:cubicBezTo>
                      <a:cubicBezTo>
                        <a:pt x="806" y="1447"/>
                        <a:pt x="806" y="1447"/>
                        <a:pt x="784" y="1447"/>
                      </a:cubicBezTo>
                      <a:cubicBezTo>
                        <a:pt x="780" y="1447"/>
                        <a:pt x="777" y="1450"/>
                        <a:pt x="777" y="1454"/>
                      </a:cubicBezTo>
                      <a:cubicBezTo>
                        <a:pt x="777" y="1457"/>
                        <a:pt x="780" y="1461"/>
                        <a:pt x="784" y="1461"/>
                      </a:cubicBezTo>
                      <a:cubicBezTo>
                        <a:pt x="784" y="1461"/>
                        <a:pt x="784" y="1461"/>
                        <a:pt x="806" y="1461"/>
                      </a:cubicBezTo>
                      <a:cubicBezTo>
                        <a:pt x="806" y="1467"/>
                        <a:pt x="806" y="1473"/>
                        <a:pt x="806" y="1480"/>
                      </a:cubicBezTo>
                      <a:cubicBezTo>
                        <a:pt x="806" y="1482"/>
                        <a:pt x="807" y="1483"/>
                        <a:pt x="808" y="1483"/>
                      </a:cubicBezTo>
                      <a:cubicBezTo>
                        <a:pt x="808" y="1483"/>
                        <a:pt x="808" y="1483"/>
                        <a:pt x="828" y="1483"/>
                      </a:cubicBezTo>
                      <a:cubicBezTo>
                        <a:pt x="828" y="1483"/>
                        <a:pt x="828" y="1483"/>
                        <a:pt x="828" y="1504"/>
                      </a:cubicBezTo>
                      <a:cubicBezTo>
                        <a:pt x="828" y="1508"/>
                        <a:pt x="830" y="1511"/>
                        <a:pt x="835" y="1511"/>
                      </a:cubicBezTo>
                      <a:cubicBezTo>
                        <a:pt x="838" y="1511"/>
                        <a:pt x="841" y="1508"/>
                        <a:pt x="841" y="1504"/>
                      </a:cubicBezTo>
                      <a:cubicBezTo>
                        <a:pt x="841" y="1504"/>
                        <a:pt x="841" y="1504"/>
                        <a:pt x="841" y="1483"/>
                      </a:cubicBezTo>
                      <a:cubicBezTo>
                        <a:pt x="846" y="1483"/>
                        <a:pt x="851" y="1483"/>
                        <a:pt x="857" y="1483"/>
                      </a:cubicBezTo>
                      <a:cubicBezTo>
                        <a:pt x="857" y="1483"/>
                        <a:pt x="857" y="1483"/>
                        <a:pt x="857" y="1504"/>
                      </a:cubicBezTo>
                      <a:cubicBezTo>
                        <a:pt x="857" y="1508"/>
                        <a:pt x="859" y="1511"/>
                        <a:pt x="863" y="1511"/>
                      </a:cubicBezTo>
                      <a:cubicBezTo>
                        <a:pt x="867" y="1511"/>
                        <a:pt x="870" y="1508"/>
                        <a:pt x="870" y="1504"/>
                      </a:cubicBezTo>
                      <a:cubicBezTo>
                        <a:pt x="870" y="1504"/>
                        <a:pt x="870" y="1504"/>
                        <a:pt x="870" y="1483"/>
                      </a:cubicBezTo>
                      <a:cubicBezTo>
                        <a:pt x="874" y="1483"/>
                        <a:pt x="879" y="1483"/>
                        <a:pt x="885" y="1483"/>
                      </a:cubicBezTo>
                      <a:cubicBezTo>
                        <a:pt x="885" y="1483"/>
                        <a:pt x="885" y="1483"/>
                        <a:pt x="885" y="1504"/>
                      </a:cubicBezTo>
                      <a:cubicBezTo>
                        <a:pt x="885" y="1508"/>
                        <a:pt x="888" y="1511"/>
                        <a:pt x="891" y="1511"/>
                      </a:cubicBezTo>
                      <a:cubicBezTo>
                        <a:pt x="896" y="1511"/>
                        <a:pt x="898" y="1508"/>
                        <a:pt x="898" y="1504"/>
                      </a:cubicBezTo>
                      <a:cubicBezTo>
                        <a:pt x="898" y="1504"/>
                        <a:pt x="898" y="1504"/>
                        <a:pt x="898" y="1483"/>
                      </a:cubicBezTo>
                      <a:cubicBezTo>
                        <a:pt x="903" y="1483"/>
                        <a:pt x="908" y="1483"/>
                        <a:pt x="913" y="1483"/>
                      </a:cubicBezTo>
                      <a:cubicBezTo>
                        <a:pt x="913" y="1483"/>
                        <a:pt x="913" y="1483"/>
                        <a:pt x="913" y="1504"/>
                      </a:cubicBezTo>
                      <a:cubicBezTo>
                        <a:pt x="913" y="1508"/>
                        <a:pt x="916" y="1511"/>
                        <a:pt x="920" y="1511"/>
                      </a:cubicBezTo>
                      <a:cubicBezTo>
                        <a:pt x="924" y="1511"/>
                        <a:pt x="927" y="1508"/>
                        <a:pt x="927" y="1504"/>
                      </a:cubicBezTo>
                      <a:cubicBezTo>
                        <a:pt x="927" y="1504"/>
                        <a:pt x="927" y="1504"/>
                        <a:pt x="927" y="1483"/>
                      </a:cubicBezTo>
                      <a:cubicBezTo>
                        <a:pt x="933" y="1483"/>
                        <a:pt x="940" y="1483"/>
                        <a:pt x="946" y="1483"/>
                      </a:cubicBezTo>
                      <a:cubicBezTo>
                        <a:pt x="947" y="1483"/>
                        <a:pt x="949" y="1482"/>
                        <a:pt x="949" y="1480"/>
                      </a:cubicBezTo>
                      <a:cubicBezTo>
                        <a:pt x="949" y="1480"/>
                        <a:pt x="949" y="1480"/>
                        <a:pt x="949" y="1461"/>
                      </a:cubicBezTo>
                      <a:cubicBezTo>
                        <a:pt x="949" y="1461"/>
                        <a:pt x="949" y="1461"/>
                        <a:pt x="970" y="1461"/>
                      </a:cubicBezTo>
                      <a:cubicBezTo>
                        <a:pt x="974" y="1461"/>
                        <a:pt x="977" y="1457"/>
                        <a:pt x="977" y="1454"/>
                      </a:cubicBezTo>
                      <a:cubicBezTo>
                        <a:pt x="977" y="1450"/>
                        <a:pt x="974" y="1447"/>
                        <a:pt x="970" y="1447"/>
                      </a:cubicBezTo>
                      <a:cubicBezTo>
                        <a:pt x="970" y="1447"/>
                        <a:pt x="970" y="1447"/>
                        <a:pt x="949" y="1447"/>
                      </a:cubicBezTo>
                      <a:cubicBezTo>
                        <a:pt x="949" y="1443"/>
                        <a:pt x="949" y="1438"/>
                        <a:pt x="949" y="1432"/>
                      </a:cubicBezTo>
                      <a:cubicBezTo>
                        <a:pt x="949" y="1432"/>
                        <a:pt x="949" y="1432"/>
                        <a:pt x="970" y="1432"/>
                      </a:cubicBezTo>
                      <a:cubicBezTo>
                        <a:pt x="974" y="1432"/>
                        <a:pt x="977" y="1429"/>
                        <a:pt x="977" y="1425"/>
                      </a:cubicBezTo>
                      <a:cubicBezTo>
                        <a:pt x="977" y="1422"/>
                        <a:pt x="974" y="1418"/>
                        <a:pt x="970" y="1418"/>
                      </a:cubicBezTo>
                      <a:cubicBezTo>
                        <a:pt x="970" y="1418"/>
                        <a:pt x="970" y="1418"/>
                        <a:pt x="949" y="1418"/>
                      </a:cubicBezTo>
                      <a:cubicBezTo>
                        <a:pt x="949" y="1414"/>
                        <a:pt x="949" y="1409"/>
                        <a:pt x="949" y="1404"/>
                      </a:cubicBezTo>
                      <a:cubicBezTo>
                        <a:pt x="949" y="1404"/>
                        <a:pt x="949" y="1404"/>
                        <a:pt x="970" y="1404"/>
                      </a:cubicBezTo>
                      <a:cubicBezTo>
                        <a:pt x="974" y="1404"/>
                        <a:pt x="977" y="1401"/>
                        <a:pt x="977" y="1397"/>
                      </a:cubicBezTo>
                      <a:cubicBezTo>
                        <a:pt x="977" y="1393"/>
                        <a:pt x="974" y="1391"/>
                        <a:pt x="970" y="1391"/>
                      </a:cubicBezTo>
                      <a:close/>
                      <a:moveTo>
                        <a:pt x="1676" y="1260"/>
                      </a:moveTo>
                      <a:cubicBezTo>
                        <a:pt x="1676" y="1281"/>
                        <a:pt x="1693" y="1298"/>
                        <a:pt x="1714" y="1298"/>
                      </a:cubicBezTo>
                      <a:cubicBezTo>
                        <a:pt x="1735" y="1298"/>
                        <a:pt x="1752" y="1281"/>
                        <a:pt x="1752" y="1260"/>
                      </a:cubicBezTo>
                      <a:cubicBezTo>
                        <a:pt x="1752" y="1239"/>
                        <a:pt x="1735" y="1222"/>
                        <a:pt x="1714" y="1222"/>
                      </a:cubicBezTo>
                      <a:cubicBezTo>
                        <a:pt x="1693" y="1222"/>
                        <a:pt x="1676" y="1239"/>
                        <a:pt x="1676" y="1260"/>
                      </a:cubicBezTo>
                      <a:close/>
                      <a:moveTo>
                        <a:pt x="1463" y="929"/>
                      </a:moveTo>
                      <a:cubicBezTo>
                        <a:pt x="1463" y="929"/>
                        <a:pt x="1463" y="929"/>
                        <a:pt x="1399" y="929"/>
                      </a:cubicBezTo>
                      <a:cubicBezTo>
                        <a:pt x="1399" y="929"/>
                        <a:pt x="1398" y="930"/>
                        <a:pt x="1398" y="931"/>
                      </a:cubicBezTo>
                      <a:cubicBezTo>
                        <a:pt x="1398" y="931"/>
                        <a:pt x="1398" y="931"/>
                        <a:pt x="1398" y="1039"/>
                      </a:cubicBezTo>
                      <a:cubicBezTo>
                        <a:pt x="1398" y="1040"/>
                        <a:pt x="1399" y="1041"/>
                        <a:pt x="1399" y="1041"/>
                      </a:cubicBezTo>
                      <a:cubicBezTo>
                        <a:pt x="1399" y="1041"/>
                        <a:pt x="1399" y="1041"/>
                        <a:pt x="1463" y="1041"/>
                      </a:cubicBezTo>
                      <a:cubicBezTo>
                        <a:pt x="1464" y="1041"/>
                        <a:pt x="1465" y="1040"/>
                        <a:pt x="1465" y="1039"/>
                      </a:cubicBezTo>
                      <a:cubicBezTo>
                        <a:pt x="1465" y="931"/>
                        <a:pt x="1465" y="931"/>
                        <a:pt x="1465" y="931"/>
                      </a:cubicBezTo>
                      <a:cubicBezTo>
                        <a:pt x="1465" y="930"/>
                        <a:pt x="1464" y="929"/>
                        <a:pt x="1463" y="929"/>
                      </a:cubicBezTo>
                      <a:close/>
                      <a:moveTo>
                        <a:pt x="1419" y="1066"/>
                      </a:moveTo>
                      <a:cubicBezTo>
                        <a:pt x="1419" y="1072"/>
                        <a:pt x="1425" y="1078"/>
                        <a:pt x="1431" y="1078"/>
                      </a:cubicBezTo>
                      <a:cubicBezTo>
                        <a:pt x="1438" y="1078"/>
                        <a:pt x="1443" y="1072"/>
                        <a:pt x="1443" y="1066"/>
                      </a:cubicBezTo>
                      <a:cubicBezTo>
                        <a:pt x="1443" y="1059"/>
                        <a:pt x="1438" y="1054"/>
                        <a:pt x="1431" y="1054"/>
                      </a:cubicBezTo>
                      <a:cubicBezTo>
                        <a:pt x="1425" y="1054"/>
                        <a:pt x="1419" y="1059"/>
                        <a:pt x="1419" y="1066"/>
                      </a:cubicBezTo>
                      <a:close/>
                      <a:moveTo>
                        <a:pt x="1533" y="937"/>
                      </a:moveTo>
                      <a:cubicBezTo>
                        <a:pt x="1539" y="947"/>
                        <a:pt x="1545" y="959"/>
                        <a:pt x="1548" y="971"/>
                      </a:cubicBezTo>
                      <a:cubicBezTo>
                        <a:pt x="1551" y="980"/>
                        <a:pt x="1551" y="990"/>
                        <a:pt x="1551" y="1000"/>
                      </a:cubicBezTo>
                      <a:cubicBezTo>
                        <a:pt x="1551" y="1026"/>
                        <a:pt x="1543" y="1049"/>
                        <a:pt x="1529" y="1069"/>
                      </a:cubicBezTo>
                      <a:cubicBezTo>
                        <a:pt x="1522" y="1079"/>
                        <a:pt x="1514" y="1087"/>
                        <a:pt x="1504" y="1095"/>
                      </a:cubicBezTo>
                      <a:cubicBezTo>
                        <a:pt x="1484" y="1110"/>
                        <a:pt x="1458" y="1119"/>
                        <a:pt x="1431" y="1119"/>
                      </a:cubicBezTo>
                      <a:cubicBezTo>
                        <a:pt x="1396" y="1119"/>
                        <a:pt x="1366" y="1106"/>
                        <a:pt x="1343" y="1083"/>
                      </a:cubicBezTo>
                      <a:cubicBezTo>
                        <a:pt x="1335" y="1075"/>
                        <a:pt x="1327" y="1064"/>
                        <a:pt x="1322" y="1053"/>
                      </a:cubicBezTo>
                      <a:cubicBezTo>
                        <a:pt x="1313" y="1037"/>
                        <a:pt x="1309" y="1019"/>
                        <a:pt x="1309" y="1000"/>
                      </a:cubicBezTo>
                      <a:cubicBezTo>
                        <a:pt x="1309" y="994"/>
                        <a:pt x="1309" y="988"/>
                        <a:pt x="1310" y="983"/>
                      </a:cubicBezTo>
                      <a:cubicBezTo>
                        <a:pt x="1312" y="970"/>
                        <a:pt x="1316" y="957"/>
                        <a:pt x="1322" y="946"/>
                      </a:cubicBezTo>
                      <a:cubicBezTo>
                        <a:pt x="1332" y="926"/>
                        <a:pt x="1349" y="908"/>
                        <a:pt x="1369" y="897"/>
                      </a:cubicBezTo>
                      <a:cubicBezTo>
                        <a:pt x="1379" y="891"/>
                        <a:pt x="1391" y="886"/>
                        <a:pt x="1403" y="884"/>
                      </a:cubicBezTo>
                      <a:cubicBezTo>
                        <a:pt x="1412" y="882"/>
                        <a:pt x="1421" y="881"/>
                        <a:pt x="1431" y="881"/>
                      </a:cubicBezTo>
                      <a:cubicBezTo>
                        <a:pt x="1435" y="881"/>
                        <a:pt x="1439" y="881"/>
                        <a:pt x="1443" y="881"/>
                      </a:cubicBezTo>
                      <a:cubicBezTo>
                        <a:pt x="1456" y="883"/>
                        <a:pt x="1468" y="886"/>
                        <a:pt x="1479" y="891"/>
                      </a:cubicBezTo>
                      <a:cubicBezTo>
                        <a:pt x="1502" y="901"/>
                        <a:pt x="1521" y="917"/>
                        <a:pt x="1533" y="937"/>
                      </a:cubicBezTo>
                      <a:close/>
                      <a:moveTo>
                        <a:pt x="1479" y="1081"/>
                      </a:moveTo>
                      <a:cubicBezTo>
                        <a:pt x="1479" y="918"/>
                        <a:pt x="1479" y="918"/>
                        <a:pt x="1479" y="918"/>
                      </a:cubicBezTo>
                      <a:cubicBezTo>
                        <a:pt x="1479" y="917"/>
                        <a:pt x="1476" y="914"/>
                        <a:pt x="1474" y="914"/>
                      </a:cubicBezTo>
                      <a:cubicBezTo>
                        <a:pt x="1387" y="914"/>
                        <a:pt x="1387" y="914"/>
                        <a:pt x="1387" y="914"/>
                      </a:cubicBezTo>
                      <a:cubicBezTo>
                        <a:pt x="1384" y="914"/>
                        <a:pt x="1382" y="917"/>
                        <a:pt x="1382" y="918"/>
                      </a:cubicBezTo>
                      <a:cubicBezTo>
                        <a:pt x="1382" y="1081"/>
                        <a:pt x="1382" y="1081"/>
                        <a:pt x="1382" y="1081"/>
                      </a:cubicBezTo>
                      <a:cubicBezTo>
                        <a:pt x="1382" y="1084"/>
                        <a:pt x="1384" y="1085"/>
                        <a:pt x="1387" y="1085"/>
                      </a:cubicBezTo>
                      <a:cubicBezTo>
                        <a:pt x="1474" y="1085"/>
                        <a:pt x="1474" y="1085"/>
                        <a:pt x="1474" y="1085"/>
                      </a:cubicBezTo>
                      <a:cubicBezTo>
                        <a:pt x="1476" y="1085"/>
                        <a:pt x="1479" y="1084"/>
                        <a:pt x="1479" y="1081"/>
                      </a:cubicBezTo>
                      <a:close/>
                      <a:moveTo>
                        <a:pt x="0" y="894"/>
                      </a:moveTo>
                      <a:cubicBezTo>
                        <a:pt x="0" y="910"/>
                        <a:pt x="13" y="922"/>
                        <a:pt x="29" y="922"/>
                      </a:cubicBezTo>
                      <a:cubicBezTo>
                        <a:pt x="45" y="922"/>
                        <a:pt x="58" y="910"/>
                        <a:pt x="58" y="894"/>
                      </a:cubicBezTo>
                      <a:cubicBezTo>
                        <a:pt x="58" y="879"/>
                        <a:pt x="45" y="866"/>
                        <a:pt x="29" y="866"/>
                      </a:cubicBezTo>
                      <a:cubicBezTo>
                        <a:pt x="13" y="866"/>
                        <a:pt x="0" y="879"/>
                        <a:pt x="0" y="894"/>
                      </a:cubicBezTo>
                      <a:close/>
                      <a:moveTo>
                        <a:pt x="1756" y="860"/>
                      </a:moveTo>
                      <a:cubicBezTo>
                        <a:pt x="1756" y="880"/>
                        <a:pt x="1772" y="897"/>
                        <a:pt x="1792" y="897"/>
                      </a:cubicBezTo>
                      <a:cubicBezTo>
                        <a:pt x="1812" y="897"/>
                        <a:pt x="1828" y="880"/>
                        <a:pt x="1828" y="860"/>
                      </a:cubicBezTo>
                      <a:cubicBezTo>
                        <a:pt x="1828" y="839"/>
                        <a:pt x="1812" y="823"/>
                        <a:pt x="1792" y="823"/>
                      </a:cubicBezTo>
                      <a:cubicBezTo>
                        <a:pt x="1772" y="823"/>
                        <a:pt x="1756" y="839"/>
                        <a:pt x="1756" y="860"/>
                      </a:cubicBezTo>
                      <a:close/>
                      <a:moveTo>
                        <a:pt x="559" y="779"/>
                      </a:moveTo>
                      <a:cubicBezTo>
                        <a:pt x="559" y="780"/>
                        <a:pt x="559" y="784"/>
                        <a:pt x="559" y="796"/>
                      </a:cubicBezTo>
                      <a:cubicBezTo>
                        <a:pt x="559" y="796"/>
                        <a:pt x="559" y="796"/>
                        <a:pt x="561" y="796"/>
                      </a:cubicBezTo>
                      <a:cubicBezTo>
                        <a:pt x="564" y="796"/>
                        <a:pt x="570" y="796"/>
                        <a:pt x="582" y="796"/>
                      </a:cubicBezTo>
                      <a:cubicBezTo>
                        <a:pt x="582" y="779"/>
                        <a:pt x="582" y="779"/>
                        <a:pt x="582" y="779"/>
                      </a:cubicBezTo>
                      <a:cubicBezTo>
                        <a:pt x="582" y="779"/>
                        <a:pt x="582" y="779"/>
                        <a:pt x="559" y="779"/>
                      </a:cubicBezTo>
                      <a:cubicBezTo>
                        <a:pt x="559" y="779"/>
                        <a:pt x="559" y="779"/>
                        <a:pt x="559" y="779"/>
                      </a:cubicBezTo>
                      <a:close/>
                      <a:moveTo>
                        <a:pt x="588" y="814"/>
                      </a:moveTo>
                      <a:cubicBezTo>
                        <a:pt x="588" y="814"/>
                        <a:pt x="588" y="814"/>
                        <a:pt x="605" y="814"/>
                      </a:cubicBezTo>
                      <a:cubicBezTo>
                        <a:pt x="605" y="814"/>
                        <a:pt x="605" y="814"/>
                        <a:pt x="606" y="814"/>
                      </a:cubicBezTo>
                      <a:cubicBezTo>
                        <a:pt x="606" y="814"/>
                        <a:pt x="606" y="814"/>
                        <a:pt x="607" y="813"/>
                      </a:cubicBezTo>
                      <a:cubicBezTo>
                        <a:pt x="607" y="813"/>
                        <a:pt x="607" y="813"/>
                        <a:pt x="608" y="813"/>
                      </a:cubicBezTo>
                      <a:cubicBezTo>
                        <a:pt x="608" y="813"/>
                        <a:pt x="608" y="813"/>
                        <a:pt x="608" y="813"/>
                      </a:cubicBezTo>
                      <a:cubicBezTo>
                        <a:pt x="608" y="813"/>
                        <a:pt x="608" y="813"/>
                        <a:pt x="608" y="812"/>
                      </a:cubicBezTo>
                      <a:cubicBezTo>
                        <a:pt x="608" y="812"/>
                        <a:pt x="608" y="812"/>
                        <a:pt x="609" y="812"/>
                      </a:cubicBezTo>
                      <a:cubicBezTo>
                        <a:pt x="609" y="812"/>
                        <a:pt x="609" y="812"/>
                        <a:pt x="610" y="811"/>
                      </a:cubicBezTo>
                      <a:cubicBezTo>
                        <a:pt x="610" y="811"/>
                        <a:pt x="610" y="811"/>
                        <a:pt x="611" y="811"/>
                      </a:cubicBezTo>
                      <a:cubicBezTo>
                        <a:pt x="611" y="811"/>
                        <a:pt x="611" y="811"/>
                        <a:pt x="611" y="810"/>
                      </a:cubicBezTo>
                      <a:cubicBezTo>
                        <a:pt x="611" y="810"/>
                        <a:pt x="611" y="810"/>
                        <a:pt x="612" y="810"/>
                      </a:cubicBezTo>
                      <a:cubicBezTo>
                        <a:pt x="612" y="810"/>
                        <a:pt x="612" y="810"/>
                        <a:pt x="612" y="809"/>
                      </a:cubicBezTo>
                      <a:cubicBezTo>
                        <a:pt x="612" y="809"/>
                        <a:pt x="612" y="809"/>
                        <a:pt x="613" y="809"/>
                      </a:cubicBezTo>
                      <a:cubicBezTo>
                        <a:pt x="613" y="809"/>
                        <a:pt x="613" y="809"/>
                        <a:pt x="613" y="808"/>
                      </a:cubicBezTo>
                      <a:cubicBezTo>
                        <a:pt x="613" y="808"/>
                        <a:pt x="613" y="808"/>
                        <a:pt x="613" y="807"/>
                      </a:cubicBezTo>
                      <a:cubicBezTo>
                        <a:pt x="613" y="807"/>
                        <a:pt x="613" y="807"/>
                        <a:pt x="613" y="807"/>
                      </a:cubicBezTo>
                      <a:cubicBezTo>
                        <a:pt x="613" y="807"/>
                        <a:pt x="613" y="807"/>
                        <a:pt x="613" y="806"/>
                      </a:cubicBezTo>
                      <a:cubicBezTo>
                        <a:pt x="613" y="801"/>
                        <a:pt x="613" y="801"/>
                        <a:pt x="613" y="801"/>
                      </a:cubicBezTo>
                      <a:cubicBezTo>
                        <a:pt x="613" y="801"/>
                        <a:pt x="613" y="801"/>
                        <a:pt x="588" y="801"/>
                      </a:cubicBezTo>
                      <a:cubicBezTo>
                        <a:pt x="588" y="801"/>
                        <a:pt x="588" y="801"/>
                        <a:pt x="588" y="814"/>
                      </a:cubicBezTo>
                      <a:close/>
                      <a:moveTo>
                        <a:pt x="565" y="759"/>
                      </a:moveTo>
                      <a:cubicBezTo>
                        <a:pt x="565" y="759"/>
                        <a:pt x="565" y="759"/>
                        <a:pt x="565" y="759"/>
                      </a:cubicBezTo>
                      <a:cubicBezTo>
                        <a:pt x="565" y="759"/>
                        <a:pt x="565" y="759"/>
                        <a:pt x="564" y="759"/>
                      </a:cubicBezTo>
                      <a:cubicBezTo>
                        <a:pt x="564" y="759"/>
                        <a:pt x="564" y="759"/>
                        <a:pt x="564" y="759"/>
                      </a:cubicBezTo>
                      <a:cubicBezTo>
                        <a:pt x="564" y="759"/>
                        <a:pt x="564" y="759"/>
                        <a:pt x="563" y="760"/>
                      </a:cubicBezTo>
                      <a:cubicBezTo>
                        <a:pt x="563" y="760"/>
                        <a:pt x="563" y="760"/>
                        <a:pt x="562" y="760"/>
                      </a:cubicBezTo>
                      <a:cubicBezTo>
                        <a:pt x="562" y="760"/>
                        <a:pt x="562" y="760"/>
                        <a:pt x="561" y="761"/>
                      </a:cubicBezTo>
                      <a:cubicBezTo>
                        <a:pt x="561" y="761"/>
                        <a:pt x="561" y="761"/>
                        <a:pt x="560" y="762"/>
                      </a:cubicBezTo>
                      <a:cubicBezTo>
                        <a:pt x="560" y="762"/>
                        <a:pt x="560" y="762"/>
                        <a:pt x="560" y="762"/>
                      </a:cubicBezTo>
                      <a:cubicBezTo>
                        <a:pt x="560" y="762"/>
                        <a:pt x="560" y="762"/>
                        <a:pt x="560" y="763"/>
                      </a:cubicBezTo>
                      <a:cubicBezTo>
                        <a:pt x="560" y="763"/>
                        <a:pt x="560" y="763"/>
                        <a:pt x="560" y="763"/>
                      </a:cubicBezTo>
                      <a:cubicBezTo>
                        <a:pt x="560" y="763"/>
                        <a:pt x="560" y="763"/>
                        <a:pt x="559" y="764"/>
                      </a:cubicBezTo>
                      <a:cubicBezTo>
                        <a:pt x="559" y="764"/>
                        <a:pt x="559" y="764"/>
                        <a:pt x="559" y="764"/>
                      </a:cubicBezTo>
                      <a:cubicBezTo>
                        <a:pt x="559" y="764"/>
                        <a:pt x="559" y="764"/>
                        <a:pt x="559" y="765"/>
                      </a:cubicBezTo>
                      <a:cubicBezTo>
                        <a:pt x="559" y="765"/>
                        <a:pt x="559" y="765"/>
                        <a:pt x="559" y="766"/>
                      </a:cubicBezTo>
                      <a:cubicBezTo>
                        <a:pt x="559" y="766"/>
                        <a:pt x="559" y="766"/>
                        <a:pt x="559" y="767"/>
                      </a:cubicBezTo>
                      <a:cubicBezTo>
                        <a:pt x="559" y="767"/>
                        <a:pt x="559" y="767"/>
                        <a:pt x="559" y="772"/>
                      </a:cubicBezTo>
                      <a:cubicBezTo>
                        <a:pt x="559" y="772"/>
                        <a:pt x="559" y="772"/>
                        <a:pt x="582" y="772"/>
                      </a:cubicBezTo>
                      <a:cubicBezTo>
                        <a:pt x="582" y="759"/>
                        <a:pt x="582" y="759"/>
                        <a:pt x="582" y="759"/>
                      </a:cubicBezTo>
                      <a:cubicBezTo>
                        <a:pt x="582" y="759"/>
                        <a:pt x="582" y="759"/>
                        <a:pt x="566" y="759"/>
                      </a:cubicBezTo>
                      <a:cubicBezTo>
                        <a:pt x="566" y="759"/>
                        <a:pt x="566" y="759"/>
                        <a:pt x="565" y="759"/>
                      </a:cubicBezTo>
                      <a:close/>
                      <a:moveTo>
                        <a:pt x="588" y="796"/>
                      </a:moveTo>
                      <a:cubicBezTo>
                        <a:pt x="588" y="796"/>
                        <a:pt x="588" y="796"/>
                        <a:pt x="613" y="796"/>
                      </a:cubicBezTo>
                      <a:cubicBezTo>
                        <a:pt x="613" y="779"/>
                        <a:pt x="613" y="779"/>
                        <a:pt x="613" y="779"/>
                      </a:cubicBezTo>
                      <a:cubicBezTo>
                        <a:pt x="613" y="779"/>
                        <a:pt x="613" y="779"/>
                        <a:pt x="588" y="779"/>
                      </a:cubicBezTo>
                      <a:cubicBezTo>
                        <a:pt x="588" y="779"/>
                        <a:pt x="588" y="779"/>
                        <a:pt x="588" y="796"/>
                      </a:cubicBezTo>
                      <a:close/>
                      <a:moveTo>
                        <a:pt x="613" y="764"/>
                      </a:moveTo>
                      <a:cubicBezTo>
                        <a:pt x="613" y="764"/>
                        <a:pt x="613" y="764"/>
                        <a:pt x="613" y="764"/>
                      </a:cubicBezTo>
                      <a:cubicBezTo>
                        <a:pt x="613" y="764"/>
                        <a:pt x="613" y="764"/>
                        <a:pt x="612" y="763"/>
                      </a:cubicBezTo>
                      <a:cubicBezTo>
                        <a:pt x="612" y="763"/>
                        <a:pt x="612" y="763"/>
                        <a:pt x="612" y="763"/>
                      </a:cubicBezTo>
                      <a:cubicBezTo>
                        <a:pt x="612" y="763"/>
                        <a:pt x="612" y="763"/>
                        <a:pt x="611" y="762"/>
                      </a:cubicBezTo>
                      <a:cubicBezTo>
                        <a:pt x="611" y="762"/>
                        <a:pt x="611" y="762"/>
                        <a:pt x="611" y="762"/>
                      </a:cubicBezTo>
                      <a:cubicBezTo>
                        <a:pt x="611" y="762"/>
                        <a:pt x="611" y="762"/>
                        <a:pt x="610" y="761"/>
                      </a:cubicBezTo>
                      <a:cubicBezTo>
                        <a:pt x="610" y="761"/>
                        <a:pt x="610" y="761"/>
                        <a:pt x="609" y="760"/>
                      </a:cubicBezTo>
                      <a:cubicBezTo>
                        <a:pt x="609" y="760"/>
                        <a:pt x="609" y="760"/>
                        <a:pt x="608" y="760"/>
                      </a:cubicBezTo>
                      <a:cubicBezTo>
                        <a:pt x="608" y="760"/>
                        <a:pt x="608" y="760"/>
                        <a:pt x="608" y="759"/>
                      </a:cubicBezTo>
                      <a:cubicBezTo>
                        <a:pt x="608" y="759"/>
                        <a:pt x="608" y="759"/>
                        <a:pt x="608" y="759"/>
                      </a:cubicBezTo>
                      <a:cubicBezTo>
                        <a:pt x="608" y="759"/>
                        <a:pt x="608" y="759"/>
                        <a:pt x="607" y="759"/>
                      </a:cubicBezTo>
                      <a:cubicBezTo>
                        <a:pt x="607" y="759"/>
                        <a:pt x="607" y="759"/>
                        <a:pt x="606" y="759"/>
                      </a:cubicBezTo>
                      <a:cubicBezTo>
                        <a:pt x="606" y="759"/>
                        <a:pt x="606" y="759"/>
                        <a:pt x="605" y="759"/>
                      </a:cubicBezTo>
                      <a:cubicBezTo>
                        <a:pt x="605" y="759"/>
                        <a:pt x="605" y="759"/>
                        <a:pt x="588" y="759"/>
                      </a:cubicBezTo>
                      <a:cubicBezTo>
                        <a:pt x="588" y="759"/>
                        <a:pt x="588" y="759"/>
                        <a:pt x="588" y="772"/>
                      </a:cubicBezTo>
                      <a:cubicBezTo>
                        <a:pt x="588" y="772"/>
                        <a:pt x="588" y="772"/>
                        <a:pt x="613" y="772"/>
                      </a:cubicBezTo>
                      <a:cubicBezTo>
                        <a:pt x="613" y="767"/>
                        <a:pt x="613" y="767"/>
                        <a:pt x="613" y="767"/>
                      </a:cubicBezTo>
                      <a:cubicBezTo>
                        <a:pt x="613" y="767"/>
                        <a:pt x="613" y="767"/>
                        <a:pt x="613" y="766"/>
                      </a:cubicBezTo>
                      <a:cubicBezTo>
                        <a:pt x="613" y="766"/>
                        <a:pt x="613" y="766"/>
                        <a:pt x="613" y="765"/>
                      </a:cubicBezTo>
                      <a:cubicBezTo>
                        <a:pt x="613" y="765"/>
                        <a:pt x="613" y="765"/>
                        <a:pt x="613" y="764"/>
                      </a:cubicBezTo>
                      <a:close/>
                      <a:moveTo>
                        <a:pt x="755" y="792"/>
                      </a:moveTo>
                      <a:cubicBezTo>
                        <a:pt x="753" y="804"/>
                        <a:pt x="749" y="816"/>
                        <a:pt x="744" y="827"/>
                      </a:cubicBezTo>
                      <a:cubicBezTo>
                        <a:pt x="732" y="851"/>
                        <a:pt x="713" y="872"/>
                        <a:pt x="689" y="884"/>
                      </a:cubicBezTo>
                      <a:cubicBezTo>
                        <a:pt x="678" y="890"/>
                        <a:pt x="667" y="894"/>
                        <a:pt x="655" y="896"/>
                      </a:cubicBezTo>
                      <a:cubicBezTo>
                        <a:pt x="647" y="898"/>
                        <a:pt x="639" y="899"/>
                        <a:pt x="631" y="899"/>
                      </a:cubicBezTo>
                      <a:cubicBezTo>
                        <a:pt x="578" y="899"/>
                        <a:pt x="532" y="865"/>
                        <a:pt x="514" y="817"/>
                      </a:cubicBezTo>
                      <a:cubicBezTo>
                        <a:pt x="510" y="806"/>
                        <a:pt x="508" y="795"/>
                        <a:pt x="507" y="782"/>
                      </a:cubicBezTo>
                      <a:cubicBezTo>
                        <a:pt x="506" y="780"/>
                        <a:pt x="506" y="776"/>
                        <a:pt x="506" y="774"/>
                      </a:cubicBezTo>
                      <a:cubicBezTo>
                        <a:pt x="506" y="753"/>
                        <a:pt x="511" y="733"/>
                        <a:pt x="521" y="716"/>
                      </a:cubicBezTo>
                      <a:cubicBezTo>
                        <a:pt x="527" y="706"/>
                        <a:pt x="533" y="695"/>
                        <a:pt x="542" y="687"/>
                      </a:cubicBezTo>
                      <a:cubicBezTo>
                        <a:pt x="560" y="668"/>
                        <a:pt x="585" y="654"/>
                        <a:pt x="612" y="651"/>
                      </a:cubicBezTo>
                      <a:cubicBezTo>
                        <a:pt x="618" y="649"/>
                        <a:pt x="625" y="649"/>
                        <a:pt x="631" y="649"/>
                      </a:cubicBezTo>
                      <a:cubicBezTo>
                        <a:pt x="637" y="649"/>
                        <a:pt x="643" y="649"/>
                        <a:pt x="649" y="650"/>
                      </a:cubicBezTo>
                      <a:cubicBezTo>
                        <a:pt x="671" y="653"/>
                        <a:pt x="693" y="663"/>
                        <a:pt x="710" y="677"/>
                      </a:cubicBezTo>
                      <a:cubicBezTo>
                        <a:pt x="720" y="685"/>
                        <a:pt x="728" y="694"/>
                        <a:pt x="735" y="704"/>
                      </a:cubicBezTo>
                      <a:cubicBezTo>
                        <a:pt x="748" y="724"/>
                        <a:pt x="756" y="748"/>
                        <a:pt x="756" y="774"/>
                      </a:cubicBezTo>
                      <a:cubicBezTo>
                        <a:pt x="756" y="780"/>
                        <a:pt x="756" y="787"/>
                        <a:pt x="755" y="792"/>
                      </a:cubicBezTo>
                      <a:close/>
                      <a:moveTo>
                        <a:pt x="714" y="781"/>
                      </a:moveTo>
                      <a:cubicBezTo>
                        <a:pt x="714" y="737"/>
                        <a:pt x="714" y="737"/>
                        <a:pt x="714" y="737"/>
                      </a:cubicBezTo>
                      <a:cubicBezTo>
                        <a:pt x="714" y="733"/>
                        <a:pt x="714" y="729"/>
                        <a:pt x="711" y="727"/>
                      </a:cubicBezTo>
                      <a:cubicBezTo>
                        <a:pt x="708" y="723"/>
                        <a:pt x="704" y="721"/>
                        <a:pt x="699" y="721"/>
                      </a:cubicBezTo>
                      <a:cubicBezTo>
                        <a:pt x="693" y="721"/>
                        <a:pt x="687" y="721"/>
                        <a:pt x="682" y="721"/>
                      </a:cubicBezTo>
                      <a:cubicBezTo>
                        <a:pt x="625" y="721"/>
                        <a:pt x="596" y="721"/>
                        <a:pt x="580" y="721"/>
                      </a:cubicBezTo>
                      <a:cubicBezTo>
                        <a:pt x="564" y="721"/>
                        <a:pt x="564" y="721"/>
                        <a:pt x="564" y="721"/>
                      </a:cubicBezTo>
                      <a:cubicBezTo>
                        <a:pt x="555" y="721"/>
                        <a:pt x="548" y="727"/>
                        <a:pt x="548" y="736"/>
                      </a:cubicBezTo>
                      <a:cubicBezTo>
                        <a:pt x="548" y="737"/>
                        <a:pt x="548" y="737"/>
                        <a:pt x="548" y="737"/>
                      </a:cubicBezTo>
                      <a:cubicBezTo>
                        <a:pt x="548" y="753"/>
                        <a:pt x="548" y="765"/>
                        <a:pt x="548" y="775"/>
                      </a:cubicBezTo>
                      <a:cubicBezTo>
                        <a:pt x="548" y="810"/>
                        <a:pt x="548" y="810"/>
                        <a:pt x="548" y="810"/>
                      </a:cubicBezTo>
                      <a:cubicBezTo>
                        <a:pt x="548" y="811"/>
                        <a:pt x="548" y="811"/>
                        <a:pt x="548" y="811"/>
                      </a:cubicBezTo>
                      <a:cubicBezTo>
                        <a:pt x="548" y="819"/>
                        <a:pt x="555" y="826"/>
                        <a:pt x="564" y="826"/>
                      </a:cubicBezTo>
                      <a:cubicBezTo>
                        <a:pt x="699" y="826"/>
                        <a:pt x="699" y="826"/>
                        <a:pt x="699" y="826"/>
                      </a:cubicBezTo>
                      <a:cubicBezTo>
                        <a:pt x="705" y="826"/>
                        <a:pt x="709" y="824"/>
                        <a:pt x="713" y="819"/>
                      </a:cubicBezTo>
                      <a:cubicBezTo>
                        <a:pt x="714" y="816"/>
                        <a:pt x="714" y="813"/>
                        <a:pt x="714" y="810"/>
                      </a:cubicBezTo>
                      <a:cubicBezTo>
                        <a:pt x="714" y="799"/>
                        <a:pt x="714" y="790"/>
                        <a:pt x="714" y="781"/>
                      </a:cubicBezTo>
                      <a:close/>
                      <a:moveTo>
                        <a:pt x="559" y="801"/>
                      </a:moveTo>
                      <a:cubicBezTo>
                        <a:pt x="559" y="801"/>
                        <a:pt x="559" y="801"/>
                        <a:pt x="559" y="806"/>
                      </a:cubicBezTo>
                      <a:cubicBezTo>
                        <a:pt x="559" y="806"/>
                        <a:pt x="559" y="806"/>
                        <a:pt x="559" y="807"/>
                      </a:cubicBezTo>
                      <a:cubicBezTo>
                        <a:pt x="559" y="807"/>
                        <a:pt x="559" y="807"/>
                        <a:pt x="559" y="807"/>
                      </a:cubicBezTo>
                      <a:cubicBezTo>
                        <a:pt x="559" y="807"/>
                        <a:pt x="559" y="807"/>
                        <a:pt x="559" y="808"/>
                      </a:cubicBezTo>
                      <a:cubicBezTo>
                        <a:pt x="559" y="808"/>
                        <a:pt x="559" y="808"/>
                        <a:pt x="559" y="808"/>
                      </a:cubicBezTo>
                      <a:cubicBezTo>
                        <a:pt x="559" y="809"/>
                        <a:pt x="559" y="809"/>
                        <a:pt x="559" y="809"/>
                      </a:cubicBezTo>
                      <a:cubicBezTo>
                        <a:pt x="559" y="809"/>
                        <a:pt x="559" y="809"/>
                        <a:pt x="560" y="809"/>
                      </a:cubicBezTo>
                      <a:cubicBezTo>
                        <a:pt x="560" y="809"/>
                        <a:pt x="560" y="809"/>
                        <a:pt x="560" y="810"/>
                      </a:cubicBezTo>
                      <a:cubicBezTo>
                        <a:pt x="560" y="810"/>
                        <a:pt x="560" y="810"/>
                        <a:pt x="560" y="810"/>
                      </a:cubicBezTo>
                      <a:cubicBezTo>
                        <a:pt x="560" y="810"/>
                        <a:pt x="560" y="810"/>
                        <a:pt x="560" y="811"/>
                      </a:cubicBezTo>
                      <a:cubicBezTo>
                        <a:pt x="560" y="811"/>
                        <a:pt x="560" y="811"/>
                        <a:pt x="561" y="811"/>
                      </a:cubicBezTo>
                      <a:cubicBezTo>
                        <a:pt x="561" y="811"/>
                        <a:pt x="561" y="811"/>
                        <a:pt x="562" y="812"/>
                      </a:cubicBezTo>
                      <a:cubicBezTo>
                        <a:pt x="562" y="812"/>
                        <a:pt x="562" y="812"/>
                        <a:pt x="563" y="812"/>
                      </a:cubicBezTo>
                      <a:cubicBezTo>
                        <a:pt x="563" y="812"/>
                        <a:pt x="563" y="812"/>
                        <a:pt x="564" y="813"/>
                      </a:cubicBezTo>
                      <a:cubicBezTo>
                        <a:pt x="564" y="813"/>
                        <a:pt x="564" y="813"/>
                        <a:pt x="564" y="813"/>
                      </a:cubicBezTo>
                      <a:cubicBezTo>
                        <a:pt x="564" y="813"/>
                        <a:pt x="564" y="813"/>
                        <a:pt x="565" y="813"/>
                      </a:cubicBezTo>
                      <a:cubicBezTo>
                        <a:pt x="565" y="813"/>
                        <a:pt x="565" y="813"/>
                        <a:pt x="565" y="814"/>
                      </a:cubicBezTo>
                      <a:cubicBezTo>
                        <a:pt x="565" y="814"/>
                        <a:pt x="565" y="814"/>
                        <a:pt x="566" y="814"/>
                      </a:cubicBezTo>
                      <a:cubicBezTo>
                        <a:pt x="566" y="814"/>
                        <a:pt x="566" y="814"/>
                        <a:pt x="582" y="814"/>
                      </a:cubicBezTo>
                      <a:cubicBezTo>
                        <a:pt x="582" y="801"/>
                        <a:pt x="582" y="801"/>
                        <a:pt x="582" y="801"/>
                      </a:cubicBezTo>
                      <a:cubicBezTo>
                        <a:pt x="582" y="801"/>
                        <a:pt x="582" y="801"/>
                        <a:pt x="564" y="801"/>
                      </a:cubicBezTo>
                      <a:cubicBezTo>
                        <a:pt x="562" y="801"/>
                        <a:pt x="560" y="801"/>
                        <a:pt x="559" y="801"/>
                      </a:cubicBezTo>
                      <a:close/>
                      <a:moveTo>
                        <a:pt x="121" y="439"/>
                      </a:moveTo>
                      <a:cubicBezTo>
                        <a:pt x="121" y="474"/>
                        <a:pt x="150" y="503"/>
                        <a:pt x="185" y="503"/>
                      </a:cubicBezTo>
                      <a:cubicBezTo>
                        <a:pt x="221" y="503"/>
                        <a:pt x="250" y="474"/>
                        <a:pt x="250" y="439"/>
                      </a:cubicBezTo>
                      <a:cubicBezTo>
                        <a:pt x="250" y="404"/>
                        <a:pt x="221" y="376"/>
                        <a:pt x="185" y="376"/>
                      </a:cubicBezTo>
                      <a:cubicBezTo>
                        <a:pt x="150" y="376"/>
                        <a:pt x="121" y="404"/>
                        <a:pt x="121" y="439"/>
                      </a:cubicBezTo>
                      <a:close/>
                      <a:moveTo>
                        <a:pt x="1535" y="371"/>
                      </a:moveTo>
                      <a:cubicBezTo>
                        <a:pt x="1535" y="412"/>
                        <a:pt x="1569" y="445"/>
                        <a:pt x="1611" y="445"/>
                      </a:cubicBezTo>
                      <a:cubicBezTo>
                        <a:pt x="1653" y="445"/>
                        <a:pt x="1687" y="412"/>
                        <a:pt x="1687" y="371"/>
                      </a:cubicBezTo>
                      <a:cubicBezTo>
                        <a:pt x="1687" y="330"/>
                        <a:pt x="1653" y="297"/>
                        <a:pt x="1611" y="297"/>
                      </a:cubicBezTo>
                      <a:cubicBezTo>
                        <a:pt x="1569" y="297"/>
                        <a:pt x="1535" y="330"/>
                        <a:pt x="1535" y="371"/>
                      </a:cubicBezTo>
                      <a:close/>
                      <a:moveTo>
                        <a:pt x="1146" y="199"/>
                      </a:moveTo>
                      <a:cubicBezTo>
                        <a:pt x="1202" y="199"/>
                        <a:pt x="1248" y="240"/>
                        <a:pt x="1257" y="294"/>
                      </a:cubicBezTo>
                      <a:cubicBezTo>
                        <a:pt x="1258" y="300"/>
                        <a:pt x="1258" y="305"/>
                        <a:pt x="1258" y="311"/>
                      </a:cubicBezTo>
                      <a:cubicBezTo>
                        <a:pt x="1258" y="318"/>
                        <a:pt x="1258" y="324"/>
                        <a:pt x="1257" y="331"/>
                      </a:cubicBezTo>
                      <a:cubicBezTo>
                        <a:pt x="1251" y="362"/>
                        <a:pt x="1232" y="389"/>
                        <a:pt x="1206" y="406"/>
                      </a:cubicBezTo>
                      <a:cubicBezTo>
                        <a:pt x="1196" y="412"/>
                        <a:pt x="1184" y="417"/>
                        <a:pt x="1172" y="421"/>
                      </a:cubicBezTo>
                      <a:cubicBezTo>
                        <a:pt x="1164" y="422"/>
                        <a:pt x="1155" y="423"/>
                        <a:pt x="1146" y="423"/>
                      </a:cubicBezTo>
                      <a:cubicBezTo>
                        <a:pt x="1115" y="423"/>
                        <a:pt x="1087" y="410"/>
                        <a:pt x="1066" y="390"/>
                      </a:cubicBezTo>
                      <a:cubicBezTo>
                        <a:pt x="1058" y="382"/>
                        <a:pt x="1050" y="371"/>
                        <a:pt x="1045" y="360"/>
                      </a:cubicBezTo>
                      <a:cubicBezTo>
                        <a:pt x="1038" y="345"/>
                        <a:pt x="1034" y="329"/>
                        <a:pt x="1034" y="311"/>
                      </a:cubicBezTo>
                      <a:cubicBezTo>
                        <a:pt x="1034" y="310"/>
                        <a:pt x="1034" y="309"/>
                        <a:pt x="1034" y="308"/>
                      </a:cubicBezTo>
                      <a:cubicBezTo>
                        <a:pt x="1034" y="295"/>
                        <a:pt x="1037" y="283"/>
                        <a:pt x="1041" y="272"/>
                      </a:cubicBezTo>
                      <a:cubicBezTo>
                        <a:pt x="1056" y="229"/>
                        <a:pt x="1098" y="199"/>
                        <a:pt x="1146" y="199"/>
                      </a:cubicBezTo>
                      <a:close/>
                      <a:moveTo>
                        <a:pt x="1146" y="381"/>
                      </a:moveTo>
                      <a:cubicBezTo>
                        <a:pt x="1154" y="381"/>
                        <a:pt x="1162" y="373"/>
                        <a:pt x="1162" y="365"/>
                      </a:cubicBezTo>
                      <a:cubicBezTo>
                        <a:pt x="1162" y="355"/>
                        <a:pt x="1154" y="349"/>
                        <a:pt x="1146" y="349"/>
                      </a:cubicBezTo>
                      <a:cubicBezTo>
                        <a:pt x="1137" y="349"/>
                        <a:pt x="1130" y="355"/>
                        <a:pt x="1130" y="365"/>
                      </a:cubicBezTo>
                      <a:cubicBezTo>
                        <a:pt x="1130" y="373"/>
                        <a:pt x="1137" y="381"/>
                        <a:pt x="1146" y="381"/>
                      </a:cubicBezTo>
                      <a:close/>
                      <a:moveTo>
                        <a:pt x="1181" y="347"/>
                      </a:moveTo>
                      <a:cubicBezTo>
                        <a:pt x="1184" y="344"/>
                        <a:pt x="1185" y="339"/>
                        <a:pt x="1181" y="336"/>
                      </a:cubicBezTo>
                      <a:cubicBezTo>
                        <a:pt x="1173" y="325"/>
                        <a:pt x="1160" y="318"/>
                        <a:pt x="1146" y="318"/>
                      </a:cubicBezTo>
                      <a:cubicBezTo>
                        <a:pt x="1132" y="318"/>
                        <a:pt x="1119" y="325"/>
                        <a:pt x="1110" y="336"/>
                      </a:cubicBezTo>
                      <a:cubicBezTo>
                        <a:pt x="1107" y="339"/>
                        <a:pt x="1108" y="344"/>
                        <a:pt x="1111" y="347"/>
                      </a:cubicBezTo>
                      <a:cubicBezTo>
                        <a:pt x="1115" y="349"/>
                        <a:pt x="1120" y="349"/>
                        <a:pt x="1122" y="345"/>
                      </a:cubicBezTo>
                      <a:cubicBezTo>
                        <a:pt x="1128" y="338"/>
                        <a:pt x="1137" y="334"/>
                        <a:pt x="1146" y="334"/>
                      </a:cubicBezTo>
                      <a:cubicBezTo>
                        <a:pt x="1155" y="334"/>
                        <a:pt x="1164" y="338"/>
                        <a:pt x="1170" y="345"/>
                      </a:cubicBezTo>
                      <a:cubicBezTo>
                        <a:pt x="1171" y="348"/>
                        <a:pt x="1173" y="349"/>
                        <a:pt x="1176" y="349"/>
                      </a:cubicBezTo>
                      <a:cubicBezTo>
                        <a:pt x="1177" y="349"/>
                        <a:pt x="1179" y="349"/>
                        <a:pt x="1181" y="347"/>
                      </a:cubicBezTo>
                      <a:close/>
                      <a:moveTo>
                        <a:pt x="1202" y="330"/>
                      </a:moveTo>
                      <a:cubicBezTo>
                        <a:pt x="1205" y="327"/>
                        <a:pt x="1205" y="322"/>
                        <a:pt x="1203" y="319"/>
                      </a:cubicBezTo>
                      <a:cubicBezTo>
                        <a:pt x="1189" y="301"/>
                        <a:pt x="1168" y="292"/>
                        <a:pt x="1146" y="292"/>
                      </a:cubicBezTo>
                      <a:cubicBezTo>
                        <a:pt x="1124" y="292"/>
                        <a:pt x="1103" y="301"/>
                        <a:pt x="1089" y="319"/>
                      </a:cubicBezTo>
                      <a:cubicBezTo>
                        <a:pt x="1087" y="322"/>
                        <a:pt x="1087" y="327"/>
                        <a:pt x="1090" y="330"/>
                      </a:cubicBezTo>
                      <a:cubicBezTo>
                        <a:pt x="1094" y="333"/>
                        <a:pt x="1099" y="333"/>
                        <a:pt x="1102" y="329"/>
                      </a:cubicBezTo>
                      <a:cubicBezTo>
                        <a:pt x="1113" y="316"/>
                        <a:pt x="1129" y="308"/>
                        <a:pt x="1146" y="308"/>
                      </a:cubicBezTo>
                      <a:cubicBezTo>
                        <a:pt x="1163" y="308"/>
                        <a:pt x="1179" y="316"/>
                        <a:pt x="1190" y="329"/>
                      </a:cubicBezTo>
                      <a:cubicBezTo>
                        <a:pt x="1192" y="331"/>
                        <a:pt x="1194" y="332"/>
                        <a:pt x="1197" y="332"/>
                      </a:cubicBezTo>
                      <a:cubicBezTo>
                        <a:pt x="1198" y="332"/>
                        <a:pt x="1200" y="332"/>
                        <a:pt x="1202" y="330"/>
                      </a:cubicBezTo>
                      <a:close/>
                      <a:moveTo>
                        <a:pt x="1224" y="312"/>
                      </a:moveTo>
                      <a:cubicBezTo>
                        <a:pt x="1227" y="309"/>
                        <a:pt x="1228" y="305"/>
                        <a:pt x="1225" y="300"/>
                      </a:cubicBezTo>
                      <a:cubicBezTo>
                        <a:pt x="1206" y="277"/>
                        <a:pt x="1177" y="263"/>
                        <a:pt x="1146" y="263"/>
                      </a:cubicBezTo>
                      <a:cubicBezTo>
                        <a:pt x="1115" y="263"/>
                        <a:pt x="1086" y="277"/>
                        <a:pt x="1066" y="300"/>
                      </a:cubicBezTo>
                      <a:cubicBezTo>
                        <a:pt x="1064" y="305"/>
                        <a:pt x="1065" y="309"/>
                        <a:pt x="1068" y="312"/>
                      </a:cubicBezTo>
                      <a:cubicBezTo>
                        <a:pt x="1071" y="315"/>
                        <a:pt x="1077" y="314"/>
                        <a:pt x="1079" y="311"/>
                      </a:cubicBezTo>
                      <a:cubicBezTo>
                        <a:pt x="1096" y="290"/>
                        <a:pt x="1120" y="279"/>
                        <a:pt x="1146" y="279"/>
                      </a:cubicBezTo>
                      <a:cubicBezTo>
                        <a:pt x="1172" y="279"/>
                        <a:pt x="1197" y="290"/>
                        <a:pt x="1213" y="311"/>
                      </a:cubicBezTo>
                      <a:cubicBezTo>
                        <a:pt x="1214" y="313"/>
                        <a:pt x="1217" y="314"/>
                        <a:pt x="1219" y="314"/>
                      </a:cubicBezTo>
                      <a:cubicBezTo>
                        <a:pt x="1220" y="314"/>
                        <a:pt x="1223" y="313"/>
                        <a:pt x="1224" y="312"/>
                      </a:cubicBezTo>
                      <a:close/>
                      <a:moveTo>
                        <a:pt x="597" y="278"/>
                      </a:moveTo>
                      <a:cubicBezTo>
                        <a:pt x="597" y="298"/>
                        <a:pt x="613" y="315"/>
                        <a:pt x="634" y="315"/>
                      </a:cubicBezTo>
                      <a:cubicBezTo>
                        <a:pt x="654" y="315"/>
                        <a:pt x="671" y="298"/>
                        <a:pt x="671" y="278"/>
                      </a:cubicBezTo>
                      <a:cubicBezTo>
                        <a:pt x="671" y="257"/>
                        <a:pt x="654" y="240"/>
                        <a:pt x="634" y="240"/>
                      </a:cubicBezTo>
                      <a:cubicBezTo>
                        <a:pt x="613" y="240"/>
                        <a:pt x="597" y="257"/>
                        <a:pt x="597" y="278"/>
                      </a:cubicBezTo>
                      <a:close/>
                      <a:moveTo>
                        <a:pt x="1116" y="48"/>
                      </a:moveTo>
                      <a:cubicBezTo>
                        <a:pt x="1116" y="68"/>
                        <a:pt x="1133" y="85"/>
                        <a:pt x="1154" y="85"/>
                      </a:cubicBezTo>
                      <a:cubicBezTo>
                        <a:pt x="1175" y="85"/>
                        <a:pt x="1192" y="68"/>
                        <a:pt x="1192" y="48"/>
                      </a:cubicBezTo>
                      <a:cubicBezTo>
                        <a:pt x="1192" y="27"/>
                        <a:pt x="1175" y="11"/>
                        <a:pt x="1154" y="11"/>
                      </a:cubicBezTo>
                      <a:cubicBezTo>
                        <a:pt x="1133" y="11"/>
                        <a:pt x="1116" y="27"/>
                        <a:pt x="1116" y="48"/>
                      </a:cubicBezTo>
                      <a:close/>
                      <a:moveTo>
                        <a:pt x="673" y="37"/>
                      </a:moveTo>
                      <a:cubicBezTo>
                        <a:pt x="673" y="58"/>
                        <a:pt x="690" y="74"/>
                        <a:pt x="711" y="74"/>
                      </a:cubicBezTo>
                      <a:cubicBezTo>
                        <a:pt x="732" y="74"/>
                        <a:pt x="749" y="58"/>
                        <a:pt x="749" y="37"/>
                      </a:cubicBezTo>
                      <a:cubicBezTo>
                        <a:pt x="749" y="17"/>
                        <a:pt x="732" y="0"/>
                        <a:pt x="711" y="0"/>
                      </a:cubicBezTo>
                      <a:cubicBezTo>
                        <a:pt x="690" y="0"/>
                        <a:pt x="673" y="17"/>
                        <a:pt x="673" y="37"/>
                      </a:cubicBezTo>
                      <a:close/>
                      <a:moveTo>
                        <a:pt x="924" y="1363"/>
                      </a:moveTo>
                      <a:cubicBezTo>
                        <a:pt x="924" y="1363"/>
                        <a:pt x="924" y="1363"/>
                        <a:pt x="916" y="1363"/>
                      </a:cubicBezTo>
                      <a:cubicBezTo>
                        <a:pt x="915" y="1363"/>
                        <a:pt x="915" y="1363"/>
                        <a:pt x="914" y="1363"/>
                      </a:cubicBezTo>
                      <a:cubicBezTo>
                        <a:pt x="911" y="1363"/>
                        <a:pt x="906" y="1363"/>
                        <a:pt x="899" y="1363"/>
                      </a:cubicBezTo>
                      <a:cubicBezTo>
                        <a:pt x="896" y="1363"/>
                        <a:pt x="891" y="1363"/>
                        <a:pt x="886" y="1363"/>
                      </a:cubicBezTo>
                      <a:cubicBezTo>
                        <a:pt x="882" y="1363"/>
                        <a:pt x="877" y="1363"/>
                        <a:pt x="872" y="1363"/>
                      </a:cubicBezTo>
                      <a:cubicBezTo>
                        <a:pt x="868" y="1363"/>
                        <a:pt x="863" y="1363"/>
                        <a:pt x="858" y="1363"/>
                      </a:cubicBezTo>
                      <a:cubicBezTo>
                        <a:pt x="853" y="1363"/>
                        <a:pt x="848" y="1363"/>
                        <a:pt x="843" y="1363"/>
                      </a:cubicBezTo>
                      <a:cubicBezTo>
                        <a:pt x="843" y="1363"/>
                        <a:pt x="842" y="1363"/>
                        <a:pt x="841" y="1363"/>
                      </a:cubicBezTo>
                      <a:cubicBezTo>
                        <a:pt x="838" y="1363"/>
                        <a:pt x="836" y="1363"/>
                        <a:pt x="833" y="1363"/>
                      </a:cubicBezTo>
                      <a:cubicBezTo>
                        <a:pt x="833" y="1363"/>
                        <a:pt x="832" y="1364"/>
                        <a:pt x="832" y="1365"/>
                      </a:cubicBezTo>
                      <a:cubicBezTo>
                        <a:pt x="832" y="1365"/>
                        <a:pt x="832" y="1365"/>
                        <a:pt x="832" y="1374"/>
                      </a:cubicBezTo>
                      <a:cubicBezTo>
                        <a:pt x="832" y="1374"/>
                        <a:pt x="832" y="1375"/>
                        <a:pt x="832" y="1375"/>
                      </a:cubicBezTo>
                      <a:cubicBezTo>
                        <a:pt x="832" y="1379"/>
                        <a:pt x="832" y="1384"/>
                        <a:pt x="832" y="1391"/>
                      </a:cubicBezTo>
                      <a:cubicBezTo>
                        <a:pt x="832" y="1394"/>
                        <a:pt x="832" y="1399"/>
                        <a:pt x="832" y="1405"/>
                      </a:cubicBezTo>
                      <a:cubicBezTo>
                        <a:pt x="832" y="1409"/>
                        <a:pt x="832" y="1414"/>
                        <a:pt x="832" y="1419"/>
                      </a:cubicBezTo>
                      <a:cubicBezTo>
                        <a:pt x="832" y="1424"/>
                        <a:pt x="832" y="1428"/>
                        <a:pt x="832" y="1433"/>
                      </a:cubicBezTo>
                      <a:cubicBezTo>
                        <a:pt x="832" y="1438"/>
                        <a:pt x="832" y="1444"/>
                        <a:pt x="832" y="1449"/>
                      </a:cubicBezTo>
                      <a:cubicBezTo>
                        <a:pt x="832" y="1450"/>
                        <a:pt x="832" y="1450"/>
                        <a:pt x="832" y="1451"/>
                      </a:cubicBezTo>
                      <a:cubicBezTo>
                        <a:pt x="832" y="1453"/>
                        <a:pt x="832" y="1456"/>
                        <a:pt x="832" y="1459"/>
                      </a:cubicBezTo>
                      <a:cubicBezTo>
                        <a:pt x="832" y="1460"/>
                        <a:pt x="833" y="1461"/>
                        <a:pt x="833" y="1461"/>
                      </a:cubicBezTo>
                      <a:cubicBezTo>
                        <a:pt x="833" y="1461"/>
                        <a:pt x="833" y="1461"/>
                        <a:pt x="841" y="1461"/>
                      </a:cubicBezTo>
                      <a:cubicBezTo>
                        <a:pt x="842" y="1461"/>
                        <a:pt x="843" y="1461"/>
                        <a:pt x="843" y="1461"/>
                      </a:cubicBezTo>
                      <a:cubicBezTo>
                        <a:pt x="847" y="1461"/>
                        <a:pt x="852" y="1461"/>
                        <a:pt x="858" y="1461"/>
                      </a:cubicBezTo>
                      <a:cubicBezTo>
                        <a:pt x="862" y="1461"/>
                        <a:pt x="866" y="1461"/>
                        <a:pt x="872" y="1461"/>
                      </a:cubicBezTo>
                      <a:cubicBezTo>
                        <a:pt x="876" y="1461"/>
                        <a:pt x="881" y="1461"/>
                        <a:pt x="886" y="1461"/>
                      </a:cubicBezTo>
                      <a:cubicBezTo>
                        <a:pt x="890" y="1461"/>
                        <a:pt x="894" y="1461"/>
                        <a:pt x="899" y="1461"/>
                      </a:cubicBezTo>
                      <a:cubicBezTo>
                        <a:pt x="904" y="1461"/>
                        <a:pt x="908" y="1461"/>
                        <a:pt x="914" y="1461"/>
                      </a:cubicBezTo>
                      <a:cubicBezTo>
                        <a:pt x="915" y="1461"/>
                        <a:pt x="915" y="1461"/>
                        <a:pt x="916" y="1461"/>
                      </a:cubicBezTo>
                      <a:cubicBezTo>
                        <a:pt x="918" y="1461"/>
                        <a:pt x="921" y="1461"/>
                        <a:pt x="924" y="1461"/>
                      </a:cubicBezTo>
                      <a:cubicBezTo>
                        <a:pt x="925" y="1461"/>
                        <a:pt x="926" y="1460"/>
                        <a:pt x="926" y="1459"/>
                      </a:cubicBezTo>
                      <a:cubicBezTo>
                        <a:pt x="926" y="1459"/>
                        <a:pt x="926" y="1459"/>
                        <a:pt x="926" y="1451"/>
                      </a:cubicBezTo>
                      <a:cubicBezTo>
                        <a:pt x="926" y="1451"/>
                        <a:pt x="926" y="1450"/>
                        <a:pt x="926" y="1449"/>
                      </a:cubicBezTo>
                      <a:cubicBezTo>
                        <a:pt x="926" y="1445"/>
                        <a:pt x="926" y="1440"/>
                        <a:pt x="926" y="1433"/>
                      </a:cubicBezTo>
                      <a:cubicBezTo>
                        <a:pt x="926" y="1430"/>
                        <a:pt x="926" y="1425"/>
                        <a:pt x="926" y="1419"/>
                      </a:cubicBezTo>
                      <a:cubicBezTo>
                        <a:pt x="926" y="1415"/>
                        <a:pt x="926" y="1410"/>
                        <a:pt x="926" y="1405"/>
                      </a:cubicBezTo>
                      <a:cubicBezTo>
                        <a:pt x="926" y="1400"/>
                        <a:pt x="926" y="1395"/>
                        <a:pt x="926" y="1391"/>
                      </a:cubicBezTo>
                      <a:cubicBezTo>
                        <a:pt x="926" y="1386"/>
                        <a:pt x="926" y="1381"/>
                        <a:pt x="926" y="1375"/>
                      </a:cubicBezTo>
                      <a:cubicBezTo>
                        <a:pt x="926" y="1375"/>
                        <a:pt x="926" y="1374"/>
                        <a:pt x="926" y="1374"/>
                      </a:cubicBezTo>
                      <a:cubicBezTo>
                        <a:pt x="926" y="1371"/>
                        <a:pt x="926" y="1368"/>
                        <a:pt x="926" y="1365"/>
                      </a:cubicBezTo>
                      <a:cubicBezTo>
                        <a:pt x="926" y="1364"/>
                        <a:pt x="925" y="1363"/>
                        <a:pt x="924" y="1363"/>
                      </a:cubicBezTo>
                      <a:close/>
                    </a:path>
                  </a:pathLst>
                </a:custGeom>
                <a:solidFill>
                  <a:srgbClr val="DF1B5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2C2C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</p:grp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FAB552B-3F8D-F29E-0344-21AD7951F7C8}"/>
              </a:ext>
            </a:extLst>
          </p:cNvPr>
          <p:cNvGrpSpPr/>
          <p:nvPr/>
        </p:nvGrpSpPr>
        <p:grpSpPr>
          <a:xfrm>
            <a:off x="6280906" y="1915262"/>
            <a:ext cx="786542" cy="786542"/>
            <a:chOff x="5733715" y="24267"/>
            <a:chExt cx="1224112" cy="1224112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77DFB63-8312-4D22-56E0-E8E894A4366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733715" y="24267"/>
              <a:ext cx="1224112" cy="1224112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26235D"/>
                  </a:gs>
                  <a:gs pos="100000">
                    <a:srgbClr val="DF1B54"/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39" name="bcgIcons_Logic tree ">
              <a:extLst>
                <a:ext uri="{FF2B5EF4-FFF2-40B4-BE49-F238E27FC236}">
                  <a16:creationId xmlns:a16="http://schemas.microsoft.com/office/drawing/2014/main" id="{67B62306-E53A-08D4-143C-122225C6A2E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912980" y="203534"/>
              <a:ext cx="865579" cy="865579"/>
              <a:chOff x="5273675" y="2606675"/>
              <a:chExt cx="1644650" cy="1644650"/>
            </a:xfrm>
          </p:grpSpPr>
          <p:sp>
            <p:nvSpPr>
              <p:cNvPr id="40" name="AutoShape 3">
                <a:extLst>
                  <a:ext uri="{FF2B5EF4-FFF2-40B4-BE49-F238E27FC236}">
                    <a16:creationId xmlns:a16="http://schemas.microsoft.com/office/drawing/2014/main" id="{4783A07A-1829-A8E9-81E3-A4163411C3F0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5273675" y="2606675"/>
                <a:ext cx="1644650" cy="1644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6A8E37F7-E8CC-92E5-03CB-5E05108B24CE}"/>
                  </a:ext>
                </a:extLst>
              </p:cNvPr>
              <p:cNvGrpSpPr/>
              <p:nvPr/>
            </p:nvGrpSpPr>
            <p:grpSpPr>
              <a:xfrm>
                <a:off x="5443538" y="2941638"/>
                <a:ext cx="1304925" cy="973138"/>
                <a:chOff x="5443538" y="2941638"/>
                <a:chExt cx="1304925" cy="973138"/>
              </a:xfrm>
            </p:grpSpPr>
            <p:sp>
              <p:nvSpPr>
                <p:cNvPr id="42" name="Freeform 5">
                  <a:extLst>
                    <a:ext uri="{FF2B5EF4-FFF2-40B4-BE49-F238E27FC236}">
                      <a16:creationId xmlns:a16="http://schemas.microsoft.com/office/drawing/2014/main" id="{37D48C11-1628-EFF8-AA06-4409F426EC6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5443538" y="2941638"/>
                  <a:ext cx="1304925" cy="973138"/>
                </a:xfrm>
                <a:custGeom>
                  <a:avLst/>
                  <a:gdLst>
                    <a:gd name="T0" fmla="*/ 914 w 1828"/>
                    <a:gd name="T1" fmla="*/ 548 h 1364"/>
                    <a:gd name="T2" fmla="*/ 639 w 1828"/>
                    <a:gd name="T3" fmla="*/ 275 h 1364"/>
                    <a:gd name="T4" fmla="*/ 914 w 1828"/>
                    <a:gd name="T5" fmla="*/ 0 h 1364"/>
                    <a:gd name="T6" fmla="*/ 1189 w 1828"/>
                    <a:gd name="T7" fmla="*/ 275 h 1364"/>
                    <a:gd name="T8" fmla="*/ 914 w 1828"/>
                    <a:gd name="T9" fmla="*/ 548 h 1364"/>
                    <a:gd name="T10" fmla="*/ 416 w 1828"/>
                    <a:gd name="T11" fmla="*/ 1339 h 1364"/>
                    <a:gd name="T12" fmla="*/ 416 w 1828"/>
                    <a:gd name="T13" fmla="*/ 972 h 1364"/>
                    <a:gd name="T14" fmla="*/ 392 w 1828"/>
                    <a:gd name="T15" fmla="*/ 948 h 1364"/>
                    <a:gd name="T16" fmla="*/ 25 w 1828"/>
                    <a:gd name="T17" fmla="*/ 948 h 1364"/>
                    <a:gd name="T18" fmla="*/ 0 w 1828"/>
                    <a:gd name="T19" fmla="*/ 972 h 1364"/>
                    <a:gd name="T20" fmla="*/ 0 w 1828"/>
                    <a:gd name="T21" fmla="*/ 1339 h 1364"/>
                    <a:gd name="T22" fmla="*/ 25 w 1828"/>
                    <a:gd name="T23" fmla="*/ 1364 h 1364"/>
                    <a:gd name="T24" fmla="*/ 392 w 1828"/>
                    <a:gd name="T25" fmla="*/ 1364 h 1364"/>
                    <a:gd name="T26" fmla="*/ 416 w 1828"/>
                    <a:gd name="T27" fmla="*/ 1339 h 1364"/>
                    <a:gd name="T28" fmla="*/ 1123 w 1828"/>
                    <a:gd name="T29" fmla="*/ 1339 h 1364"/>
                    <a:gd name="T30" fmla="*/ 1123 w 1828"/>
                    <a:gd name="T31" fmla="*/ 972 h 1364"/>
                    <a:gd name="T32" fmla="*/ 1098 w 1828"/>
                    <a:gd name="T33" fmla="*/ 948 h 1364"/>
                    <a:gd name="T34" fmla="*/ 730 w 1828"/>
                    <a:gd name="T35" fmla="*/ 948 h 1364"/>
                    <a:gd name="T36" fmla="*/ 705 w 1828"/>
                    <a:gd name="T37" fmla="*/ 972 h 1364"/>
                    <a:gd name="T38" fmla="*/ 705 w 1828"/>
                    <a:gd name="T39" fmla="*/ 1339 h 1364"/>
                    <a:gd name="T40" fmla="*/ 730 w 1828"/>
                    <a:gd name="T41" fmla="*/ 1364 h 1364"/>
                    <a:gd name="T42" fmla="*/ 1098 w 1828"/>
                    <a:gd name="T43" fmla="*/ 1364 h 1364"/>
                    <a:gd name="T44" fmla="*/ 1123 w 1828"/>
                    <a:gd name="T45" fmla="*/ 1339 h 1364"/>
                    <a:gd name="T46" fmla="*/ 1828 w 1828"/>
                    <a:gd name="T47" fmla="*/ 1339 h 1364"/>
                    <a:gd name="T48" fmla="*/ 1828 w 1828"/>
                    <a:gd name="T49" fmla="*/ 972 h 1364"/>
                    <a:gd name="T50" fmla="*/ 1803 w 1828"/>
                    <a:gd name="T51" fmla="*/ 948 h 1364"/>
                    <a:gd name="T52" fmla="*/ 1436 w 1828"/>
                    <a:gd name="T53" fmla="*/ 948 h 1364"/>
                    <a:gd name="T54" fmla="*/ 1412 w 1828"/>
                    <a:gd name="T55" fmla="*/ 972 h 1364"/>
                    <a:gd name="T56" fmla="*/ 1412 w 1828"/>
                    <a:gd name="T57" fmla="*/ 1339 h 1364"/>
                    <a:gd name="T58" fmla="*/ 1436 w 1828"/>
                    <a:gd name="T59" fmla="*/ 1364 h 1364"/>
                    <a:gd name="T60" fmla="*/ 1803 w 1828"/>
                    <a:gd name="T61" fmla="*/ 1364 h 1364"/>
                    <a:gd name="T62" fmla="*/ 1828 w 1828"/>
                    <a:gd name="T63" fmla="*/ 1339 h 13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1828" h="1364">
                      <a:moveTo>
                        <a:pt x="914" y="548"/>
                      </a:moveTo>
                      <a:cubicBezTo>
                        <a:pt x="762" y="548"/>
                        <a:pt x="639" y="425"/>
                        <a:pt x="639" y="275"/>
                      </a:cubicBezTo>
                      <a:cubicBezTo>
                        <a:pt x="639" y="123"/>
                        <a:pt x="762" y="0"/>
                        <a:pt x="914" y="0"/>
                      </a:cubicBezTo>
                      <a:cubicBezTo>
                        <a:pt x="1066" y="0"/>
                        <a:pt x="1189" y="123"/>
                        <a:pt x="1189" y="275"/>
                      </a:cubicBezTo>
                      <a:cubicBezTo>
                        <a:pt x="1189" y="425"/>
                        <a:pt x="1066" y="548"/>
                        <a:pt x="914" y="548"/>
                      </a:cubicBezTo>
                      <a:close/>
                      <a:moveTo>
                        <a:pt x="416" y="1339"/>
                      </a:moveTo>
                      <a:cubicBezTo>
                        <a:pt x="416" y="972"/>
                        <a:pt x="416" y="972"/>
                        <a:pt x="416" y="972"/>
                      </a:cubicBezTo>
                      <a:cubicBezTo>
                        <a:pt x="416" y="959"/>
                        <a:pt x="405" y="948"/>
                        <a:pt x="392" y="948"/>
                      </a:cubicBezTo>
                      <a:cubicBezTo>
                        <a:pt x="25" y="948"/>
                        <a:pt x="25" y="948"/>
                        <a:pt x="25" y="948"/>
                      </a:cubicBezTo>
                      <a:cubicBezTo>
                        <a:pt x="11" y="948"/>
                        <a:pt x="0" y="959"/>
                        <a:pt x="0" y="972"/>
                      </a:cubicBezTo>
                      <a:cubicBezTo>
                        <a:pt x="0" y="1339"/>
                        <a:pt x="0" y="1339"/>
                        <a:pt x="0" y="1339"/>
                      </a:cubicBezTo>
                      <a:cubicBezTo>
                        <a:pt x="0" y="1353"/>
                        <a:pt x="11" y="1364"/>
                        <a:pt x="25" y="1364"/>
                      </a:cubicBezTo>
                      <a:cubicBezTo>
                        <a:pt x="392" y="1364"/>
                        <a:pt x="392" y="1364"/>
                        <a:pt x="392" y="1364"/>
                      </a:cubicBezTo>
                      <a:cubicBezTo>
                        <a:pt x="405" y="1364"/>
                        <a:pt x="416" y="1353"/>
                        <a:pt x="416" y="1339"/>
                      </a:cubicBezTo>
                      <a:close/>
                      <a:moveTo>
                        <a:pt x="1123" y="1339"/>
                      </a:moveTo>
                      <a:cubicBezTo>
                        <a:pt x="1123" y="972"/>
                        <a:pt x="1123" y="972"/>
                        <a:pt x="1123" y="972"/>
                      </a:cubicBezTo>
                      <a:cubicBezTo>
                        <a:pt x="1123" y="959"/>
                        <a:pt x="1112" y="948"/>
                        <a:pt x="1098" y="948"/>
                      </a:cubicBezTo>
                      <a:cubicBezTo>
                        <a:pt x="730" y="948"/>
                        <a:pt x="730" y="948"/>
                        <a:pt x="730" y="948"/>
                      </a:cubicBezTo>
                      <a:cubicBezTo>
                        <a:pt x="716" y="948"/>
                        <a:pt x="705" y="959"/>
                        <a:pt x="705" y="972"/>
                      </a:cubicBezTo>
                      <a:cubicBezTo>
                        <a:pt x="705" y="1339"/>
                        <a:pt x="705" y="1339"/>
                        <a:pt x="705" y="1339"/>
                      </a:cubicBezTo>
                      <a:cubicBezTo>
                        <a:pt x="705" y="1353"/>
                        <a:pt x="716" y="1364"/>
                        <a:pt x="730" y="1364"/>
                      </a:cubicBezTo>
                      <a:cubicBezTo>
                        <a:pt x="1098" y="1364"/>
                        <a:pt x="1098" y="1364"/>
                        <a:pt x="1098" y="1364"/>
                      </a:cubicBezTo>
                      <a:cubicBezTo>
                        <a:pt x="1112" y="1364"/>
                        <a:pt x="1123" y="1353"/>
                        <a:pt x="1123" y="1339"/>
                      </a:cubicBezTo>
                      <a:close/>
                      <a:moveTo>
                        <a:pt x="1828" y="1339"/>
                      </a:moveTo>
                      <a:cubicBezTo>
                        <a:pt x="1828" y="972"/>
                        <a:pt x="1828" y="972"/>
                        <a:pt x="1828" y="972"/>
                      </a:cubicBezTo>
                      <a:cubicBezTo>
                        <a:pt x="1828" y="959"/>
                        <a:pt x="1817" y="948"/>
                        <a:pt x="1803" y="948"/>
                      </a:cubicBezTo>
                      <a:cubicBezTo>
                        <a:pt x="1436" y="948"/>
                        <a:pt x="1436" y="948"/>
                        <a:pt x="1436" y="948"/>
                      </a:cubicBezTo>
                      <a:cubicBezTo>
                        <a:pt x="1423" y="948"/>
                        <a:pt x="1412" y="959"/>
                        <a:pt x="1412" y="972"/>
                      </a:cubicBezTo>
                      <a:cubicBezTo>
                        <a:pt x="1412" y="1339"/>
                        <a:pt x="1412" y="1339"/>
                        <a:pt x="1412" y="1339"/>
                      </a:cubicBezTo>
                      <a:cubicBezTo>
                        <a:pt x="1412" y="1353"/>
                        <a:pt x="1423" y="1364"/>
                        <a:pt x="1436" y="1364"/>
                      </a:cubicBezTo>
                      <a:cubicBezTo>
                        <a:pt x="1803" y="1364"/>
                        <a:pt x="1803" y="1364"/>
                        <a:pt x="1803" y="1364"/>
                      </a:cubicBezTo>
                      <a:cubicBezTo>
                        <a:pt x="1817" y="1364"/>
                        <a:pt x="1828" y="1353"/>
                        <a:pt x="1828" y="1339"/>
                      </a:cubicBezTo>
                      <a:close/>
                    </a:path>
                  </a:pathLst>
                </a:custGeom>
                <a:solidFill>
                  <a:srgbClr val="DF1B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2C2C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43" name="Freeform 6">
                  <a:extLst>
                    <a:ext uri="{FF2B5EF4-FFF2-40B4-BE49-F238E27FC236}">
                      <a16:creationId xmlns:a16="http://schemas.microsoft.com/office/drawing/2014/main" id="{743ACB76-567E-66B1-C419-B791E6D5EB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73713" y="3365500"/>
                  <a:ext cx="1044575" cy="217488"/>
                </a:xfrm>
                <a:custGeom>
                  <a:avLst/>
                  <a:gdLst>
                    <a:gd name="T0" fmla="*/ 1437 w 1462"/>
                    <a:gd name="T1" fmla="*/ 127 h 303"/>
                    <a:gd name="T2" fmla="*/ 756 w 1462"/>
                    <a:gd name="T3" fmla="*/ 127 h 303"/>
                    <a:gd name="T4" fmla="*/ 756 w 1462"/>
                    <a:gd name="T5" fmla="*/ 0 h 303"/>
                    <a:gd name="T6" fmla="*/ 731 w 1462"/>
                    <a:gd name="T7" fmla="*/ 1 h 303"/>
                    <a:gd name="T8" fmla="*/ 706 w 1462"/>
                    <a:gd name="T9" fmla="*/ 0 h 303"/>
                    <a:gd name="T10" fmla="*/ 706 w 1462"/>
                    <a:gd name="T11" fmla="*/ 127 h 303"/>
                    <a:gd name="T12" fmla="*/ 25 w 1462"/>
                    <a:gd name="T13" fmla="*/ 127 h 303"/>
                    <a:gd name="T14" fmla="*/ 0 w 1462"/>
                    <a:gd name="T15" fmla="*/ 152 h 303"/>
                    <a:gd name="T16" fmla="*/ 0 w 1462"/>
                    <a:gd name="T17" fmla="*/ 303 h 303"/>
                    <a:gd name="T18" fmla="*/ 50 w 1462"/>
                    <a:gd name="T19" fmla="*/ 303 h 303"/>
                    <a:gd name="T20" fmla="*/ 50 w 1462"/>
                    <a:gd name="T21" fmla="*/ 177 h 303"/>
                    <a:gd name="T22" fmla="*/ 706 w 1462"/>
                    <a:gd name="T23" fmla="*/ 177 h 303"/>
                    <a:gd name="T24" fmla="*/ 706 w 1462"/>
                    <a:gd name="T25" fmla="*/ 303 h 303"/>
                    <a:gd name="T26" fmla="*/ 756 w 1462"/>
                    <a:gd name="T27" fmla="*/ 303 h 303"/>
                    <a:gd name="T28" fmla="*/ 756 w 1462"/>
                    <a:gd name="T29" fmla="*/ 177 h 303"/>
                    <a:gd name="T30" fmla="*/ 1412 w 1462"/>
                    <a:gd name="T31" fmla="*/ 177 h 303"/>
                    <a:gd name="T32" fmla="*/ 1412 w 1462"/>
                    <a:gd name="T33" fmla="*/ 303 h 303"/>
                    <a:gd name="T34" fmla="*/ 1462 w 1462"/>
                    <a:gd name="T35" fmla="*/ 303 h 303"/>
                    <a:gd name="T36" fmla="*/ 1462 w 1462"/>
                    <a:gd name="T37" fmla="*/ 152 h 303"/>
                    <a:gd name="T38" fmla="*/ 1437 w 1462"/>
                    <a:gd name="T39" fmla="*/ 127 h 3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462" h="303">
                      <a:moveTo>
                        <a:pt x="1437" y="127"/>
                      </a:moveTo>
                      <a:cubicBezTo>
                        <a:pt x="756" y="127"/>
                        <a:pt x="756" y="127"/>
                        <a:pt x="756" y="127"/>
                      </a:cubicBezTo>
                      <a:cubicBezTo>
                        <a:pt x="756" y="0"/>
                        <a:pt x="756" y="0"/>
                        <a:pt x="756" y="0"/>
                      </a:cubicBezTo>
                      <a:cubicBezTo>
                        <a:pt x="748" y="1"/>
                        <a:pt x="739" y="1"/>
                        <a:pt x="731" y="1"/>
                      </a:cubicBezTo>
                      <a:cubicBezTo>
                        <a:pt x="723" y="1"/>
                        <a:pt x="714" y="1"/>
                        <a:pt x="706" y="0"/>
                      </a:cubicBezTo>
                      <a:cubicBezTo>
                        <a:pt x="706" y="127"/>
                        <a:pt x="706" y="127"/>
                        <a:pt x="706" y="127"/>
                      </a:cubicBezTo>
                      <a:cubicBezTo>
                        <a:pt x="25" y="127"/>
                        <a:pt x="25" y="127"/>
                        <a:pt x="25" y="127"/>
                      </a:cubicBezTo>
                      <a:cubicBezTo>
                        <a:pt x="12" y="127"/>
                        <a:pt x="0" y="139"/>
                        <a:pt x="0" y="152"/>
                      </a:cubicBezTo>
                      <a:cubicBezTo>
                        <a:pt x="0" y="303"/>
                        <a:pt x="0" y="303"/>
                        <a:pt x="0" y="303"/>
                      </a:cubicBezTo>
                      <a:cubicBezTo>
                        <a:pt x="50" y="303"/>
                        <a:pt x="50" y="303"/>
                        <a:pt x="50" y="303"/>
                      </a:cubicBezTo>
                      <a:cubicBezTo>
                        <a:pt x="50" y="177"/>
                        <a:pt x="50" y="177"/>
                        <a:pt x="50" y="177"/>
                      </a:cubicBezTo>
                      <a:cubicBezTo>
                        <a:pt x="706" y="177"/>
                        <a:pt x="706" y="177"/>
                        <a:pt x="706" y="177"/>
                      </a:cubicBezTo>
                      <a:cubicBezTo>
                        <a:pt x="706" y="303"/>
                        <a:pt x="706" y="303"/>
                        <a:pt x="706" y="303"/>
                      </a:cubicBezTo>
                      <a:cubicBezTo>
                        <a:pt x="756" y="303"/>
                        <a:pt x="756" y="303"/>
                        <a:pt x="756" y="303"/>
                      </a:cubicBezTo>
                      <a:cubicBezTo>
                        <a:pt x="756" y="177"/>
                        <a:pt x="756" y="177"/>
                        <a:pt x="756" y="177"/>
                      </a:cubicBezTo>
                      <a:cubicBezTo>
                        <a:pt x="1412" y="177"/>
                        <a:pt x="1412" y="177"/>
                        <a:pt x="1412" y="177"/>
                      </a:cubicBezTo>
                      <a:cubicBezTo>
                        <a:pt x="1412" y="303"/>
                        <a:pt x="1412" y="303"/>
                        <a:pt x="1412" y="303"/>
                      </a:cubicBezTo>
                      <a:cubicBezTo>
                        <a:pt x="1462" y="303"/>
                        <a:pt x="1462" y="303"/>
                        <a:pt x="1462" y="303"/>
                      </a:cubicBezTo>
                      <a:cubicBezTo>
                        <a:pt x="1462" y="152"/>
                        <a:pt x="1462" y="152"/>
                        <a:pt x="1462" y="152"/>
                      </a:cubicBezTo>
                      <a:cubicBezTo>
                        <a:pt x="1462" y="139"/>
                        <a:pt x="1450" y="127"/>
                        <a:pt x="1437" y="127"/>
                      </a:cubicBezTo>
                      <a:close/>
                    </a:path>
                  </a:pathLst>
                </a:custGeom>
                <a:solidFill>
                  <a:srgbClr val="26235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2C2C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</p:grp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6FBDBD7-B4F2-47F7-D37B-F8BDC1F52E91}"/>
              </a:ext>
            </a:extLst>
          </p:cNvPr>
          <p:cNvGrpSpPr/>
          <p:nvPr/>
        </p:nvGrpSpPr>
        <p:grpSpPr>
          <a:xfrm>
            <a:off x="4958364" y="4230717"/>
            <a:ext cx="786424" cy="787150"/>
            <a:chOff x="6749014" y="23795"/>
            <a:chExt cx="1223923" cy="1225056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BDF16D8-EA36-E7FC-7E6D-94EF8653AF6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749014" y="23795"/>
              <a:ext cx="1223923" cy="1225056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26235D"/>
                  </a:gs>
                  <a:gs pos="100000">
                    <a:srgbClr val="DF1B54"/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46" name="bcgIcons_Digital Innovation ">
              <a:extLst>
                <a:ext uri="{FF2B5EF4-FFF2-40B4-BE49-F238E27FC236}">
                  <a16:creationId xmlns:a16="http://schemas.microsoft.com/office/drawing/2014/main" id="{3286F2CF-6643-F419-84D2-600264AD32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928253" y="203200"/>
              <a:ext cx="865444" cy="866246"/>
              <a:chOff x="1682" y="0"/>
              <a:chExt cx="4316" cy="4320"/>
            </a:xfrm>
          </p:grpSpPr>
          <p:sp>
            <p:nvSpPr>
              <p:cNvPr id="47" name="AutoShape 13">
                <a:extLst>
                  <a:ext uri="{FF2B5EF4-FFF2-40B4-BE49-F238E27FC236}">
                    <a16:creationId xmlns:a16="http://schemas.microsoft.com/office/drawing/2014/main" id="{733F04A1-8579-5B8C-92DC-780891311312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682" y="0"/>
                <a:ext cx="4316" cy="4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48" name="Freeform 15">
                <a:extLst>
                  <a:ext uri="{FF2B5EF4-FFF2-40B4-BE49-F238E27FC236}">
                    <a16:creationId xmlns:a16="http://schemas.microsoft.com/office/drawing/2014/main" id="{47A0F8B2-C5D5-E744-3545-5C0C0CFD211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64" y="501"/>
                <a:ext cx="1956" cy="3307"/>
              </a:xfrm>
              <a:custGeom>
                <a:avLst/>
                <a:gdLst>
                  <a:gd name="T0" fmla="*/ 0 w 1044"/>
                  <a:gd name="T1" fmla="*/ 521 h 1764"/>
                  <a:gd name="T2" fmla="*/ 129 w 1044"/>
                  <a:gd name="T3" fmla="*/ 864 h 1764"/>
                  <a:gd name="T4" fmla="*/ 263 w 1044"/>
                  <a:gd name="T5" fmla="*/ 1262 h 1764"/>
                  <a:gd name="T6" fmla="*/ 200 w 1044"/>
                  <a:gd name="T7" fmla="*/ 1305 h 1764"/>
                  <a:gd name="T8" fmla="*/ 206 w 1044"/>
                  <a:gd name="T9" fmla="*/ 1414 h 1764"/>
                  <a:gd name="T10" fmla="*/ 200 w 1044"/>
                  <a:gd name="T11" fmla="*/ 1503 h 1764"/>
                  <a:gd name="T12" fmla="*/ 200 w 1044"/>
                  <a:gd name="T13" fmla="*/ 1545 h 1764"/>
                  <a:gd name="T14" fmla="*/ 243 w 1044"/>
                  <a:gd name="T15" fmla="*/ 1659 h 1764"/>
                  <a:gd name="T16" fmla="*/ 294 w 1044"/>
                  <a:gd name="T17" fmla="*/ 1698 h 1764"/>
                  <a:gd name="T18" fmla="*/ 522 w 1044"/>
                  <a:gd name="T19" fmla="*/ 1757 h 1764"/>
                  <a:gd name="T20" fmla="*/ 737 w 1044"/>
                  <a:gd name="T21" fmla="*/ 1718 h 1764"/>
                  <a:gd name="T22" fmla="*/ 750 w 1044"/>
                  <a:gd name="T23" fmla="*/ 1659 h 1764"/>
                  <a:gd name="T24" fmla="*/ 847 w 1044"/>
                  <a:gd name="T25" fmla="*/ 1616 h 1764"/>
                  <a:gd name="T26" fmla="*/ 842 w 1044"/>
                  <a:gd name="T27" fmla="*/ 1524 h 1764"/>
                  <a:gd name="T28" fmla="*/ 847 w 1044"/>
                  <a:gd name="T29" fmla="*/ 1435 h 1764"/>
                  <a:gd name="T30" fmla="*/ 847 w 1044"/>
                  <a:gd name="T31" fmla="*/ 1393 h 1764"/>
                  <a:gd name="T32" fmla="*/ 804 w 1044"/>
                  <a:gd name="T33" fmla="*/ 1262 h 1764"/>
                  <a:gd name="T34" fmla="*/ 781 w 1044"/>
                  <a:gd name="T35" fmla="*/ 1130 h 1764"/>
                  <a:gd name="T36" fmla="*/ 917 w 1044"/>
                  <a:gd name="T37" fmla="*/ 862 h 1764"/>
                  <a:gd name="T38" fmla="*/ 522 w 1044"/>
                  <a:gd name="T39" fmla="*/ 0 h 1764"/>
                  <a:gd name="T40" fmla="*/ 244 w 1044"/>
                  <a:gd name="T41" fmla="*/ 1436 h 1764"/>
                  <a:gd name="T42" fmla="*/ 803 w 1044"/>
                  <a:gd name="T43" fmla="*/ 1502 h 1764"/>
                  <a:gd name="T44" fmla="*/ 706 w 1044"/>
                  <a:gd name="T45" fmla="*/ 1684 h 1764"/>
                  <a:gd name="T46" fmla="*/ 520 w 1044"/>
                  <a:gd name="T47" fmla="*/ 1713 h 1764"/>
                  <a:gd name="T48" fmla="*/ 338 w 1044"/>
                  <a:gd name="T49" fmla="*/ 1659 h 1764"/>
                  <a:gd name="T50" fmla="*/ 706 w 1044"/>
                  <a:gd name="T51" fmla="*/ 1684 h 1764"/>
                  <a:gd name="T52" fmla="*/ 244 w 1044"/>
                  <a:gd name="T53" fmla="*/ 1546 h 1764"/>
                  <a:gd name="T54" fmla="*/ 803 w 1044"/>
                  <a:gd name="T55" fmla="*/ 1615 h 1764"/>
                  <a:gd name="T56" fmla="*/ 803 w 1044"/>
                  <a:gd name="T57" fmla="*/ 1392 h 1764"/>
                  <a:gd name="T58" fmla="*/ 244 w 1044"/>
                  <a:gd name="T59" fmla="*/ 1306 h 1764"/>
                  <a:gd name="T60" fmla="*/ 803 w 1044"/>
                  <a:gd name="T61" fmla="*/ 1392 h 1764"/>
                  <a:gd name="T62" fmla="*/ 737 w 1044"/>
                  <a:gd name="T63" fmla="*/ 1130 h 1764"/>
                  <a:gd name="T64" fmla="*/ 307 w 1044"/>
                  <a:gd name="T65" fmla="*/ 1262 h 1764"/>
                  <a:gd name="T66" fmla="*/ 160 w 1044"/>
                  <a:gd name="T67" fmla="*/ 833 h 1764"/>
                  <a:gd name="T68" fmla="*/ 522 w 1044"/>
                  <a:gd name="T69" fmla="*/ 44 h 1764"/>
                  <a:gd name="T70" fmla="*/ 884 w 1044"/>
                  <a:gd name="T71" fmla="*/ 833 h 1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44" h="1764">
                    <a:moveTo>
                      <a:pt x="522" y="0"/>
                    </a:moveTo>
                    <a:cubicBezTo>
                      <a:pt x="234" y="0"/>
                      <a:pt x="0" y="234"/>
                      <a:pt x="0" y="521"/>
                    </a:cubicBezTo>
                    <a:cubicBezTo>
                      <a:pt x="0" y="647"/>
                      <a:pt x="46" y="768"/>
                      <a:pt x="128" y="862"/>
                    </a:cubicBezTo>
                    <a:cubicBezTo>
                      <a:pt x="129" y="864"/>
                      <a:pt x="129" y="864"/>
                      <a:pt x="129" y="864"/>
                    </a:cubicBezTo>
                    <a:cubicBezTo>
                      <a:pt x="131" y="865"/>
                      <a:pt x="263" y="991"/>
                      <a:pt x="263" y="1130"/>
                    </a:cubicBezTo>
                    <a:cubicBezTo>
                      <a:pt x="263" y="1262"/>
                      <a:pt x="263" y="1262"/>
                      <a:pt x="263" y="1262"/>
                    </a:cubicBezTo>
                    <a:cubicBezTo>
                      <a:pt x="243" y="1262"/>
                      <a:pt x="243" y="1262"/>
                      <a:pt x="243" y="1262"/>
                    </a:cubicBezTo>
                    <a:cubicBezTo>
                      <a:pt x="219" y="1262"/>
                      <a:pt x="200" y="1281"/>
                      <a:pt x="200" y="1305"/>
                    </a:cubicBezTo>
                    <a:cubicBezTo>
                      <a:pt x="200" y="1393"/>
                      <a:pt x="200" y="1393"/>
                      <a:pt x="200" y="1393"/>
                    </a:cubicBezTo>
                    <a:cubicBezTo>
                      <a:pt x="200" y="1401"/>
                      <a:pt x="202" y="1408"/>
                      <a:pt x="206" y="1414"/>
                    </a:cubicBezTo>
                    <a:cubicBezTo>
                      <a:pt x="202" y="1420"/>
                      <a:pt x="200" y="1427"/>
                      <a:pt x="200" y="1435"/>
                    </a:cubicBezTo>
                    <a:cubicBezTo>
                      <a:pt x="200" y="1503"/>
                      <a:pt x="200" y="1503"/>
                      <a:pt x="200" y="1503"/>
                    </a:cubicBezTo>
                    <a:cubicBezTo>
                      <a:pt x="200" y="1510"/>
                      <a:pt x="202" y="1517"/>
                      <a:pt x="206" y="1524"/>
                    </a:cubicBezTo>
                    <a:cubicBezTo>
                      <a:pt x="202" y="1530"/>
                      <a:pt x="200" y="1537"/>
                      <a:pt x="200" y="1545"/>
                    </a:cubicBezTo>
                    <a:cubicBezTo>
                      <a:pt x="200" y="1616"/>
                      <a:pt x="200" y="1616"/>
                      <a:pt x="200" y="1616"/>
                    </a:cubicBezTo>
                    <a:cubicBezTo>
                      <a:pt x="200" y="1640"/>
                      <a:pt x="219" y="1659"/>
                      <a:pt x="243" y="1659"/>
                    </a:cubicBezTo>
                    <a:cubicBezTo>
                      <a:pt x="294" y="1659"/>
                      <a:pt x="294" y="1659"/>
                      <a:pt x="294" y="1659"/>
                    </a:cubicBezTo>
                    <a:cubicBezTo>
                      <a:pt x="294" y="1698"/>
                      <a:pt x="294" y="1698"/>
                      <a:pt x="294" y="1698"/>
                    </a:cubicBezTo>
                    <a:cubicBezTo>
                      <a:pt x="294" y="1707"/>
                      <a:pt x="299" y="1715"/>
                      <a:pt x="307" y="1718"/>
                    </a:cubicBezTo>
                    <a:cubicBezTo>
                      <a:pt x="410" y="1764"/>
                      <a:pt x="506" y="1758"/>
                      <a:pt x="522" y="1757"/>
                    </a:cubicBezTo>
                    <a:cubicBezTo>
                      <a:pt x="526" y="1758"/>
                      <a:pt x="535" y="1758"/>
                      <a:pt x="547" y="1758"/>
                    </a:cubicBezTo>
                    <a:cubicBezTo>
                      <a:pt x="585" y="1758"/>
                      <a:pt x="659" y="1753"/>
                      <a:pt x="737" y="1718"/>
                    </a:cubicBezTo>
                    <a:cubicBezTo>
                      <a:pt x="745" y="1715"/>
                      <a:pt x="750" y="1707"/>
                      <a:pt x="750" y="1698"/>
                    </a:cubicBezTo>
                    <a:cubicBezTo>
                      <a:pt x="750" y="1659"/>
                      <a:pt x="750" y="1659"/>
                      <a:pt x="750" y="1659"/>
                    </a:cubicBezTo>
                    <a:cubicBezTo>
                      <a:pt x="804" y="1659"/>
                      <a:pt x="804" y="1659"/>
                      <a:pt x="804" y="1659"/>
                    </a:cubicBezTo>
                    <a:cubicBezTo>
                      <a:pt x="828" y="1659"/>
                      <a:pt x="847" y="1640"/>
                      <a:pt x="847" y="1616"/>
                    </a:cubicBezTo>
                    <a:cubicBezTo>
                      <a:pt x="847" y="1545"/>
                      <a:pt x="847" y="1545"/>
                      <a:pt x="847" y="1545"/>
                    </a:cubicBezTo>
                    <a:cubicBezTo>
                      <a:pt x="847" y="1537"/>
                      <a:pt x="845" y="1530"/>
                      <a:pt x="842" y="1524"/>
                    </a:cubicBezTo>
                    <a:cubicBezTo>
                      <a:pt x="845" y="1517"/>
                      <a:pt x="847" y="1510"/>
                      <a:pt x="847" y="1503"/>
                    </a:cubicBezTo>
                    <a:cubicBezTo>
                      <a:pt x="847" y="1435"/>
                      <a:pt x="847" y="1435"/>
                      <a:pt x="847" y="1435"/>
                    </a:cubicBezTo>
                    <a:cubicBezTo>
                      <a:pt x="847" y="1427"/>
                      <a:pt x="845" y="1420"/>
                      <a:pt x="842" y="1414"/>
                    </a:cubicBezTo>
                    <a:cubicBezTo>
                      <a:pt x="845" y="1408"/>
                      <a:pt x="847" y="1401"/>
                      <a:pt x="847" y="1393"/>
                    </a:cubicBezTo>
                    <a:cubicBezTo>
                      <a:pt x="847" y="1305"/>
                      <a:pt x="847" y="1305"/>
                      <a:pt x="847" y="1305"/>
                    </a:cubicBezTo>
                    <a:cubicBezTo>
                      <a:pt x="847" y="1281"/>
                      <a:pt x="828" y="1262"/>
                      <a:pt x="804" y="1262"/>
                    </a:cubicBezTo>
                    <a:cubicBezTo>
                      <a:pt x="781" y="1262"/>
                      <a:pt x="781" y="1262"/>
                      <a:pt x="781" y="1262"/>
                    </a:cubicBezTo>
                    <a:cubicBezTo>
                      <a:pt x="781" y="1130"/>
                      <a:pt x="781" y="1130"/>
                      <a:pt x="781" y="1130"/>
                    </a:cubicBezTo>
                    <a:cubicBezTo>
                      <a:pt x="781" y="991"/>
                      <a:pt x="914" y="865"/>
                      <a:pt x="915" y="864"/>
                    </a:cubicBezTo>
                    <a:cubicBezTo>
                      <a:pt x="917" y="862"/>
                      <a:pt x="917" y="862"/>
                      <a:pt x="917" y="862"/>
                    </a:cubicBezTo>
                    <a:cubicBezTo>
                      <a:pt x="999" y="768"/>
                      <a:pt x="1044" y="647"/>
                      <a:pt x="1044" y="521"/>
                    </a:cubicBezTo>
                    <a:cubicBezTo>
                      <a:pt x="1044" y="234"/>
                      <a:pt x="810" y="0"/>
                      <a:pt x="522" y="0"/>
                    </a:cubicBezTo>
                    <a:close/>
                    <a:moveTo>
                      <a:pt x="244" y="1502"/>
                    </a:moveTo>
                    <a:cubicBezTo>
                      <a:pt x="244" y="1436"/>
                      <a:pt x="244" y="1436"/>
                      <a:pt x="244" y="1436"/>
                    </a:cubicBezTo>
                    <a:cubicBezTo>
                      <a:pt x="803" y="1436"/>
                      <a:pt x="803" y="1436"/>
                      <a:pt x="803" y="1436"/>
                    </a:cubicBezTo>
                    <a:cubicBezTo>
                      <a:pt x="803" y="1502"/>
                      <a:pt x="803" y="1502"/>
                      <a:pt x="803" y="1502"/>
                    </a:cubicBezTo>
                    <a:lnTo>
                      <a:pt x="244" y="1502"/>
                    </a:lnTo>
                    <a:close/>
                    <a:moveTo>
                      <a:pt x="706" y="1684"/>
                    </a:moveTo>
                    <a:cubicBezTo>
                      <a:pt x="611" y="1721"/>
                      <a:pt x="525" y="1713"/>
                      <a:pt x="524" y="1713"/>
                    </a:cubicBezTo>
                    <a:cubicBezTo>
                      <a:pt x="523" y="1713"/>
                      <a:pt x="521" y="1713"/>
                      <a:pt x="520" y="1713"/>
                    </a:cubicBezTo>
                    <a:cubicBezTo>
                      <a:pt x="519" y="1713"/>
                      <a:pt x="433" y="1721"/>
                      <a:pt x="338" y="1684"/>
                    </a:cubicBezTo>
                    <a:cubicBezTo>
                      <a:pt x="338" y="1659"/>
                      <a:pt x="338" y="1659"/>
                      <a:pt x="338" y="1659"/>
                    </a:cubicBezTo>
                    <a:cubicBezTo>
                      <a:pt x="706" y="1659"/>
                      <a:pt x="706" y="1659"/>
                      <a:pt x="706" y="1659"/>
                    </a:cubicBezTo>
                    <a:lnTo>
                      <a:pt x="706" y="1684"/>
                    </a:lnTo>
                    <a:close/>
                    <a:moveTo>
                      <a:pt x="244" y="1615"/>
                    </a:moveTo>
                    <a:cubicBezTo>
                      <a:pt x="244" y="1546"/>
                      <a:pt x="244" y="1546"/>
                      <a:pt x="244" y="1546"/>
                    </a:cubicBezTo>
                    <a:cubicBezTo>
                      <a:pt x="803" y="1546"/>
                      <a:pt x="803" y="1546"/>
                      <a:pt x="803" y="1546"/>
                    </a:cubicBezTo>
                    <a:cubicBezTo>
                      <a:pt x="803" y="1615"/>
                      <a:pt x="803" y="1615"/>
                      <a:pt x="803" y="1615"/>
                    </a:cubicBezTo>
                    <a:lnTo>
                      <a:pt x="244" y="1615"/>
                    </a:lnTo>
                    <a:close/>
                    <a:moveTo>
                      <a:pt x="803" y="1392"/>
                    </a:moveTo>
                    <a:cubicBezTo>
                      <a:pt x="244" y="1392"/>
                      <a:pt x="244" y="1392"/>
                      <a:pt x="244" y="1392"/>
                    </a:cubicBezTo>
                    <a:cubicBezTo>
                      <a:pt x="244" y="1306"/>
                      <a:pt x="244" y="1306"/>
                      <a:pt x="244" y="1306"/>
                    </a:cubicBezTo>
                    <a:cubicBezTo>
                      <a:pt x="803" y="1306"/>
                      <a:pt x="803" y="1306"/>
                      <a:pt x="803" y="1306"/>
                    </a:cubicBezTo>
                    <a:lnTo>
                      <a:pt x="803" y="1392"/>
                    </a:lnTo>
                    <a:close/>
                    <a:moveTo>
                      <a:pt x="884" y="833"/>
                    </a:moveTo>
                    <a:cubicBezTo>
                      <a:pt x="870" y="846"/>
                      <a:pt x="737" y="976"/>
                      <a:pt x="737" y="1130"/>
                    </a:cubicBezTo>
                    <a:cubicBezTo>
                      <a:pt x="737" y="1262"/>
                      <a:pt x="737" y="1262"/>
                      <a:pt x="737" y="1262"/>
                    </a:cubicBezTo>
                    <a:cubicBezTo>
                      <a:pt x="307" y="1262"/>
                      <a:pt x="307" y="1262"/>
                      <a:pt x="307" y="1262"/>
                    </a:cubicBezTo>
                    <a:cubicBezTo>
                      <a:pt x="307" y="1130"/>
                      <a:pt x="307" y="1130"/>
                      <a:pt x="307" y="1130"/>
                    </a:cubicBezTo>
                    <a:cubicBezTo>
                      <a:pt x="307" y="976"/>
                      <a:pt x="174" y="846"/>
                      <a:pt x="160" y="833"/>
                    </a:cubicBezTo>
                    <a:cubicBezTo>
                      <a:pt x="85" y="746"/>
                      <a:pt x="44" y="636"/>
                      <a:pt x="44" y="521"/>
                    </a:cubicBezTo>
                    <a:cubicBezTo>
                      <a:pt x="44" y="258"/>
                      <a:pt x="259" y="44"/>
                      <a:pt x="522" y="44"/>
                    </a:cubicBezTo>
                    <a:cubicBezTo>
                      <a:pt x="785" y="44"/>
                      <a:pt x="1000" y="258"/>
                      <a:pt x="1000" y="521"/>
                    </a:cubicBezTo>
                    <a:cubicBezTo>
                      <a:pt x="1000" y="636"/>
                      <a:pt x="959" y="746"/>
                      <a:pt x="884" y="833"/>
                    </a:cubicBezTo>
                    <a:close/>
                  </a:path>
                </a:pathLst>
              </a:custGeom>
              <a:solidFill>
                <a:srgbClr val="2623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49" name="Freeform 16">
                <a:extLst>
                  <a:ext uri="{FF2B5EF4-FFF2-40B4-BE49-F238E27FC236}">
                    <a16:creationId xmlns:a16="http://schemas.microsoft.com/office/drawing/2014/main" id="{DA8A80B3-2930-0673-D9A9-CEE151507A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023" y="660"/>
                <a:ext cx="1638" cy="2130"/>
              </a:xfrm>
              <a:custGeom>
                <a:avLst/>
                <a:gdLst>
                  <a:gd name="T0" fmla="*/ 482 w 874"/>
                  <a:gd name="T1" fmla="*/ 304 h 1136"/>
                  <a:gd name="T2" fmla="*/ 482 w 874"/>
                  <a:gd name="T3" fmla="*/ 259 h 1136"/>
                  <a:gd name="T4" fmla="*/ 513 w 874"/>
                  <a:gd name="T5" fmla="*/ 554 h 1136"/>
                  <a:gd name="T6" fmla="*/ 513 w 874"/>
                  <a:gd name="T7" fmla="*/ 599 h 1136"/>
                  <a:gd name="T8" fmla="*/ 513 w 874"/>
                  <a:gd name="T9" fmla="*/ 554 h 1136"/>
                  <a:gd name="T10" fmla="*/ 160 w 874"/>
                  <a:gd name="T11" fmla="*/ 605 h 1136"/>
                  <a:gd name="T12" fmla="*/ 206 w 874"/>
                  <a:gd name="T13" fmla="*/ 605 h 1136"/>
                  <a:gd name="T14" fmla="*/ 328 w 874"/>
                  <a:gd name="T15" fmla="*/ 699 h 1136"/>
                  <a:gd name="T16" fmla="*/ 328 w 874"/>
                  <a:gd name="T17" fmla="*/ 744 h 1136"/>
                  <a:gd name="T18" fmla="*/ 328 w 874"/>
                  <a:gd name="T19" fmla="*/ 699 h 1136"/>
                  <a:gd name="T20" fmla="*/ 716 w 874"/>
                  <a:gd name="T21" fmla="*/ 361 h 1136"/>
                  <a:gd name="T22" fmla="*/ 761 w 874"/>
                  <a:gd name="T23" fmla="*/ 361 h 1136"/>
                  <a:gd name="T24" fmla="*/ 874 w 874"/>
                  <a:gd name="T25" fmla="*/ 436 h 1136"/>
                  <a:gd name="T26" fmla="*/ 611 w 874"/>
                  <a:gd name="T27" fmla="*/ 1045 h 1136"/>
                  <a:gd name="T28" fmla="*/ 263 w 874"/>
                  <a:gd name="T29" fmla="*/ 1136 h 1136"/>
                  <a:gd name="T30" fmla="*/ 105 w 874"/>
                  <a:gd name="T31" fmla="*/ 720 h 1136"/>
                  <a:gd name="T32" fmla="*/ 437 w 874"/>
                  <a:gd name="T33" fmla="*/ 0 h 1136"/>
                  <a:gd name="T34" fmla="*/ 250 w 874"/>
                  <a:gd name="T35" fmla="*/ 605 h 1136"/>
                  <a:gd name="T36" fmla="*/ 172 w 874"/>
                  <a:gd name="T37" fmla="*/ 539 h 1136"/>
                  <a:gd name="T38" fmla="*/ 157 w 874"/>
                  <a:gd name="T39" fmla="*/ 378 h 1136"/>
                  <a:gd name="T40" fmla="*/ 155 w 874"/>
                  <a:gd name="T41" fmla="*/ 244 h 1136"/>
                  <a:gd name="T42" fmla="*/ 115 w 874"/>
                  <a:gd name="T43" fmla="*/ 364 h 1136"/>
                  <a:gd name="T44" fmla="*/ 133 w 874"/>
                  <a:gd name="T45" fmla="*/ 561 h 1136"/>
                  <a:gd name="T46" fmla="*/ 183 w 874"/>
                  <a:gd name="T47" fmla="*/ 672 h 1136"/>
                  <a:gd name="T48" fmla="*/ 576 w 874"/>
                  <a:gd name="T49" fmla="*/ 555 h 1136"/>
                  <a:gd name="T50" fmla="*/ 667 w 874"/>
                  <a:gd name="T51" fmla="*/ 409 h 1136"/>
                  <a:gd name="T52" fmla="*/ 533 w 874"/>
                  <a:gd name="T53" fmla="*/ 409 h 1136"/>
                  <a:gd name="T54" fmla="*/ 548 w 874"/>
                  <a:gd name="T55" fmla="*/ 520 h 1136"/>
                  <a:gd name="T56" fmla="*/ 446 w 874"/>
                  <a:gd name="T57" fmla="*/ 577 h 1136"/>
                  <a:gd name="T58" fmla="*/ 580 w 874"/>
                  <a:gd name="T59" fmla="*/ 577 h 1136"/>
                  <a:gd name="T60" fmla="*/ 548 w 874"/>
                  <a:gd name="T61" fmla="*/ 282 h 1136"/>
                  <a:gd name="T62" fmla="*/ 423 w 874"/>
                  <a:gd name="T63" fmla="*/ 250 h 1136"/>
                  <a:gd name="T64" fmla="*/ 290 w 874"/>
                  <a:gd name="T65" fmla="*/ 546 h 1136"/>
                  <a:gd name="T66" fmla="*/ 351 w 874"/>
                  <a:gd name="T67" fmla="*/ 639 h 1136"/>
                  <a:gd name="T68" fmla="*/ 351 w 874"/>
                  <a:gd name="T69" fmla="*/ 505 h 1136"/>
                  <a:gd name="T70" fmla="*/ 296 w 874"/>
                  <a:gd name="T71" fmla="*/ 434 h 1136"/>
                  <a:gd name="T72" fmla="*/ 482 w 874"/>
                  <a:gd name="T73" fmla="*/ 348 h 1136"/>
                  <a:gd name="T74" fmla="*/ 770 w 874"/>
                  <a:gd name="T75" fmla="*/ 588 h 1136"/>
                  <a:gd name="T76" fmla="*/ 637 w 874"/>
                  <a:gd name="T77" fmla="*/ 588 h 1136"/>
                  <a:gd name="T78" fmla="*/ 437 w 874"/>
                  <a:gd name="T79" fmla="*/ 719 h 1136"/>
                  <a:gd name="T80" fmla="*/ 328 w 874"/>
                  <a:gd name="T81" fmla="*/ 655 h 1136"/>
                  <a:gd name="T82" fmla="*/ 328 w 874"/>
                  <a:gd name="T83" fmla="*/ 788 h 1136"/>
                  <a:gd name="T84" fmla="*/ 437 w 874"/>
                  <a:gd name="T85" fmla="*/ 763 h 1136"/>
                  <a:gd name="T86" fmla="*/ 703 w 874"/>
                  <a:gd name="T87" fmla="*/ 655 h 1136"/>
                  <a:gd name="T88" fmla="*/ 805 w 874"/>
                  <a:gd name="T89" fmla="*/ 361 h 1136"/>
                  <a:gd name="T90" fmla="*/ 736 w 874"/>
                  <a:gd name="T91" fmla="*/ 295 h 1136"/>
                  <a:gd name="T92" fmla="*/ 320 w 874"/>
                  <a:gd name="T93" fmla="*/ 126 h 1136"/>
                  <a:gd name="T94" fmla="*/ 207 w 874"/>
                  <a:gd name="T95" fmla="*/ 174 h 1136"/>
                  <a:gd name="T96" fmla="*/ 341 w 874"/>
                  <a:gd name="T97" fmla="*/ 174 h 1136"/>
                  <a:gd name="T98" fmla="*/ 437 w 874"/>
                  <a:gd name="T99" fmla="*/ 148 h 1136"/>
                  <a:gd name="T100" fmla="*/ 672 w 874"/>
                  <a:gd name="T101" fmla="*/ 361 h 1136"/>
                  <a:gd name="T102" fmla="*/ 805 w 874"/>
                  <a:gd name="T103" fmla="*/ 361 h 1136"/>
                  <a:gd name="T104" fmla="*/ 251 w 874"/>
                  <a:gd name="T105" fmla="*/ 174 h 1136"/>
                  <a:gd name="T106" fmla="*/ 297 w 874"/>
                  <a:gd name="T107" fmla="*/ 174 h 1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74" h="1136">
                    <a:moveTo>
                      <a:pt x="504" y="282"/>
                    </a:moveTo>
                    <a:cubicBezTo>
                      <a:pt x="504" y="294"/>
                      <a:pt x="494" y="304"/>
                      <a:pt x="482" y="304"/>
                    </a:cubicBezTo>
                    <a:cubicBezTo>
                      <a:pt x="469" y="304"/>
                      <a:pt x="459" y="294"/>
                      <a:pt x="459" y="282"/>
                    </a:cubicBezTo>
                    <a:cubicBezTo>
                      <a:pt x="459" y="269"/>
                      <a:pt x="469" y="259"/>
                      <a:pt x="482" y="259"/>
                    </a:cubicBezTo>
                    <a:cubicBezTo>
                      <a:pt x="494" y="259"/>
                      <a:pt x="504" y="269"/>
                      <a:pt x="504" y="282"/>
                    </a:cubicBezTo>
                    <a:close/>
                    <a:moveTo>
                      <a:pt x="513" y="554"/>
                    </a:moveTo>
                    <a:cubicBezTo>
                      <a:pt x="501" y="554"/>
                      <a:pt x="490" y="564"/>
                      <a:pt x="490" y="577"/>
                    </a:cubicBezTo>
                    <a:cubicBezTo>
                      <a:pt x="490" y="589"/>
                      <a:pt x="501" y="599"/>
                      <a:pt x="513" y="599"/>
                    </a:cubicBezTo>
                    <a:cubicBezTo>
                      <a:pt x="526" y="599"/>
                      <a:pt x="536" y="589"/>
                      <a:pt x="536" y="577"/>
                    </a:cubicBezTo>
                    <a:cubicBezTo>
                      <a:pt x="536" y="564"/>
                      <a:pt x="526" y="554"/>
                      <a:pt x="513" y="554"/>
                    </a:cubicBezTo>
                    <a:close/>
                    <a:moveTo>
                      <a:pt x="183" y="582"/>
                    </a:moveTo>
                    <a:cubicBezTo>
                      <a:pt x="170" y="582"/>
                      <a:pt x="160" y="593"/>
                      <a:pt x="160" y="605"/>
                    </a:cubicBezTo>
                    <a:cubicBezTo>
                      <a:pt x="160" y="618"/>
                      <a:pt x="170" y="628"/>
                      <a:pt x="183" y="628"/>
                    </a:cubicBezTo>
                    <a:cubicBezTo>
                      <a:pt x="195" y="628"/>
                      <a:pt x="206" y="618"/>
                      <a:pt x="206" y="605"/>
                    </a:cubicBezTo>
                    <a:cubicBezTo>
                      <a:pt x="206" y="593"/>
                      <a:pt x="195" y="582"/>
                      <a:pt x="183" y="582"/>
                    </a:cubicBezTo>
                    <a:close/>
                    <a:moveTo>
                      <a:pt x="328" y="699"/>
                    </a:moveTo>
                    <a:cubicBezTo>
                      <a:pt x="316" y="699"/>
                      <a:pt x="306" y="709"/>
                      <a:pt x="306" y="722"/>
                    </a:cubicBezTo>
                    <a:cubicBezTo>
                      <a:pt x="306" y="734"/>
                      <a:pt x="316" y="744"/>
                      <a:pt x="328" y="744"/>
                    </a:cubicBezTo>
                    <a:cubicBezTo>
                      <a:pt x="341" y="744"/>
                      <a:pt x="351" y="734"/>
                      <a:pt x="351" y="722"/>
                    </a:cubicBezTo>
                    <a:cubicBezTo>
                      <a:pt x="351" y="709"/>
                      <a:pt x="341" y="699"/>
                      <a:pt x="328" y="699"/>
                    </a:cubicBezTo>
                    <a:close/>
                    <a:moveTo>
                      <a:pt x="739" y="338"/>
                    </a:moveTo>
                    <a:cubicBezTo>
                      <a:pt x="726" y="338"/>
                      <a:pt x="716" y="349"/>
                      <a:pt x="716" y="361"/>
                    </a:cubicBezTo>
                    <a:cubicBezTo>
                      <a:pt x="716" y="374"/>
                      <a:pt x="726" y="384"/>
                      <a:pt x="739" y="384"/>
                    </a:cubicBezTo>
                    <a:cubicBezTo>
                      <a:pt x="751" y="384"/>
                      <a:pt x="761" y="374"/>
                      <a:pt x="761" y="361"/>
                    </a:cubicBezTo>
                    <a:cubicBezTo>
                      <a:pt x="761" y="349"/>
                      <a:pt x="751" y="338"/>
                      <a:pt x="739" y="338"/>
                    </a:cubicBezTo>
                    <a:close/>
                    <a:moveTo>
                      <a:pt x="874" y="436"/>
                    </a:moveTo>
                    <a:cubicBezTo>
                      <a:pt x="874" y="540"/>
                      <a:pt x="837" y="641"/>
                      <a:pt x="769" y="720"/>
                    </a:cubicBezTo>
                    <a:cubicBezTo>
                      <a:pt x="747" y="741"/>
                      <a:pt x="611" y="880"/>
                      <a:pt x="611" y="1045"/>
                    </a:cubicBezTo>
                    <a:cubicBezTo>
                      <a:pt x="611" y="1136"/>
                      <a:pt x="611" y="1136"/>
                      <a:pt x="611" y="1136"/>
                    </a:cubicBezTo>
                    <a:cubicBezTo>
                      <a:pt x="263" y="1136"/>
                      <a:pt x="263" y="1136"/>
                      <a:pt x="263" y="1136"/>
                    </a:cubicBezTo>
                    <a:cubicBezTo>
                      <a:pt x="263" y="1045"/>
                      <a:pt x="263" y="1045"/>
                      <a:pt x="263" y="1045"/>
                    </a:cubicBezTo>
                    <a:cubicBezTo>
                      <a:pt x="263" y="880"/>
                      <a:pt x="127" y="741"/>
                      <a:pt x="105" y="720"/>
                    </a:cubicBezTo>
                    <a:cubicBezTo>
                      <a:pt x="37" y="641"/>
                      <a:pt x="0" y="540"/>
                      <a:pt x="0" y="436"/>
                    </a:cubicBezTo>
                    <a:cubicBezTo>
                      <a:pt x="0" y="195"/>
                      <a:pt x="196" y="0"/>
                      <a:pt x="437" y="0"/>
                    </a:cubicBezTo>
                    <a:cubicBezTo>
                      <a:pt x="678" y="0"/>
                      <a:pt x="874" y="195"/>
                      <a:pt x="874" y="436"/>
                    </a:cubicBezTo>
                    <a:close/>
                    <a:moveTo>
                      <a:pt x="250" y="605"/>
                    </a:moveTo>
                    <a:cubicBezTo>
                      <a:pt x="250" y="568"/>
                      <a:pt x="220" y="538"/>
                      <a:pt x="183" y="538"/>
                    </a:cubicBezTo>
                    <a:cubicBezTo>
                      <a:pt x="179" y="538"/>
                      <a:pt x="175" y="539"/>
                      <a:pt x="172" y="539"/>
                    </a:cubicBezTo>
                    <a:cubicBezTo>
                      <a:pt x="158" y="506"/>
                      <a:pt x="152" y="471"/>
                      <a:pt x="152" y="434"/>
                    </a:cubicBezTo>
                    <a:cubicBezTo>
                      <a:pt x="152" y="415"/>
                      <a:pt x="153" y="396"/>
                      <a:pt x="157" y="378"/>
                    </a:cubicBezTo>
                    <a:cubicBezTo>
                      <a:pt x="193" y="377"/>
                      <a:pt x="222" y="347"/>
                      <a:pt x="222" y="311"/>
                    </a:cubicBezTo>
                    <a:cubicBezTo>
                      <a:pt x="222" y="274"/>
                      <a:pt x="192" y="244"/>
                      <a:pt x="155" y="244"/>
                    </a:cubicBezTo>
                    <a:cubicBezTo>
                      <a:pt x="119" y="244"/>
                      <a:pt x="89" y="274"/>
                      <a:pt x="89" y="311"/>
                    </a:cubicBezTo>
                    <a:cubicBezTo>
                      <a:pt x="89" y="333"/>
                      <a:pt x="99" y="352"/>
                      <a:pt x="115" y="364"/>
                    </a:cubicBezTo>
                    <a:cubicBezTo>
                      <a:pt x="110" y="387"/>
                      <a:pt x="108" y="410"/>
                      <a:pt x="108" y="434"/>
                    </a:cubicBezTo>
                    <a:cubicBezTo>
                      <a:pt x="108" y="478"/>
                      <a:pt x="116" y="521"/>
                      <a:pt x="133" y="561"/>
                    </a:cubicBezTo>
                    <a:cubicBezTo>
                      <a:pt x="123" y="573"/>
                      <a:pt x="116" y="588"/>
                      <a:pt x="116" y="605"/>
                    </a:cubicBezTo>
                    <a:cubicBezTo>
                      <a:pt x="116" y="642"/>
                      <a:pt x="146" y="672"/>
                      <a:pt x="183" y="672"/>
                    </a:cubicBezTo>
                    <a:cubicBezTo>
                      <a:pt x="220" y="672"/>
                      <a:pt x="250" y="642"/>
                      <a:pt x="250" y="605"/>
                    </a:cubicBezTo>
                    <a:close/>
                    <a:moveTo>
                      <a:pt x="576" y="555"/>
                    </a:moveTo>
                    <a:cubicBezTo>
                      <a:pt x="597" y="532"/>
                      <a:pt x="611" y="503"/>
                      <a:pt x="618" y="473"/>
                    </a:cubicBezTo>
                    <a:cubicBezTo>
                      <a:pt x="646" y="465"/>
                      <a:pt x="667" y="439"/>
                      <a:pt x="667" y="409"/>
                    </a:cubicBezTo>
                    <a:cubicBezTo>
                      <a:pt x="667" y="372"/>
                      <a:pt x="637" y="342"/>
                      <a:pt x="600" y="342"/>
                    </a:cubicBezTo>
                    <a:cubicBezTo>
                      <a:pt x="563" y="342"/>
                      <a:pt x="533" y="372"/>
                      <a:pt x="533" y="409"/>
                    </a:cubicBezTo>
                    <a:cubicBezTo>
                      <a:pt x="533" y="436"/>
                      <a:pt x="550" y="459"/>
                      <a:pt x="573" y="470"/>
                    </a:cubicBezTo>
                    <a:cubicBezTo>
                      <a:pt x="568" y="488"/>
                      <a:pt x="560" y="505"/>
                      <a:pt x="548" y="520"/>
                    </a:cubicBezTo>
                    <a:cubicBezTo>
                      <a:pt x="538" y="514"/>
                      <a:pt x="526" y="510"/>
                      <a:pt x="513" y="510"/>
                    </a:cubicBezTo>
                    <a:cubicBezTo>
                      <a:pt x="476" y="510"/>
                      <a:pt x="446" y="540"/>
                      <a:pt x="446" y="577"/>
                    </a:cubicBezTo>
                    <a:cubicBezTo>
                      <a:pt x="446" y="613"/>
                      <a:pt x="476" y="643"/>
                      <a:pt x="513" y="643"/>
                    </a:cubicBezTo>
                    <a:cubicBezTo>
                      <a:pt x="550" y="643"/>
                      <a:pt x="580" y="613"/>
                      <a:pt x="580" y="577"/>
                    </a:cubicBezTo>
                    <a:cubicBezTo>
                      <a:pt x="580" y="569"/>
                      <a:pt x="579" y="562"/>
                      <a:pt x="576" y="555"/>
                    </a:cubicBezTo>
                    <a:close/>
                    <a:moveTo>
                      <a:pt x="548" y="282"/>
                    </a:moveTo>
                    <a:cubicBezTo>
                      <a:pt x="548" y="245"/>
                      <a:pt x="519" y="215"/>
                      <a:pt x="482" y="215"/>
                    </a:cubicBezTo>
                    <a:cubicBezTo>
                      <a:pt x="457" y="215"/>
                      <a:pt x="435" y="229"/>
                      <a:pt x="423" y="250"/>
                    </a:cubicBezTo>
                    <a:cubicBezTo>
                      <a:pt x="328" y="257"/>
                      <a:pt x="252" y="337"/>
                      <a:pt x="252" y="434"/>
                    </a:cubicBezTo>
                    <a:cubicBezTo>
                      <a:pt x="252" y="474"/>
                      <a:pt x="265" y="514"/>
                      <a:pt x="290" y="546"/>
                    </a:cubicBezTo>
                    <a:cubicBezTo>
                      <a:pt x="286" y="554"/>
                      <a:pt x="284" y="563"/>
                      <a:pt x="284" y="572"/>
                    </a:cubicBezTo>
                    <a:cubicBezTo>
                      <a:pt x="284" y="609"/>
                      <a:pt x="314" y="639"/>
                      <a:pt x="351" y="639"/>
                    </a:cubicBezTo>
                    <a:cubicBezTo>
                      <a:pt x="388" y="639"/>
                      <a:pt x="418" y="609"/>
                      <a:pt x="418" y="572"/>
                    </a:cubicBezTo>
                    <a:cubicBezTo>
                      <a:pt x="418" y="535"/>
                      <a:pt x="388" y="505"/>
                      <a:pt x="351" y="505"/>
                    </a:cubicBezTo>
                    <a:cubicBezTo>
                      <a:pt x="340" y="505"/>
                      <a:pt x="330" y="508"/>
                      <a:pt x="320" y="513"/>
                    </a:cubicBezTo>
                    <a:cubicBezTo>
                      <a:pt x="305" y="490"/>
                      <a:pt x="296" y="462"/>
                      <a:pt x="296" y="434"/>
                    </a:cubicBezTo>
                    <a:cubicBezTo>
                      <a:pt x="296" y="363"/>
                      <a:pt x="348" y="305"/>
                      <a:pt x="416" y="295"/>
                    </a:cubicBezTo>
                    <a:cubicBezTo>
                      <a:pt x="422" y="325"/>
                      <a:pt x="449" y="348"/>
                      <a:pt x="482" y="348"/>
                    </a:cubicBezTo>
                    <a:cubicBezTo>
                      <a:pt x="519" y="348"/>
                      <a:pt x="548" y="318"/>
                      <a:pt x="548" y="282"/>
                    </a:cubicBezTo>
                    <a:close/>
                    <a:moveTo>
                      <a:pt x="770" y="588"/>
                    </a:moveTo>
                    <a:cubicBezTo>
                      <a:pt x="770" y="551"/>
                      <a:pt x="740" y="521"/>
                      <a:pt x="703" y="521"/>
                    </a:cubicBezTo>
                    <a:cubicBezTo>
                      <a:pt x="667" y="521"/>
                      <a:pt x="637" y="551"/>
                      <a:pt x="637" y="588"/>
                    </a:cubicBezTo>
                    <a:cubicBezTo>
                      <a:pt x="637" y="602"/>
                      <a:pt x="641" y="615"/>
                      <a:pt x="648" y="626"/>
                    </a:cubicBezTo>
                    <a:cubicBezTo>
                      <a:pt x="594" y="685"/>
                      <a:pt x="518" y="719"/>
                      <a:pt x="437" y="719"/>
                    </a:cubicBezTo>
                    <a:cubicBezTo>
                      <a:pt x="423" y="719"/>
                      <a:pt x="409" y="718"/>
                      <a:pt x="395" y="716"/>
                    </a:cubicBezTo>
                    <a:cubicBezTo>
                      <a:pt x="392" y="682"/>
                      <a:pt x="363" y="655"/>
                      <a:pt x="328" y="655"/>
                    </a:cubicBezTo>
                    <a:cubicBezTo>
                      <a:pt x="292" y="655"/>
                      <a:pt x="262" y="685"/>
                      <a:pt x="262" y="722"/>
                    </a:cubicBezTo>
                    <a:cubicBezTo>
                      <a:pt x="262" y="759"/>
                      <a:pt x="292" y="788"/>
                      <a:pt x="328" y="788"/>
                    </a:cubicBezTo>
                    <a:cubicBezTo>
                      <a:pt x="351" y="788"/>
                      <a:pt x="372" y="777"/>
                      <a:pt x="384" y="759"/>
                    </a:cubicBezTo>
                    <a:cubicBezTo>
                      <a:pt x="401" y="762"/>
                      <a:pt x="419" y="763"/>
                      <a:pt x="437" y="763"/>
                    </a:cubicBezTo>
                    <a:cubicBezTo>
                      <a:pt x="532" y="763"/>
                      <a:pt x="622" y="723"/>
                      <a:pt x="684" y="652"/>
                    </a:cubicBezTo>
                    <a:cubicBezTo>
                      <a:pt x="690" y="654"/>
                      <a:pt x="697" y="655"/>
                      <a:pt x="703" y="655"/>
                    </a:cubicBezTo>
                    <a:cubicBezTo>
                      <a:pt x="740" y="655"/>
                      <a:pt x="770" y="625"/>
                      <a:pt x="770" y="588"/>
                    </a:cubicBezTo>
                    <a:close/>
                    <a:moveTo>
                      <a:pt x="805" y="361"/>
                    </a:moveTo>
                    <a:cubicBezTo>
                      <a:pt x="805" y="324"/>
                      <a:pt x="776" y="294"/>
                      <a:pt x="739" y="294"/>
                    </a:cubicBezTo>
                    <a:cubicBezTo>
                      <a:pt x="738" y="294"/>
                      <a:pt x="737" y="295"/>
                      <a:pt x="736" y="295"/>
                    </a:cubicBezTo>
                    <a:cubicBezTo>
                      <a:pt x="682" y="178"/>
                      <a:pt x="566" y="104"/>
                      <a:pt x="437" y="104"/>
                    </a:cubicBezTo>
                    <a:cubicBezTo>
                      <a:pt x="396" y="104"/>
                      <a:pt x="357" y="112"/>
                      <a:pt x="320" y="126"/>
                    </a:cubicBezTo>
                    <a:cubicBezTo>
                      <a:pt x="308" y="115"/>
                      <a:pt x="292" y="108"/>
                      <a:pt x="274" y="108"/>
                    </a:cubicBezTo>
                    <a:cubicBezTo>
                      <a:pt x="237" y="108"/>
                      <a:pt x="207" y="138"/>
                      <a:pt x="207" y="174"/>
                    </a:cubicBezTo>
                    <a:cubicBezTo>
                      <a:pt x="207" y="211"/>
                      <a:pt x="237" y="241"/>
                      <a:pt x="274" y="241"/>
                    </a:cubicBezTo>
                    <a:cubicBezTo>
                      <a:pt x="311" y="241"/>
                      <a:pt x="341" y="211"/>
                      <a:pt x="341" y="174"/>
                    </a:cubicBezTo>
                    <a:cubicBezTo>
                      <a:pt x="341" y="171"/>
                      <a:pt x="341" y="168"/>
                      <a:pt x="340" y="165"/>
                    </a:cubicBezTo>
                    <a:cubicBezTo>
                      <a:pt x="371" y="154"/>
                      <a:pt x="404" y="148"/>
                      <a:pt x="437" y="148"/>
                    </a:cubicBezTo>
                    <a:cubicBezTo>
                      <a:pt x="548" y="148"/>
                      <a:pt x="648" y="212"/>
                      <a:pt x="695" y="311"/>
                    </a:cubicBezTo>
                    <a:cubicBezTo>
                      <a:pt x="681" y="323"/>
                      <a:pt x="672" y="341"/>
                      <a:pt x="672" y="361"/>
                    </a:cubicBezTo>
                    <a:cubicBezTo>
                      <a:pt x="672" y="398"/>
                      <a:pt x="702" y="428"/>
                      <a:pt x="739" y="428"/>
                    </a:cubicBezTo>
                    <a:cubicBezTo>
                      <a:pt x="776" y="428"/>
                      <a:pt x="805" y="398"/>
                      <a:pt x="805" y="361"/>
                    </a:cubicBezTo>
                    <a:close/>
                    <a:moveTo>
                      <a:pt x="274" y="152"/>
                    </a:moveTo>
                    <a:cubicBezTo>
                      <a:pt x="262" y="152"/>
                      <a:pt x="251" y="162"/>
                      <a:pt x="251" y="174"/>
                    </a:cubicBezTo>
                    <a:cubicBezTo>
                      <a:pt x="251" y="187"/>
                      <a:pt x="262" y="197"/>
                      <a:pt x="274" y="197"/>
                    </a:cubicBezTo>
                    <a:cubicBezTo>
                      <a:pt x="287" y="197"/>
                      <a:pt x="297" y="187"/>
                      <a:pt x="297" y="174"/>
                    </a:cubicBezTo>
                    <a:cubicBezTo>
                      <a:pt x="297" y="162"/>
                      <a:pt x="287" y="152"/>
                      <a:pt x="274" y="152"/>
                    </a:cubicBezTo>
                    <a:close/>
                  </a:path>
                </a:pathLst>
              </a:custGeom>
              <a:solidFill>
                <a:srgbClr val="DF1B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1058977-557C-9989-2258-C786F76D5DCE}"/>
              </a:ext>
            </a:extLst>
          </p:cNvPr>
          <p:cNvGrpSpPr/>
          <p:nvPr/>
        </p:nvGrpSpPr>
        <p:grpSpPr>
          <a:xfrm>
            <a:off x="6280905" y="4231324"/>
            <a:ext cx="786542" cy="786542"/>
            <a:chOff x="7764125" y="24267"/>
            <a:chExt cx="1224112" cy="1224112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9C6EBD9-A972-1F14-01A8-5A4B9F9CD48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7764125" y="24267"/>
              <a:ext cx="1224112" cy="1224112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26235D"/>
                  </a:gs>
                  <a:gs pos="100000">
                    <a:srgbClr val="DF1B54"/>
                  </a:gs>
                </a:gsLst>
                <a:lin ang="2700000" scaled="1"/>
                <a:tileRect/>
              </a:gra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52" name="bcgIcons_Microservice">
              <a:extLst>
                <a:ext uri="{FF2B5EF4-FFF2-40B4-BE49-F238E27FC236}">
                  <a16:creationId xmlns:a16="http://schemas.microsoft.com/office/drawing/2014/main" id="{A1EA0EAE-8996-6C9E-751D-382BB015FF0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43392" y="203534"/>
              <a:ext cx="865578" cy="865578"/>
              <a:chOff x="1113742" y="1826004"/>
              <a:chExt cx="1644650" cy="1644650"/>
            </a:xfrm>
          </p:grpSpPr>
          <p:sp>
            <p:nvSpPr>
              <p:cNvPr id="53" name="AutoShape 154">
                <a:extLst>
                  <a:ext uri="{FF2B5EF4-FFF2-40B4-BE49-F238E27FC236}">
                    <a16:creationId xmlns:a16="http://schemas.microsoft.com/office/drawing/2014/main" id="{EB20F033-8667-14C0-3D23-8A4F0A4D8D8E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1113742" y="1826004"/>
                <a:ext cx="1644650" cy="1644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C2C2C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E71CBAA5-EE84-3117-48E0-B4D452AF81B6}"/>
                  </a:ext>
                </a:extLst>
              </p:cNvPr>
              <p:cNvGrpSpPr/>
              <p:nvPr/>
            </p:nvGrpSpPr>
            <p:grpSpPr>
              <a:xfrm>
                <a:off x="1242174" y="1893980"/>
                <a:ext cx="1386282" cy="1508097"/>
                <a:chOff x="1242174" y="1893980"/>
                <a:chExt cx="1386282" cy="1508097"/>
              </a:xfrm>
            </p:grpSpPr>
            <p:sp>
              <p:nvSpPr>
                <p:cNvPr id="55" name="Freeform 156">
                  <a:extLst>
                    <a:ext uri="{FF2B5EF4-FFF2-40B4-BE49-F238E27FC236}">
                      <a16:creationId xmlns:a16="http://schemas.microsoft.com/office/drawing/2014/main" id="{05EB6219-5718-F524-5AC2-D889B6A7385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42174" y="1893980"/>
                  <a:ext cx="1386282" cy="1508097"/>
                </a:xfrm>
                <a:custGeom>
                  <a:avLst/>
                  <a:gdLst>
                    <a:gd name="T0" fmla="*/ 351 w 1942"/>
                    <a:gd name="T1" fmla="*/ 1341 h 2113"/>
                    <a:gd name="T2" fmla="*/ 196 w 1942"/>
                    <a:gd name="T3" fmla="*/ 1259 h 2113"/>
                    <a:gd name="T4" fmla="*/ 21 w 1942"/>
                    <a:gd name="T5" fmla="*/ 1377 h 2113"/>
                    <a:gd name="T6" fmla="*/ 174 w 1942"/>
                    <a:gd name="T7" fmla="*/ 1643 h 2113"/>
                    <a:gd name="T8" fmla="*/ 349 w 1942"/>
                    <a:gd name="T9" fmla="*/ 1566 h 2113"/>
                    <a:gd name="T10" fmla="*/ 416 w 1942"/>
                    <a:gd name="T11" fmla="*/ 1358 h 2113"/>
                    <a:gd name="T12" fmla="*/ 196 w 1942"/>
                    <a:gd name="T13" fmla="*/ 1605 h 2113"/>
                    <a:gd name="T14" fmla="*/ 196 w 1942"/>
                    <a:gd name="T15" fmla="*/ 1303 h 2113"/>
                    <a:gd name="T16" fmla="*/ 1124 w 1942"/>
                    <a:gd name="T17" fmla="*/ 80 h 2113"/>
                    <a:gd name="T18" fmla="*/ 952 w 1942"/>
                    <a:gd name="T19" fmla="*/ 6 h 2113"/>
                    <a:gd name="T20" fmla="*/ 796 w 1942"/>
                    <a:gd name="T21" fmla="*/ 270 h 2113"/>
                    <a:gd name="T22" fmla="*/ 951 w 1942"/>
                    <a:gd name="T23" fmla="*/ 425 h 2113"/>
                    <a:gd name="T24" fmla="*/ 995 w 1942"/>
                    <a:gd name="T25" fmla="*/ 379 h 2113"/>
                    <a:gd name="T26" fmla="*/ 1146 w 1942"/>
                    <a:gd name="T27" fmla="*/ 118 h 2113"/>
                    <a:gd name="T28" fmla="*/ 973 w 1942"/>
                    <a:gd name="T29" fmla="*/ 341 h 2113"/>
                    <a:gd name="T30" fmla="*/ 840 w 1942"/>
                    <a:gd name="T31" fmla="*/ 118 h 2113"/>
                    <a:gd name="T32" fmla="*/ 1102 w 1942"/>
                    <a:gd name="T33" fmla="*/ 270 h 2113"/>
                    <a:gd name="T34" fmla="*/ 1767 w 1942"/>
                    <a:gd name="T35" fmla="*/ 465 h 2113"/>
                    <a:gd name="T36" fmla="*/ 1593 w 1942"/>
                    <a:gd name="T37" fmla="*/ 583 h 2113"/>
                    <a:gd name="T38" fmla="*/ 1465 w 1942"/>
                    <a:gd name="T39" fmla="*/ 838 h 2113"/>
                    <a:gd name="T40" fmla="*/ 1615 w 1942"/>
                    <a:gd name="T41" fmla="*/ 774 h 2113"/>
                    <a:gd name="T42" fmla="*/ 1789 w 1942"/>
                    <a:gd name="T43" fmla="*/ 848 h 2113"/>
                    <a:gd name="T44" fmla="*/ 1942 w 1942"/>
                    <a:gd name="T45" fmla="*/ 583 h 2113"/>
                    <a:gd name="T46" fmla="*/ 1767 w 1942"/>
                    <a:gd name="T47" fmla="*/ 810 h 2113"/>
                    <a:gd name="T48" fmla="*/ 1767 w 1942"/>
                    <a:gd name="T49" fmla="*/ 509 h 2113"/>
                    <a:gd name="T50" fmla="*/ 152 w 1942"/>
                    <a:gd name="T51" fmla="*/ 848 h 2113"/>
                    <a:gd name="T52" fmla="*/ 326 w 1942"/>
                    <a:gd name="T53" fmla="*/ 774 h 2113"/>
                    <a:gd name="T54" fmla="*/ 406 w 1942"/>
                    <a:gd name="T55" fmla="*/ 783 h 2113"/>
                    <a:gd name="T56" fmla="*/ 349 w 1942"/>
                    <a:gd name="T57" fmla="*/ 583 h 2113"/>
                    <a:gd name="T58" fmla="*/ 174 w 1942"/>
                    <a:gd name="T59" fmla="*/ 465 h 2113"/>
                    <a:gd name="T60" fmla="*/ 0 w 1942"/>
                    <a:gd name="T61" fmla="*/ 583 h 2113"/>
                    <a:gd name="T62" fmla="*/ 152 w 1942"/>
                    <a:gd name="T63" fmla="*/ 848 h 2113"/>
                    <a:gd name="T64" fmla="*/ 305 w 1942"/>
                    <a:gd name="T65" fmla="*/ 583 h 2113"/>
                    <a:gd name="T66" fmla="*/ 44 w 1942"/>
                    <a:gd name="T67" fmla="*/ 736 h 2113"/>
                    <a:gd name="T68" fmla="*/ 1767 w 1942"/>
                    <a:gd name="T69" fmla="*/ 1265 h 2113"/>
                    <a:gd name="T70" fmla="*/ 1593 w 1942"/>
                    <a:gd name="T71" fmla="*/ 1339 h 2113"/>
                    <a:gd name="T72" fmla="*/ 1522 w 1942"/>
                    <a:gd name="T73" fmla="*/ 1356 h 2113"/>
                    <a:gd name="T74" fmla="*/ 1593 w 1942"/>
                    <a:gd name="T75" fmla="*/ 1566 h 2113"/>
                    <a:gd name="T76" fmla="*/ 1767 w 1942"/>
                    <a:gd name="T77" fmla="*/ 1643 h 2113"/>
                    <a:gd name="T78" fmla="*/ 1920 w 1942"/>
                    <a:gd name="T79" fmla="*/ 1377 h 2113"/>
                    <a:gd name="T80" fmla="*/ 1745 w 1942"/>
                    <a:gd name="T81" fmla="*/ 1605 h 2113"/>
                    <a:gd name="T82" fmla="*/ 1745 w 1942"/>
                    <a:gd name="T83" fmla="*/ 1303 h 2113"/>
                    <a:gd name="T84" fmla="*/ 1123 w 1942"/>
                    <a:gd name="T85" fmla="*/ 1805 h 2113"/>
                    <a:gd name="T86" fmla="*/ 970 w 1942"/>
                    <a:gd name="T87" fmla="*/ 1696 h 2113"/>
                    <a:gd name="T88" fmla="*/ 819 w 1942"/>
                    <a:gd name="T89" fmla="*/ 1804 h 2113"/>
                    <a:gd name="T90" fmla="*/ 819 w 1942"/>
                    <a:gd name="T91" fmla="*/ 2034 h 2113"/>
                    <a:gd name="T92" fmla="*/ 995 w 1942"/>
                    <a:gd name="T93" fmla="*/ 2107 h 2113"/>
                    <a:gd name="T94" fmla="*/ 1146 w 1942"/>
                    <a:gd name="T95" fmla="*/ 1844 h 2113"/>
                    <a:gd name="T96" fmla="*/ 973 w 1942"/>
                    <a:gd name="T97" fmla="*/ 2069 h 2113"/>
                    <a:gd name="T98" fmla="*/ 973 w 1942"/>
                    <a:gd name="T99" fmla="*/ 1773 h 2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942" h="2113">
                      <a:moveTo>
                        <a:pt x="410" y="1345"/>
                      </a:moveTo>
                      <a:cubicBezTo>
                        <a:pt x="406" y="1336"/>
                        <a:pt x="402" y="1326"/>
                        <a:pt x="398" y="1318"/>
                      </a:cubicBezTo>
                      <a:cubicBezTo>
                        <a:pt x="351" y="1341"/>
                        <a:pt x="351" y="1341"/>
                        <a:pt x="351" y="1341"/>
                      </a:cubicBezTo>
                      <a:cubicBezTo>
                        <a:pt x="350" y="1340"/>
                        <a:pt x="349" y="1339"/>
                        <a:pt x="348" y="1339"/>
                      </a:cubicBezTo>
                      <a:cubicBezTo>
                        <a:pt x="217" y="1265"/>
                        <a:pt x="217" y="1265"/>
                        <a:pt x="217" y="1265"/>
                      </a:cubicBezTo>
                      <a:cubicBezTo>
                        <a:pt x="211" y="1261"/>
                        <a:pt x="203" y="1259"/>
                        <a:pt x="196" y="1259"/>
                      </a:cubicBezTo>
                      <a:cubicBezTo>
                        <a:pt x="188" y="1259"/>
                        <a:pt x="181" y="1261"/>
                        <a:pt x="174" y="1265"/>
                      </a:cubicBezTo>
                      <a:cubicBezTo>
                        <a:pt x="43" y="1339"/>
                        <a:pt x="43" y="1339"/>
                        <a:pt x="43" y="1339"/>
                      </a:cubicBezTo>
                      <a:cubicBezTo>
                        <a:pt x="29" y="1346"/>
                        <a:pt x="21" y="1361"/>
                        <a:pt x="21" y="1377"/>
                      </a:cubicBezTo>
                      <a:cubicBezTo>
                        <a:pt x="21" y="1528"/>
                        <a:pt x="21" y="1528"/>
                        <a:pt x="21" y="1528"/>
                      </a:cubicBezTo>
                      <a:cubicBezTo>
                        <a:pt x="21" y="1544"/>
                        <a:pt x="29" y="1558"/>
                        <a:pt x="43" y="1566"/>
                      </a:cubicBezTo>
                      <a:cubicBezTo>
                        <a:pt x="174" y="1643"/>
                        <a:pt x="174" y="1643"/>
                        <a:pt x="174" y="1643"/>
                      </a:cubicBezTo>
                      <a:cubicBezTo>
                        <a:pt x="180" y="1647"/>
                        <a:pt x="188" y="1649"/>
                        <a:pt x="196" y="1649"/>
                      </a:cubicBezTo>
                      <a:cubicBezTo>
                        <a:pt x="204" y="1649"/>
                        <a:pt x="211" y="1647"/>
                        <a:pt x="218" y="1643"/>
                      </a:cubicBezTo>
                      <a:cubicBezTo>
                        <a:pt x="349" y="1566"/>
                        <a:pt x="349" y="1566"/>
                        <a:pt x="349" y="1566"/>
                      </a:cubicBezTo>
                      <a:cubicBezTo>
                        <a:pt x="363" y="1558"/>
                        <a:pt x="371" y="1544"/>
                        <a:pt x="371" y="1528"/>
                      </a:cubicBezTo>
                      <a:cubicBezTo>
                        <a:pt x="371" y="1380"/>
                        <a:pt x="371" y="1380"/>
                        <a:pt x="371" y="1380"/>
                      </a:cubicBezTo>
                      <a:cubicBezTo>
                        <a:pt x="416" y="1358"/>
                        <a:pt x="416" y="1358"/>
                        <a:pt x="416" y="1358"/>
                      </a:cubicBezTo>
                      <a:cubicBezTo>
                        <a:pt x="410" y="1345"/>
                        <a:pt x="410" y="1345"/>
                        <a:pt x="410" y="1345"/>
                      </a:cubicBezTo>
                      <a:close/>
                      <a:moveTo>
                        <a:pt x="327" y="1528"/>
                      </a:moveTo>
                      <a:cubicBezTo>
                        <a:pt x="196" y="1605"/>
                        <a:pt x="196" y="1605"/>
                        <a:pt x="196" y="1605"/>
                      </a:cubicBezTo>
                      <a:cubicBezTo>
                        <a:pt x="65" y="1528"/>
                        <a:pt x="65" y="1528"/>
                        <a:pt x="65" y="1528"/>
                      </a:cubicBezTo>
                      <a:cubicBezTo>
                        <a:pt x="65" y="1377"/>
                        <a:pt x="65" y="1377"/>
                        <a:pt x="65" y="1377"/>
                      </a:cubicBezTo>
                      <a:cubicBezTo>
                        <a:pt x="196" y="1303"/>
                        <a:pt x="196" y="1303"/>
                        <a:pt x="196" y="1303"/>
                      </a:cubicBezTo>
                      <a:cubicBezTo>
                        <a:pt x="327" y="1377"/>
                        <a:pt x="327" y="1377"/>
                        <a:pt x="327" y="1377"/>
                      </a:cubicBezTo>
                      <a:lnTo>
                        <a:pt x="327" y="1528"/>
                      </a:lnTo>
                      <a:close/>
                      <a:moveTo>
                        <a:pt x="1124" y="80"/>
                      </a:moveTo>
                      <a:cubicBezTo>
                        <a:pt x="995" y="6"/>
                        <a:pt x="995" y="6"/>
                        <a:pt x="995" y="6"/>
                      </a:cubicBezTo>
                      <a:cubicBezTo>
                        <a:pt x="989" y="2"/>
                        <a:pt x="981" y="0"/>
                        <a:pt x="973" y="0"/>
                      </a:cubicBezTo>
                      <a:cubicBezTo>
                        <a:pt x="966" y="0"/>
                        <a:pt x="959" y="2"/>
                        <a:pt x="952" y="6"/>
                      </a:cubicBezTo>
                      <a:cubicBezTo>
                        <a:pt x="819" y="79"/>
                        <a:pt x="819" y="79"/>
                        <a:pt x="819" y="79"/>
                      </a:cubicBezTo>
                      <a:cubicBezTo>
                        <a:pt x="805" y="87"/>
                        <a:pt x="796" y="102"/>
                        <a:pt x="796" y="118"/>
                      </a:cubicBezTo>
                      <a:cubicBezTo>
                        <a:pt x="796" y="270"/>
                        <a:pt x="796" y="270"/>
                        <a:pt x="796" y="270"/>
                      </a:cubicBezTo>
                      <a:cubicBezTo>
                        <a:pt x="796" y="287"/>
                        <a:pt x="805" y="302"/>
                        <a:pt x="819" y="309"/>
                      </a:cubicBezTo>
                      <a:cubicBezTo>
                        <a:pt x="951" y="379"/>
                        <a:pt x="951" y="379"/>
                        <a:pt x="951" y="379"/>
                      </a:cubicBezTo>
                      <a:cubicBezTo>
                        <a:pt x="951" y="425"/>
                        <a:pt x="951" y="425"/>
                        <a:pt x="951" y="425"/>
                      </a:cubicBezTo>
                      <a:cubicBezTo>
                        <a:pt x="956" y="417"/>
                        <a:pt x="956" y="417"/>
                        <a:pt x="956" y="417"/>
                      </a:cubicBezTo>
                      <a:cubicBezTo>
                        <a:pt x="995" y="419"/>
                        <a:pt x="995" y="419"/>
                        <a:pt x="995" y="419"/>
                      </a:cubicBezTo>
                      <a:cubicBezTo>
                        <a:pt x="995" y="379"/>
                        <a:pt x="995" y="379"/>
                        <a:pt x="995" y="379"/>
                      </a:cubicBezTo>
                      <a:cubicBezTo>
                        <a:pt x="1123" y="308"/>
                        <a:pt x="1123" y="308"/>
                        <a:pt x="1123" y="308"/>
                      </a:cubicBezTo>
                      <a:cubicBezTo>
                        <a:pt x="1137" y="301"/>
                        <a:pt x="1146" y="286"/>
                        <a:pt x="1146" y="270"/>
                      </a:cubicBezTo>
                      <a:cubicBezTo>
                        <a:pt x="1146" y="118"/>
                        <a:pt x="1146" y="118"/>
                        <a:pt x="1146" y="118"/>
                      </a:cubicBezTo>
                      <a:cubicBezTo>
                        <a:pt x="1146" y="103"/>
                        <a:pt x="1138" y="88"/>
                        <a:pt x="1124" y="80"/>
                      </a:cubicBezTo>
                      <a:close/>
                      <a:moveTo>
                        <a:pt x="1102" y="270"/>
                      </a:moveTo>
                      <a:cubicBezTo>
                        <a:pt x="973" y="341"/>
                        <a:pt x="973" y="341"/>
                        <a:pt x="973" y="341"/>
                      </a:cubicBezTo>
                      <a:cubicBezTo>
                        <a:pt x="973" y="341"/>
                        <a:pt x="973" y="341"/>
                        <a:pt x="973" y="341"/>
                      </a:cubicBezTo>
                      <a:cubicBezTo>
                        <a:pt x="840" y="270"/>
                        <a:pt x="840" y="270"/>
                        <a:pt x="840" y="270"/>
                      </a:cubicBezTo>
                      <a:cubicBezTo>
                        <a:pt x="840" y="118"/>
                        <a:pt x="840" y="118"/>
                        <a:pt x="840" y="118"/>
                      </a:cubicBezTo>
                      <a:cubicBezTo>
                        <a:pt x="973" y="44"/>
                        <a:pt x="973" y="44"/>
                        <a:pt x="973" y="44"/>
                      </a:cubicBezTo>
                      <a:cubicBezTo>
                        <a:pt x="1102" y="118"/>
                        <a:pt x="1102" y="118"/>
                        <a:pt x="1102" y="118"/>
                      </a:cubicBezTo>
                      <a:lnTo>
                        <a:pt x="1102" y="270"/>
                      </a:lnTo>
                      <a:close/>
                      <a:moveTo>
                        <a:pt x="1920" y="544"/>
                      </a:moveTo>
                      <a:cubicBezTo>
                        <a:pt x="1789" y="470"/>
                        <a:pt x="1789" y="470"/>
                        <a:pt x="1789" y="470"/>
                      </a:cubicBezTo>
                      <a:cubicBezTo>
                        <a:pt x="1782" y="467"/>
                        <a:pt x="1774" y="465"/>
                        <a:pt x="1767" y="465"/>
                      </a:cubicBezTo>
                      <a:cubicBezTo>
                        <a:pt x="1760" y="465"/>
                        <a:pt x="1752" y="467"/>
                        <a:pt x="1745" y="471"/>
                      </a:cubicBezTo>
                      <a:cubicBezTo>
                        <a:pt x="1615" y="544"/>
                        <a:pt x="1615" y="544"/>
                        <a:pt x="1615" y="544"/>
                      </a:cubicBezTo>
                      <a:cubicBezTo>
                        <a:pt x="1602" y="552"/>
                        <a:pt x="1593" y="567"/>
                        <a:pt x="1593" y="583"/>
                      </a:cubicBezTo>
                      <a:cubicBezTo>
                        <a:pt x="1593" y="733"/>
                        <a:pt x="1593" y="733"/>
                        <a:pt x="1593" y="733"/>
                      </a:cubicBezTo>
                      <a:cubicBezTo>
                        <a:pt x="1495" y="781"/>
                        <a:pt x="1495" y="781"/>
                        <a:pt x="1495" y="781"/>
                      </a:cubicBezTo>
                      <a:cubicBezTo>
                        <a:pt x="1465" y="838"/>
                        <a:pt x="1465" y="838"/>
                        <a:pt x="1465" y="838"/>
                      </a:cubicBezTo>
                      <a:cubicBezTo>
                        <a:pt x="1465" y="840"/>
                        <a:pt x="1466" y="842"/>
                        <a:pt x="1467" y="843"/>
                      </a:cubicBezTo>
                      <a:cubicBezTo>
                        <a:pt x="1613" y="772"/>
                        <a:pt x="1613" y="772"/>
                        <a:pt x="1613" y="772"/>
                      </a:cubicBezTo>
                      <a:cubicBezTo>
                        <a:pt x="1614" y="773"/>
                        <a:pt x="1614" y="774"/>
                        <a:pt x="1615" y="774"/>
                      </a:cubicBezTo>
                      <a:cubicBezTo>
                        <a:pt x="1745" y="848"/>
                        <a:pt x="1745" y="848"/>
                        <a:pt x="1745" y="848"/>
                      </a:cubicBezTo>
                      <a:cubicBezTo>
                        <a:pt x="1752" y="852"/>
                        <a:pt x="1760" y="854"/>
                        <a:pt x="1767" y="854"/>
                      </a:cubicBezTo>
                      <a:cubicBezTo>
                        <a:pt x="1774" y="854"/>
                        <a:pt x="1782" y="852"/>
                        <a:pt x="1789" y="848"/>
                      </a:cubicBezTo>
                      <a:cubicBezTo>
                        <a:pt x="1920" y="774"/>
                        <a:pt x="1920" y="774"/>
                        <a:pt x="1920" y="774"/>
                      </a:cubicBezTo>
                      <a:cubicBezTo>
                        <a:pt x="1934" y="767"/>
                        <a:pt x="1942" y="752"/>
                        <a:pt x="1942" y="736"/>
                      </a:cubicBezTo>
                      <a:cubicBezTo>
                        <a:pt x="1942" y="583"/>
                        <a:pt x="1942" y="583"/>
                        <a:pt x="1942" y="583"/>
                      </a:cubicBezTo>
                      <a:cubicBezTo>
                        <a:pt x="1942" y="567"/>
                        <a:pt x="1934" y="552"/>
                        <a:pt x="1920" y="544"/>
                      </a:cubicBezTo>
                      <a:close/>
                      <a:moveTo>
                        <a:pt x="1898" y="736"/>
                      </a:moveTo>
                      <a:cubicBezTo>
                        <a:pt x="1767" y="810"/>
                        <a:pt x="1767" y="810"/>
                        <a:pt x="1767" y="810"/>
                      </a:cubicBezTo>
                      <a:cubicBezTo>
                        <a:pt x="1637" y="736"/>
                        <a:pt x="1637" y="736"/>
                        <a:pt x="1637" y="736"/>
                      </a:cubicBezTo>
                      <a:cubicBezTo>
                        <a:pt x="1637" y="583"/>
                        <a:pt x="1637" y="583"/>
                        <a:pt x="1637" y="583"/>
                      </a:cubicBezTo>
                      <a:cubicBezTo>
                        <a:pt x="1767" y="509"/>
                        <a:pt x="1767" y="509"/>
                        <a:pt x="1767" y="509"/>
                      </a:cubicBezTo>
                      <a:cubicBezTo>
                        <a:pt x="1898" y="583"/>
                        <a:pt x="1898" y="583"/>
                        <a:pt x="1898" y="583"/>
                      </a:cubicBezTo>
                      <a:lnTo>
                        <a:pt x="1898" y="736"/>
                      </a:lnTo>
                      <a:close/>
                      <a:moveTo>
                        <a:pt x="152" y="848"/>
                      </a:moveTo>
                      <a:cubicBezTo>
                        <a:pt x="159" y="852"/>
                        <a:pt x="166" y="854"/>
                        <a:pt x="174" y="854"/>
                      </a:cubicBezTo>
                      <a:cubicBezTo>
                        <a:pt x="181" y="854"/>
                        <a:pt x="189" y="852"/>
                        <a:pt x="195" y="848"/>
                      </a:cubicBezTo>
                      <a:cubicBezTo>
                        <a:pt x="326" y="774"/>
                        <a:pt x="326" y="774"/>
                        <a:pt x="326" y="774"/>
                      </a:cubicBezTo>
                      <a:cubicBezTo>
                        <a:pt x="327" y="774"/>
                        <a:pt x="328" y="773"/>
                        <a:pt x="329" y="772"/>
                      </a:cubicBezTo>
                      <a:cubicBezTo>
                        <a:pt x="396" y="805"/>
                        <a:pt x="396" y="805"/>
                        <a:pt x="396" y="805"/>
                      </a:cubicBezTo>
                      <a:cubicBezTo>
                        <a:pt x="399" y="798"/>
                        <a:pt x="402" y="790"/>
                        <a:pt x="406" y="783"/>
                      </a:cubicBezTo>
                      <a:cubicBezTo>
                        <a:pt x="413" y="765"/>
                        <a:pt x="413" y="765"/>
                        <a:pt x="413" y="765"/>
                      </a:cubicBezTo>
                      <a:cubicBezTo>
                        <a:pt x="349" y="733"/>
                        <a:pt x="349" y="733"/>
                        <a:pt x="349" y="733"/>
                      </a:cubicBezTo>
                      <a:cubicBezTo>
                        <a:pt x="349" y="583"/>
                        <a:pt x="349" y="583"/>
                        <a:pt x="349" y="583"/>
                      </a:cubicBezTo>
                      <a:cubicBezTo>
                        <a:pt x="349" y="567"/>
                        <a:pt x="340" y="552"/>
                        <a:pt x="326" y="544"/>
                      </a:cubicBezTo>
                      <a:cubicBezTo>
                        <a:pt x="195" y="470"/>
                        <a:pt x="195" y="470"/>
                        <a:pt x="195" y="470"/>
                      </a:cubicBezTo>
                      <a:cubicBezTo>
                        <a:pt x="189" y="467"/>
                        <a:pt x="181" y="465"/>
                        <a:pt x="174" y="465"/>
                      </a:cubicBezTo>
                      <a:cubicBezTo>
                        <a:pt x="166" y="465"/>
                        <a:pt x="159" y="467"/>
                        <a:pt x="152" y="471"/>
                      </a:cubicBezTo>
                      <a:cubicBezTo>
                        <a:pt x="22" y="544"/>
                        <a:pt x="22" y="544"/>
                        <a:pt x="22" y="544"/>
                      </a:cubicBezTo>
                      <a:cubicBezTo>
                        <a:pt x="8" y="552"/>
                        <a:pt x="0" y="567"/>
                        <a:pt x="0" y="583"/>
                      </a:cubicBezTo>
                      <a:cubicBezTo>
                        <a:pt x="0" y="736"/>
                        <a:pt x="0" y="736"/>
                        <a:pt x="0" y="736"/>
                      </a:cubicBezTo>
                      <a:cubicBezTo>
                        <a:pt x="0" y="752"/>
                        <a:pt x="8" y="766"/>
                        <a:pt x="22" y="774"/>
                      </a:cubicBezTo>
                      <a:lnTo>
                        <a:pt x="152" y="848"/>
                      </a:lnTo>
                      <a:close/>
                      <a:moveTo>
                        <a:pt x="44" y="583"/>
                      </a:moveTo>
                      <a:cubicBezTo>
                        <a:pt x="174" y="509"/>
                        <a:pt x="174" y="509"/>
                        <a:pt x="174" y="509"/>
                      </a:cubicBezTo>
                      <a:cubicBezTo>
                        <a:pt x="305" y="583"/>
                        <a:pt x="305" y="583"/>
                        <a:pt x="305" y="583"/>
                      </a:cubicBezTo>
                      <a:cubicBezTo>
                        <a:pt x="305" y="736"/>
                        <a:pt x="305" y="736"/>
                        <a:pt x="305" y="736"/>
                      </a:cubicBezTo>
                      <a:cubicBezTo>
                        <a:pt x="174" y="810"/>
                        <a:pt x="174" y="810"/>
                        <a:pt x="174" y="810"/>
                      </a:cubicBezTo>
                      <a:cubicBezTo>
                        <a:pt x="44" y="736"/>
                        <a:pt x="44" y="736"/>
                        <a:pt x="44" y="736"/>
                      </a:cubicBezTo>
                      <a:lnTo>
                        <a:pt x="44" y="583"/>
                      </a:lnTo>
                      <a:close/>
                      <a:moveTo>
                        <a:pt x="1898" y="1339"/>
                      </a:moveTo>
                      <a:cubicBezTo>
                        <a:pt x="1767" y="1265"/>
                        <a:pt x="1767" y="1265"/>
                        <a:pt x="1767" y="1265"/>
                      </a:cubicBezTo>
                      <a:cubicBezTo>
                        <a:pt x="1760" y="1261"/>
                        <a:pt x="1752" y="1259"/>
                        <a:pt x="1745" y="1259"/>
                      </a:cubicBezTo>
                      <a:cubicBezTo>
                        <a:pt x="1738" y="1259"/>
                        <a:pt x="1730" y="1261"/>
                        <a:pt x="1723" y="1265"/>
                      </a:cubicBezTo>
                      <a:cubicBezTo>
                        <a:pt x="1593" y="1339"/>
                        <a:pt x="1593" y="1339"/>
                        <a:pt x="1593" y="1339"/>
                      </a:cubicBezTo>
                      <a:cubicBezTo>
                        <a:pt x="1592" y="1339"/>
                        <a:pt x="1592" y="1340"/>
                        <a:pt x="1591" y="1341"/>
                      </a:cubicBezTo>
                      <a:cubicBezTo>
                        <a:pt x="1484" y="1289"/>
                        <a:pt x="1484" y="1289"/>
                        <a:pt x="1484" y="1289"/>
                      </a:cubicBezTo>
                      <a:cubicBezTo>
                        <a:pt x="1522" y="1356"/>
                        <a:pt x="1522" y="1356"/>
                        <a:pt x="1522" y="1356"/>
                      </a:cubicBezTo>
                      <a:cubicBezTo>
                        <a:pt x="1571" y="1380"/>
                        <a:pt x="1571" y="1380"/>
                        <a:pt x="1571" y="1380"/>
                      </a:cubicBezTo>
                      <a:cubicBezTo>
                        <a:pt x="1571" y="1528"/>
                        <a:pt x="1571" y="1528"/>
                        <a:pt x="1571" y="1528"/>
                      </a:cubicBezTo>
                      <a:cubicBezTo>
                        <a:pt x="1571" y="1543"/>
                        <a:pt x="1579" y="1558"/>
                        <a:pt x="1593" y="1566"/>
                      </a:cubicBezTo>
                      <a:cubicBezTo>
                        <a:pt x="1723" y="1643"/>
                        <a:pt x="1723" y="1643"/>
                        <a:pt x="1723" y="1643"/>
                      </a:cubicBezTo>
                      <a:cubicBezTo>
                        <a:pt x="1730" y="1647"/>
                        <a:pt x="1737" y="1649"/>
                        <a:pt x="1745" y="1649"/>
                      </a:cubicBezTo>
                      <a:cubicBezTo>
                        <a:pt x="1753" y="1649"/>
                        <a:pt x="1760" y="1647"/>
                        <a:pt x="1767" y="1643"/>
                      </a:cubicBezTo>
                      <a:cubicBezTo>
                        <a:pt x="1898" y="1566"/>
                        <a:pt x="1898" y="1566"/>
                        <a:pt x="1898" y="1566"/>
                      </a:cubicBezTo>
                      <a:cubicBezTo>
                        <a:pt x="1912" y="1558"/>
                        <a:pt x="1920" y="1544"/>
                        <a:pt x="1920" y="1528"/>
                      </a:cubicBezTo>
                      <a:cubicBezTo>
                        <a:pt x="1920" y="1377"/>
                        <a:pt x="1920" y="1377"/>
                        <a:pt x="1920" y="1377"/>
                      </a:cubicBezTo>
                      <a:cubicBezTo>
                        <a:pt x="1920" y="1361"/>
                        <a:pt x="1912" y="1346"/>
                        <a:pt x="1898" y="1339"/>
                      </a:cubicBezTo>
                      <a:close/>
                      <a:moveTo>
                        <a:pt x="1876" y="1528"/>
                      </a:moveTo>
                      <a:cubicBezTo>
                        <a:pt x="1745" y="1605"/>
                        <a:pt x="1745" y="1605"/>
                        <a:pt x="1745" y="1605"/>
                      </a:cubicBezTo>
                      <a:cubicBezTo>
                        <a:pt x="1615" y="1528"/>
                        <a:pt x="1615" y="1528"/>
                        <a:pt x="1615" y="1528"/>
                      </a:cubicBezTo>
                      <a:cubicBezTo>
                        <a:pt x="1615" y="1377"/>
                        <a:pt x="1615" y="1377"/>
                        <a:pt x="1615" y="1377"/>
                      </a:cubicBezTo>
                      <a:cubicBezTo>
                        <a:pt x="1745" y="1303"/>
                        <a:pt x="1745" y="1303"/>
                        <a:pt x="1745" y="1303"/>
                      </a:cubicBezTo>
                      <a:cubicBezTo>
                        <a:pt x="1876" y="1377"/>
                        <a:pt x="1876" y="1377"/>
                        <a:pt x="1876" y="1377"/>
                      </a:cubicBezTo>
                      <a:lnTo>
                        <a:pt x="1876" y="1528"/>
                      </a:lnTo>
                      <a:close/>
                      <a:moveTo>
                        <a:pt x="1123" y="1805"/>
                      </a:moveTo>
                      <a:cubicBezTo>
                        <a:pt x="995" y="1735"/>
                        <a:pt x="995" y="1735"/>
                        <a:pt x="995" y="1735"/>
                      </a:cubicBezTo>
                      <a:cubicBezTo>
                        <a:pt x="995" y="1693"/>
                        <a:pt x="995" y="1693"/>
                        <a:pt x="995" y="1693"/>
                      </a:cubicBezTo>
                      <a:cubicBezTo>
                        <a:pt x="970" y="1696"/>
                        <a:pt x="970" y="1696"/>
                        <a:pt x="970" y="1696"/>
                      </a:cubicBezTo>
                      <a:cubicBezTo>
                        <a:pt x="951" y="1666"/>
                        <a:pt x="951" y="1666"/>
                        <a:pt x="951" y="1666"/>
                      </a:cubicBezTo>
                      <a:cubicBezTo>
                        <a:pt x="951" y="1735"/>
                        <a:pt x="951" y="1735"/>
                        <a:pt x="951" y="1735"/>
                      </a:cubicBezTo>
                      <a:cubicBezTo>
                        <a:pt x="819" y="1804"/>
                        <a:pt x="819" y="1804"/>
                        <a:pt x="819" y="1804"/>
                      </a:cubicBezTo>
                      <a:cubicBezTo>
                        <a:pt x="805" y="1812"/>
                        <a:pt x="796" y="1827"/>
                        <a:pt x="796" y="1843"/>
                      </a:cubicBezTo>
                      <a:cubicBezTo>
                        <a:pt x="796" y="1996"/>
                        <a:pt x="796" y="1996"/>
                        <a:pt x="796" y="1996"/>
                      </a:cubicBezTo>
                      <a:cubicBezTo>
                        <a:pt x="796" y="2012"/>
                        <a:pt x="805" y="2026"/>
                        <a:pt x="819" y="2034"/>
                      </a:cubicBezTo>
                      <a:cubicBezTo>
                        <a:pt x="952" y="2108"/>
                        <a:pt x="952" y="2108"/>
                        <a:pt x="952" y="2108"/>
                      </a:cubicBezTo>
                      <a:cubicBezTo>
                        <a:pt x="959" y="2111"/>
                        <a:pt x="966" y="2113"/>
                        <a:pt x="973" y="2113"/>
                      </a:cubicBezTo>
                      <a:cubicBezTo>
                        <a:pt x="981" y="2113"/>
                        <a:pt x="989" y="2111"/>
                        <a:pt x="995" y="2107"/>
                      </a:cubicBezTo>
                      <a:cubicBezTo>
                        <a:pt x="1124" y="2033"/>
                        <a:pt x="1124" y="2033"/>
                        <a:pt x="1124" y="2033"/>
                      </a:cubicBezTo>
                      <a:cubicBezTo>
                        <a:pt x="1138" y="2025"/>
                        <a:pt x="1146" y="2011"/>
                        <a:pt x="1146" y="1995"/>
                      </a:cubicBezTo>
                      <a:cubicBezTo>
                        <a:pt x="1146" y="1844"/>
                        <a:pt x="1146" y="1844"/>
                        <a:pt x="1146" y="1844"/>
                      </a:cubicBezTo>
                      <a:cubicBezTo>
                        <a:pt x="1146" y="1828"/>
                        <a:pt x="1137" y="1813"/>
                        <a:pt x="1123" y="1805"/>
                      </a:cubicBezTo>
                      <a:close/>
                      <a:moveTo>
                        <a:pt x="1102" y="1995"/>
                      </a:moveTo>
                      <a:cubicBezTo>
                        <a:pt x="973" y="2069"/>
                        <a:pt x="973" y="2069"/>
                        <a:pt x="973" y="2069"/>
                      </a:cubicBezTo>
                      <a:cubicBezTo>
                        <a:pt x="840" y="1996"/>
                        <a:pt x="840" y="1996"/>
                        <a:pt x="840" y="1996"/>
                      </a:cubicBezTo>
                      <a:cubicBezTo>
                        <a:pt x="840" y="1843"/>
                        <a:pt x="840" y="1843"/>
                        <a:pt x="840" y="1843"/>
                      </a:cubicBezTo>
                      <a:cubicBezTo>
                        <a:pt x="973" y="1773"/>
                        <a:pt x="973" y="1773"/>
                        <a:pt x="973" y="1773"/>
                      </a:cubicBezTo>
                      <a:cubicBezTo>
                        <a:pt x="1102" y="1844"/>
                        <a:pt x="1102" y="1844"/>
                        <a:pt x="1102" y="1844"/>
                      </a:cubicBezTo>
                      <a:lnTo>
                        <a:pt x="1102" y="1995"/>
                      </a:lnTo>
                      <a:close/>
                    </a:path>
                  </a:pathLst>
                </a:custGeom>
                <a:solidFill>
                  <a:srgbClr val="26235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2C2C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  <p:sp>
              <p:nvSpPr>
                <p:cNvPr id="56" name="Freeform 157">
                  <a:extLst>
                    <a:ext uri="{FF2B5EF4-FFF2-40B4-BE49-F238E27FC236}">
                      <a16:creationId xmlns:a16="http://schemas.microsoft.com/office/drawing/2014/main" id="{50561675-1404-8EF1-71B7-2F937C5134C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305036" y="1961655"/>
                  <a:ext cx="1260557" cy="1373349"/>
                </a:xfrm>
                <a:custGeom>
                  <a:avLst/>
                  <a:gdLst>
                    <a:gd name="T0" fmla="*/ 0 w 1766"/>
                    <a:gd name="T1" fmla="*/ 513 h 1924"/>
                    <a:gd name="T2" fmla="*/ 173 w 1766"/>
                    <a:gd name="T3" fmla="*/ 615 h 1924"/>
                    <a:gd name="T4" fmla="*/ 1571 w 1766"/>
                    <a:gd name="T5" fmla="*/ 1408 h 1924"/>
                    <a:gd name="T6" fmla="*/ 1744 w 1766"/>
                    <a:gd name="T7" fmla="*/ 1308 h 1924"/>
                    <a:gd name="T8" fmla="*/ 970 w 1766"/>
                    <a:gd name="T9" fmla="*/ 149 h 1924"/>
                    <a:gd name="T10" fmla="*/ 796 w 1766"/>
                    <a:gd name="T11" fmla="*/ 49 h 1924"/>
                    <a:gd name="T12" fmla="*/ 970 w 1766"/>
                    <a:gd name="T13" fmla="*/ 149 h 1924"/>
                    <a:gd name="T14" fmla="*/ 1593 w 1766"/>
                    <a:gd name="T15" fmla="*/ 615 h 1924"/>
                    <a:gd name="T16" fmla="*/ 1766 w 1766"/>
                    <a:gd name="T17" fmla="*/ 513 h 1924"/>
                    <a:gd name="T18" fmla="*/ 21 w 1766"/>
                    <a:gd name="T19" fmla="*/ 1408 h 1924"/>
                    <a:gd name="T20" fmla="*/ 195 w 1766"/>
                    <a:gd name="T21" fmla="*/ 1308 h 1924"/>
                    <a:gd name="T22" fmla="*/ 882 w 1766"/>
                    <a:gd name="T23" fmla="*/ 763 h 1924"/>
                    <a:gd name="T24" fmla="*/ 1078 w 1766"/>
                    <a:gd name="T25" fmla="*/ 962 h 1924"/>
                    <a:gd name="T26" fmla="*/ 796 w 1766"/>
                    <a:gd name="T27" fmla="*/ 1875 h 1924"/>
                    <a:gd name="T28" fmla="*/ 970 w 1766"/>
                    <a:gd name="T29" fmla="*/ 1775 h 1924"/>
                    <a:gd name="T30" fmla="*/ 1468 w 1766"/>
                    <a:gd name="T31" fmla="*/ 942 h 1924"/>
                    <a:gd name="T32" fmla="*/ 1464 w 1766"/>
                    <a:gd name="T33" fmla="*/ 1040 h 1924"/>
                    <a:gd name="T34" fmla="*/ 1385 w 1766"/>
                    <a:gd name="T35" fmla="*/ 1264 h 1924"/>
                    <a:gd name="T36" fmla="*/ 1335 w 1766"/>
                    <a:gd name="T37" fmla="*/ 1335 h 1924"/>
                    <a:gd name="T38" fmla="*/ 1172 w 1766"/>
                    <a:gd name="T39" fmla="*/ 1365 h 1924"/>
                    <a:gd name="T40" fmla="*/ 1054 w 1766"/>
                    <a:gd name="T41" fmla="*/ 1529 h 1924"/>
                    <a:gd name="T42" fmla="*/ 905 w 1766"/>
                    <a:gd name="T43" fmla="*/ 1554 h 1924"/>
                    <a:gd name="T44" fmla="*/ 767 w 1766"/>
                    <a:gd name="T45" fmla="*/ 1438 h 1924"/>
                    <a:gd name="T46" fmla="*/ 598 w 1766"/>
                    <a:gd name="T47" fmla="*/ 1479 h 1924"/>
                    <a:gd name="T48" fmla="*/ 542 w 1766"/>
                    <a:gd name="T49" fmla="*/ 1444 h 1924"/>
                    <a:gd name="T50" fmla="*/ 483 w 1766"/>
                    <a:gd name="T51" fmla="*/ 1251 h 1924"/>
                    <a:gd name="T52" fmla="*/ 337 w 1766"/>
                    <a:gd name="T53" fmla="*/ 1172 h 1924"/>
                    <a:gd name="T54" fmla="*/ 334 w 1766"/>
                    <a:gd name="T55" fmla="*/ 1161 h 1924"/>
                    <a:gd name="T56" fmla="*/ 389 w 1766"/>
                    <a:gd name="T57" fmla="*/ 1019 h 1924"/>
                    <a:gd name="T58" fmla="*/ 315 w 1766"/>
                    <a:gd name="T59" fmla="*/ 829 h 1924"/>
                    <a:gd name="T60" fmla="*/ 358 w 1766"/>
                    <a:gd name="T61" fmla="*/ 706 h 1924"/>
                    <a:gd name="T62" fmla="*/ 535 w 1766"/>
                    <a:gd name="T63" fmla="*/ 612 h 1924"/>
                    <a:gd name="T64" fmla="*/ 572 w 1766"/>
                    <a:gd name="T65" fmla="*/ 461 h 1924"/>
                    <a:gd name="T66" fmla="*/ 665 w 1766"/>
                    <a:gd name="T67" fmla="*/ 411 h 1924"/>
                    <a:gd name="T68" fmla="*/ 893 w 1766"/>
                    <a:gd name="T69" fmla="*/ 367 h 1924"/>
                    <a:gd name="T70" fmla="*/ 1043 w 1766"/>
                    <a:gd name="T71" fmla="*/ 389 h 1924"/>
                    <a:gd name="T72" fmla="*/ 1153 w 1766"/>
                    <a:gd name="T73" fmla="*/ 554 h 1924"/>
                    <a:gd name="T74" fmla="*/ 1328 w 1766"/>
                    <a:gd name="T75" fmla="*/ 574 h 1924"/>
                    <a:gd name="T76" fmla="*/ 1327 w 1766"/>
                    <a:gd name="T77" fmla="*/ 742 h 1924"/>
                    <a:gd name="T78" fmla="*/ 1465 w 1766"/>
                    <a:gd name="T79" fmla="*/ 888 h 1924"/>
                    <a:gd name="T80" fmla="*/ 1468 w 1766"/>
                    <a:gd name="T81" fmla="*/ 942 h 1924"/>
                    <a:gd name="T82" fmla="*/ 825 w 1766"/>
                    <a:gd name="T83" fmla="*/ 1330 h 19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766" h="1924">
                      <a:moveTo>
                        <a:pt x="86" y="664"/>
                      </a:moveTo>
                      <a:cubicBezTo>
                        <a:pt x="86" y="664"/>
                        <a:pt x="86" y="664"/>
                        <a:pt x="0" y="615"/>
                      </a:cubicBezTo>
                      <a:cubicBezTo>
                        <a:pt x="0" y="615"/>
                        <a:pt x="0" y="615"/>
                        <a:pt x="0" y="513"/>
                      </a:cubicBezTo>
                      <a:cubicBezTo>
                        <a:pt x="0" y="513"/>
                        <a:pt x="0" y="513"/>
                        <a:pt x="86" y="464"/>
                      </a:cubicBezTo>
                      <a:cubicBezTo>
                        <a:pt x="86" y="464"/>
                        <a:pt x="86" y="464"/>
                        <a:pt x="173" y="513"/>
                      </a:cubicBezTo>
                      <a:cubicBezTo>
                        <a:pt x="173" y="513"/>
                        <a:pt x="173" y="513"/>
                        <a:pt x="173" y="615"/>
                      </a:cubicBezTo>
                      <a:lnTo>
                        <a:pt x="86" y="664"/>
                      </a:lnTo>
                      <a:close/>
                      <a:moveTo>
                        <a:pt x="1571" y="1308"/>
                      </a:moveTo>
                      <a:cubicBezTo>
                        <a:pt x="1571" y="1408"/>
                        <a:pt x="1571" y="1408"/>
                        <a:pt x="1571" y="1408"/>
                      </a:cubicBezTo>
                      <a:cubicBezTo>
                        <a:pt x="1657" y="1459"/>
                        <a:pt x="1657" y="1459"/>
                        <a:pt x="1657" y="1459"/>
                      </a:cubicBezTo>
                      <a:cubicBezTo>
                        <a:pt x="1744" y="1408"/>
                        <a:pt x="1744" y="1408"/>
                        <a:pt x="1744" y="1408"/>
                      </a:cubicBezTo>
                      <a:cubicBezTo>
                        <a:pt x="1744" y="1308"/>
                        <a:pt x="1744" y="1308"/>
                        <a:pt x="1744" y="1308"/>
                      </a:cubicBezTo>
                      <a:cubicBezTo>
                        <a:pt x="1657" y="1259"/>
                        <a:pt x="1657" y="1259"/>
                        <a:pt x="1657" y="1259"/>
                      </a:cubicBezTo>
                      <a:lnTo>
                        <a:pt x="1571" y="1308"/>
                      </a:lnTo>
                      <a:close/>
                      <a:moveTo>
                        <a:pt x="970" y="149"/>
                      </a:moveTo>
                      <a:cubicBezTo>
                        <a:pt x="970" y="49"/>
                        <a:pt x="970" y="49"/>
                        <a:pt x="970" y="49"/>
                      </a:cubicBezTo>
                      <a:cubicBezTo>
                        <a:pt x="885" y="0"/>
                        <a:pt x="885" y="0"/>
                        <a:pt x="885" y="0"/>
                      </a:cubicBezTo>
                      <a:cubicBezTo>
                        <a:pt x="796" y="49"/>
                        <a:pt x="796" y="49"/>
                        <a:pt x="796" y="49"/>
                      </a:cubicBezTo>
                      <a:cubicBezTo>
                        <a:pt x="796" y="149"/>
                        <a:pt x="796" y="149"/>
                        <a:pt x="796" y="149"/>
                      </a:cubicBezTo>
                      <a:cubicBezTo>
                        <a:pt x="885" y="196"/>
                        <a:pt x="885" y="196"/>
                        <a:pt x="885" y="196"/>
                      </a:cubicBezTo>
                      <a:lnTo>
                        <a:pt x="970" y="149"/>
                      </a:lnTo>
                      <a:close/>
                      <a:moveTo>
                        <a:pt x="1679" y="464"/>
                      </a:moveTo>
                      <a:cubicBezTo>
                        <a:pt x="1593" y="513"/>
                        <a:pt x="1593" y="513"/>
                        <a:pt x="1593" y="513"/>
                      </a:cubicBezTo>
                      <a:cubicBezTo>
                        <a:pt x="1593" y="615"/>
                        <a:pt x="1593" y="615"/>
                        <a:pt x="1593" y="615"/>
                      </a:cubicBezTo>
                      <a:cubicBezTo>
                        <a:pt x="1679" y="664"/>
                        <a:pt x="1679" y="664"/>
                        <a:pt x="1679" y="664"/>
                      </a:cubicBezTo>
                      <a:cubicBezTo>
                        <a:pt x="1766" y="615"/>
                        <a:pt x="1766" y="615"/>
                        <a:pt x="1766" y="615"/>
                      </a:cubicBezTo>
                      <a:cubicBezTo>
                        <a:pt x="1766" y="513"/>
                        <a:pt x="1766" y="513"/>
                        <a:pt x="1766" y="513"/>
                      </a:cubicBezTo>
                      <a:lnTo>
                        <a:pt x="1679" y="464"/>
                      </a:lnTo>
                      <a:close/>
                      <a:moveTo>
                        <a:pt x="21" y="1308"/>
                      </a:moveTo>
                      <a:cubicBezTo>
                        <a:pt x="21" y="1408"/>
                        <a:pt x="21" y="1408"/>
                        <a:pt x="21" y="1408"/>
                      </a:cubicBezTo>
                      <a:cubicBezTo>
                        <a:pt x="108" y="1459"/>
                        <a:pt x="108" y="1459"/>
                        <a:pt x="108" y="1459"/>
                      </a:cubicBezTo>
                      <a:cubicBezTo>
                        <a:pt x="195" y="1408"/>
                        <a:pt x="195" y="1408"/>
                        <a:pt x="195" y="1408"/>
                      </a:cubicBezTo>
                      <a:cubicBezTo>
                        <a:pt x="195" y="1308"/>
                        <a:pt x="195" y="1308"/>
                        <a:pt x="195" y="1308"/>
                      </a:cubicBezTo>
                      <a:cubicBezTo>
                        <a:pt x="108" y="1259"/>
                        <a:pt x="108" y="1259"/>
                        <a:pt x="108" y="1259"/>
                      </a:cubicBezTo>
                      <a:lnTo>
                        <a:pt x="21" y="1308"/>
                      </a:lnTo>
                      <a:close/>
                      <a:moveTo>
                        <a:pt x="882" y="763"/>
                      </a:moveTo>
                      <a:cubicBezTo>
                        <a:pt x="775" y="763"/>
                        <a:pt x="688" y="852"/>
                        <a:pt x="688" y="962"/>
                      </a:cubicBezTo>
                      <a:cubicBezTo>
                        <a:pt x="688" y="1071"/>
                        <a:pt x="775" y="1160"/>
                        <a:pt x="882" y="1160"/>
                      </a:cubicBezTo>
                      <a:cubicBezTo>
                        <a:pt x="990" y="1160"/>
                        <a:pt x="1078" y="1071"/>
                        <a:pt x="1078" y="962"/>
                      </a:cubicBezTo>
                      <a:cubicBezTo>
                        <a:pt x="1078" y="852"/>
                        <a:pt x="990" y="763"/>
                        <a:pt x="882" y="763"/>
                      </a:cubicBezTo>
                      <a:close/>
                      <a:moveTo>
                        <a:pt x="796" y="1775"/>
                      </a:moveTo>
                      <a:cubicBezTo>
                        <a:pt x="796" y="1875"/>
                        <a:pt x="796" y="1875"/>
                        <a:pt x="796" y="1875"/>
                      </a:cubicBezTo>
                      <a:cubicBezTo>
                        <a:pt x="885" y="1924"/>
                        <a:pt x="885" y="1924"/>
                        <a:pt x="885" y="1924"/>
                      </a:cubicBezTo>
                      <a:cubicBezTo>
                        <a:pt x="970" y="1875"/>
                        <a:pt x="970" y="1875"/>
                        <a:pt x="970" y="1875"/>
                      </a:cubicBezTo>
                      <a:cubicBezTo>
                        <a:pt x="970" y="1775"/>
                        <a:pt x="970" y="1775"/>
                        <a:pt x="970" y="1775"/>
                      </a:cubicBezTo>
                      <a:cubicBezTo>
                        <a:pt x="885" y="1728"/>
                        <a:pt x="885" y="1728"/>
                        <a:pt x="885" y="1728"/>
                      </a:cubicBezTo>
                      <a:lnTo>
                        <a:pt x="796" y="1775"/>
                      </a:lnTo>
                      <a:close/>
                      <a:moveTo>
                        <a:pt x="1468" y="942"/>
                      </a:moveTo>
                      <a:cubicBezTo>
                        <a:pt x="1468" y="942"/>
                        <a:pt x="1468" y="942"/>
                        <a:pt x="1469" y="953"/>
                      </a:cubicBezTo>
                      <a:cubicBezTo>
                        <a:pt x="1469" y="954"/>
                        <a:pt x="1469" y="987"/>
                        <a:pt x="1466" y="1017"/>
                      </a:cubicBezTo>
                      <a:cubicBezTo>
                        <a:pt x="1466" y="1017"/>
                        <a:pt x="1466" y="1017"/>
                        <a:pt x="1464" y="1040"/>
                      </a:cubicBezTo>
                      <a:cubicBezTo>
                        <a:pt x="1464" y="1040"/>
                        <a:pt x="1464" y="1040"/>
                        <a:pt x="1370" y="1078"/>
                      </a:cubicBezTo>
                      <a:cubicBezTo>
                        <a:pt x="1363" y="1111"/>
                        <a:pt x="1351" y="1144"/>
                        <a:pt x="1335" y="1175"/>
                      </a:cubicBezTo>
                      <a:cubicBezTo>
                        <a:pt x="1335" y="1175"/>
                        <a:pt x="1335" y="1175"/>
                        <a:pt x="1385" y="1264"/>
                      </a:cubicBezTo>
                      <a:cubicBezTo>
                        <a:pt x="1385" y="1264"/>
                        <a:pt x="1385" y="1264"/>
                        <a:pt x="1374" y="1281"/>
                      </a:cubicBezTo>
                      <a:cubicBezTo>
                        <a:pt x="1357" y="1309"/>
                        <a:pt x="1336" y="1334"/>
                        <a:pt x="1336" y="1335"/>
                      </a:cubicBezTo>
                      <a:cubicBezTo>
                        <a:pt x="1336" y="1335"/>
                        <a:pt x="1336" y="1335"/>
                        <a:pt x="1335" y="1335"/>
                      </a:cubicBezTo>
                      <a:cubicBezTo>
                        <a:pt x="1329" y="1344"/>
                        <a:pt x="1316" y="1359"/>
                        <a:pt x="1292" y="1384"/>
                      </a:cubicBezTo>
                      <a:cubicBezTo>
                        <a:pt x="1292" y="1384"/>
                        <a:pt x="1292" y="1384"/>
                        <a:pt x="1276" y="1400"/>
                      </a:cubicBezTo>
                      <a:cubicBezTo>
                        <a:pt x="1276" y="1400"/>
                        <a:pt x="1276" y="1400"/>
                        <a:pt x="1172" y="1365"/>
                      </a:cubicBezTo>
                      <a:cubicBezTo>
                        <a:pt x="1145" y="1383"/>
                        <a:pt x="1120" y="1397"/>
                        <a:pt x="1095" y="1408"/>
                      </a:cubicBezTo>
                      <a:cubicBezTo>
                        <a:pt x="1095" y="1408"/>
                        <a:pt x="1095" y="1408"/>
                        <a:pt x="1076" y="1522"/>
                      </a:cubicBezTo>
                      <a:cubicBezTo>
                        <a:pt x="1076" y="1522"/>
                        <a:pt x="1076" y="1522"/>
                        <a:pt x="1054" y="1529"/>
                      </a:cubicBezTo>
                      <a:cubicBezTo>
                        <a:pt x="1019" y="1538"/>
                        <a:pt x="1000" y="1542"/>
                        <a:pt x="990" y="1543"/>
                      </a:cubicBezTo>
                      <a:cubicBezTo>
                        <a:pt x="989" y="1544"/>
                        <a:pt x="958" y="1549"/>
                        <a:pt x="927" y="1552"/>
                      </a:cubicBezTo>
                      <a:cubicBezTo>
                        <a:pt x="927" y="1552"/>
                        <a:pt x="927" y="1552"/>
                        <a:pt x="905" y="1554"/>
                      </a:cubicBezTo>
                      <a:cubicBezTo>
                        <a:pt x="905" y="1554"/>
                        <a:pt x="905" y="1554"/>
                        <a:pt x="841" y="1451"/>
                      </a:cubicBezTo>
                      <a:cubicBezTo>
                        <a:pt x="829" y="1449"/>
                        <a:pt x="818" y="1448"/>
                        <a:pt x="805" y="1445"/>
                      </a:cubicBezTo>
                      <a:cubicBezTo>
                        <a:pt x="793" y="1444"/>
                        <a:pt x="780" y="1441"/>
                        <a:pt x="767" y="1438"/>
                      </a:cubicBezTo>
                      <a:cubicBezTo>
                        <a:pt x="767" y="1438"/>
                        <a:pt x="767" y="1438"/>
                        <a:pt x="675" y="1517"/>
                      </a:cubicBezTo>
                      <a:cubicBezTo>
                        <a:pt x="675" y="1517"/>
                        <a:pt x="675" y="1517"/>
                        <a:pt x="654" y="1507"/>
                      </a:cubicBezTo>
                      <a:cubicBezTo>
                        <a:pt x="627" y="1495"/>
                        <a:pt x="598" y="1480"/>
                        <a:pt x="598" y="1479"/>
                      </a:cubicBezTo>
                      <a:cubicBezTo>
                        <a:pt x="598" y="1479"/>
                        <a:pt x="598" y="1479"/>
                        <a:pt x="597" y="1479"/>
                      </a:cubicBezTo>
                      <a:cubicBezTo>
                        <a:pt x="597" y="1479"/>
                        <a:pt x="597" y="1479"/>
                        <a:pt x="596" y="1478"/>
                      </a:cubicBezTo>
                      <a:cubicBezTo>
                        <a:pt x="595" y="1477"/>
                        <a:pt x="568" y="1461"/>
                        <a:pt x="542" y="1444"/>
                      </a:cubicBezTo>
                      <a:cubicBezTo>
                        <a:pt x="542" y="1444"/>
                        <a:pt x="542" y="1444"/>
                        <a:pt x="523" y="1431"/>
                      </a:cubicBezTo>
                      <a:cubicBezTo>
                        <a:pt x="523" y="1431"/>
                        <a:pt x="523" y="1431"/>
                        <a:pt x="541" y="1317"/>
                      </a:cubicBezTo>
                      <a:cubicBezTo>
                        <a:pt x="518" y="1295"/>
                        <a:pt x="500" y="1274"/>
                        <a:pt x="483" y="1251"/>
                      </a:cubicBezTo>
                      <a:cubicBezTo>
                        <a:pt x="483" y="1251"/>
                        <a:pt x="483" y="1251"/>
                        <a:pt x="372" y="1252"/>
                      </a:cubicBezTo>
                      <a:cubicBezTo>
                        <a:pt x="372" y="1252"/>
                        <a:pt x="372" y="1252"/>
                        <a:pt x="362" y="1232"/>
                      </a:cubicBezTo>
                      <a:cubicBezTo>
                        <a:pt x="349" y="1203"/>
                        <a:pt x="338" y="1173"/>
                        <a:pt x="337" y="1172"/>
                      </a:cubicBezTo>
                      <a:cubicBezTo>
                        <a:pt x="337" y="1172"/>
                        <a:pt x="337" y="1172"/>
                        <a:pt x="334" y="1163"/>
                      </a:cubicBezTo>
                      <a:cubicBezTo>
                        <a:pt x="334" y="1163"/>
                        <a:pt x="334" y="1163"/>
                        <a:pt x="334" y="1162"/>
                      </a:cubicBezTo>
                      <a:cubicBezTo>
                        <a:pt x="334" y="1162"/>
                        <a:pt x="334" y="1162"/>
                        <a:pt x="334" y="1161"/>
                      </a:cubicBezTo>
                      <a:cubicBezTo>
                        <a:pt x="329" y="1150"/>
                        <a:pt x="323" y="1130"/>
                        <a:pt x="317" y="1110"/>
                      </a:cubicBezTo>
                      <a:cubicBezTo>
                        <a:pt x="317" y="1110"/>
                        <a:pt x="317" y="1110"/>
                        <a:pt x="311" y="1089"/>
                      </a:cubicBezTo>
                      <a:cubicBezTo>
                        <a:pt x="311" y="1089"/>
                        <a:pt x="311" y="1089"/>
                        <a:pt x="389" y="1019"/>
                      </a:cubicBezTo>
                      <a:cubicBezTo>
                        <a:pt x="384" y="985"/>
                        <a:pt x="384" y="951"/>
                        <a:pt x="387" y="917"/>
                      </a:cubicBezTo>
                      <a:cubicBezTo>
                        <a:pt x="387" y="917"/>
                        <a:pt x="387" y="917"/>
                        <a:pt x="308" y="851"/>
                      </a:cubicBezTo>
                      <a:cubicBezTo>
                        <a:pt x="308" y="851"/>
                        <a:pt x="308" y="851"/>
                        <a:pt x="315" y="829"/>
                      </a:cubicBezTo>
                      <a:cubicBezTo>
                        <a:pt x="321" y="804"/>
                        <a:pt x="329" y="779"/>
                        <a:pt x="332" y="769"/>
                      </a:cubicBezTo>
                      <a:cubicBezTo>
                        <a:pt x="334" y="767"/>
                        <a:pt x="334" y="767"/>
                        <a:pt x="334" y="767"/>
                      </a:cubicBezTo>
                      <a:cubicBezTo>
                        <a:pt x="334" y="765"/>
                        <a:pt x="344" y="734"/>
                        <a:pt x="358" y="706"/>
                      </a:cubicBezTo>
                      <a:cubicBezTo>
                        <a:pt x="358" y="706"/>
                        <a:pt x="358" y="706"/>
                        <a:pt x="366" y="686"/>
                      </a:cubicBezTo>
                      <a:cubicBezTo>
                        <a:pt x="366" y="686"/>
                        <a:pt x="366" y="686"/>
                        <a:pt x="474" y="683"/>
                      </a:cubicBezTo>
                      <a:cubicBezTo>
                        <a:pt x="494" y="655"/>
                        <a:pt x="514" y="632"/>
                        <a:pt x="535" y="612"/>
                      </a:cubicBezTo>
                      <a:cubicBezTo>
                        <a:pt x="535" y="612"/>
                        <a:pt x="535" y="612"/>
                        <a:pt x="515" y="502"/>
                      </a:cubicBezTo>
                      <a:cubicBezTo>
                        <a:pt x="515" y="502"/>
                        <a:pt x="515" y="502"/>
                        <a:pt x="533" y="489"/>
                      </a:cubicBezTo>
                      <a:cubicBezTo>
                        <a:pt x="547" y="478"/>
                        <a:pt x="562" y="469"/>
                        <a:pt x="572" y="461"/>
                      </a:cubicBezTo>
                      <a:cubicBezTo>
                        <a:pt x="572" y="461"/>
                        <a:pt x="572" y="461"/>
                        <a:pt x="599" y="445"/>
                      </a:cubicBezTo>
                      <a:cubicBezTo>
                        <a:pt x="610" y="439"/>
                        <a:pt x="626" y="430"/>
                        <a:pt x="644" y="421"/>
                      </a:cubicBezTo>
                      <a:cubicBezTo>
                        <a:pt x="644" y="421"/>
                        <a:pt x="644" y="421"/>
                        <a:pt x="665" y="411"/>
                      </a:cubicBezTo>
                      <a:cubicBezTo>
                        <a:pt x="665" y="411"/>
                        <a:pt x="665" y="411"/>
                        <a:pt x="759" y="489"/>
                      </a:cubicBezTo>
                      <a:cubicBezTo>
                        <a:pt x="784" y="484"/>
                        <a:pt x="808" y="480"/>
                        <a:pt x="831" y="477"/>
                      </a:cubicBezTo>
                      <a:cubicBezTo>
                        <a:pt x="831" y="477"/>
                        <a:pt x="831" y="477"/>
                        <a:pt x="893" y="367"/>
                      </a:cubicBezTo>
                      <a:cubicBezTo>
                        <a:pt x="893" y="367"/>
                        <a:pt x="893" y="367"/>
                        <a:pt x="916" y="368"/>
                      </a:cubicBezTo>
                      <a:cubicBezTo>
                        <a:pt x="947" y="371"/>
                        <a:pt x="978" y="376"/>
                        <a:pt x="980" y="376"/>
                      </a:cubicBezTo>
                      <a:cubicBezTo>
                        <a:pt x="983" y="377"/>
                        <a:pt x="1013" y="382"/>
                        <a:pt x="1043" y="389"/>
                      </a:cubicBezTo>
                      <a:cubicBezTo>
                        <a:pt x="1043" y="389"/>
                        <a:pt x="1043" y="389"/>
                        <a:pt x="1064" y="395"/>
                      </a:cubicBezTo>
                      <a:cubicBezTo>
                        <a:pt x="1064" y="395"/>
                        <a:pt x="1064" y="395"/>
                        <a:pt x="1089" y="519"/>
                      </a:cubicBezTo>
                      <a:cubicBezTo>
                        <a:pt x="1111" y="529"/>
                        <a:pt x="1132" y="541"/>
                        <a:pt x="1153" y="554"/>
                      </a:cubicBezTo>
                      <a:cubicBezTo>
                        <a:pt x="1153" y="554"/>
                        <a:pt x="1153" y="554"/>
                        <a:pt x="1268" y="511"/>
                      </a:cubicBezTo>
                      <a:cubicBezTo>
                        <a:pt x="1268" y="511"/>
                        <a:pt x="1268" y="511"/>
                        <a:pt x="1284" y="527"/>
                      </a:cubicBezTo>
                      <a:cubicBezTo>
                        <a:pt x="1305" y="547"/>
                        <a:pt x="1326" y="571"/>
                        <a:pt x="1328" y="574"/>
                      </a:cubicBezTo>
                      <a:cubicBezTo>
                        <a:pt x="1331" y="578"/>
                        <a:pt x="1351" y="601"/>
                        <a:pt x="1368" y="626"/>
                      </a:cubicBezTo>
                      <a:cubicBezTo>
                        <a:pt x="1368" y="626"/>
                        <a:pt x="1368" y="626"/>
                        <a:pt x="1380" y="644"/>
                      </a:cubicBezTo>
                      <a:cubicBezTo>
                        <a:pt x="1380" y="644"/>
                        <a:pt x="1380" y="644"/>
                        <a:pt x="1327" y="742"/>
                      </a:cubicBezTo>
                      <a:cubicBezTo>
                        <a:pt x="1342" y="771"/>
                        <a:pt x="1354" y="799"/>
                        <a:pt x="1362" y="829"/>
                      </a:cubicBezTo>
                      <a:cubicBezTo>
                        <a:pt x="1362" y="829"/>
                        <a:pt x="1362" y="829"/>
                        <a:pt x="1462" y="866"/>
                      </a:cubicBezTo>
                      <a:cubicBezTo>
                        <a:pt x="1462" y="866"/>
                        <a:pt x="1462" y="866"/>
                        <a:pt x="1465" y="888"/>
                      </a:cubicBezTo>
                      <a:cubicBezTo>
                        <a:pt x="1467" y="907"/>
                        <a:pt x="1467" y="927"/>
                        <a:pt x="1468" y="939"/>
                      </a:cubicBezTo>
                      <a:cubicBezTo>
                        <a:pt x="1468" y="940"/>
                        <a:pt x="1467" y="941"/>
                        <a:pt x="1467" y="941"/>
                      </a:cubicBezTo>
                      <a:cubicBezTo>
                        <a:pt x="1467" y="941"/>
                        <a:pt x="1467" y="941"/>
                        <a:pt x="1468" y="942"/>
                      </a:cubicBezTo>
                      <a:close/>
                      <a:moveTo>
                        <a:pt x="947" y="584"/>
                      </a:moveTo>
                      <a:cubicBezTo>
                        <a:pt x="742" y="550"/>
                        <a:pt x="548" y="691"/>
                        <a:pt x="514" y="897"/>
                      </a:cubicBezTo>
                      <a:cubicBezTo>
                        <a:pt x="481" y="1102"/>
                        <a:pt x="620" y="1296"/>
                        <a:pt x="825" y="1330"/>
                      </a:cubicBezTo>
                      <a:cubicBezTo>
                        <a:pt x="1030" y="1364"/>
                        <a:pt x="1225" y="1224"/>
                        <a:pt x="1258" y="1019"/>
                      </a:cubicBezTo>
                      <a:cubicBezTo>
                        <a:pt x="1292" y="813"/>
                        <a:pt x="1152" y="617"/>
                        <a:pt x="947" y="584"/>
                      </a:cubicBezTo>
                      <a:close/>
                    </a:path>
                  </a:pathLst>
                </a:custGeom>
                <a:solidFill>
                  <a:srgbClr val="DF1B5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2C2C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72634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>
          <a:extLst>
            <a:ext uri="{FF2B5EF4-FFF2-40B4-BE49-F238E27FC236}">
              <a16:creationId xmlns:a16="http://schemas.microsoft.com/office/drawing/2014/main" id="{9F70E1DA-C06B-5A86-4DE6-0EF7D3662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>
            <a:extLst>
              <a:ext uri="{FF2B5EF4-FFF2-40B4-BE49-F238E27FC236}">
                <a16:creationId xmlns:a16="http://schemas.microsoft.com/office/drawing/2014/main" id="{9B02F8FE-5DD2-CF85-0506-E0A23EB98C4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r">
              <a:buClr>
                <a:srgbClr val="000000"/>
              </a:buClr>
            </a:pPr>
            <a:fld id="{00000000-1234-1234-1234-123412341234}" type="slidenum">
              <a:rPr lang="en"/>
              <a:pPr algn="r">
                <a:buClr>
                  <a:srgbClr val="000000"/>
                </a:buClr>
              </a:pPr>
              <a:t>3</a:t>
            </a:fld>
            <a:endParaRPr/>
          </a:p>
        </p:txBody>
      </p:sp>
      <p:sp>
        <p:nvSpPr>
          <p:cNvPr id="2" name="Shape 141">
            <a:extLst>
              <a:ext uri="{FF2B5EF4-FFF2-40B4-BE49-F238E27FC236}">
                <a16:creationId xmlns:a16="http://schemas.microsoft.com/office/drawing/2014/main" id="{7929B25A-CCEA-EFA6-5226-4EAB348F0509}"/>
              </a:ext>
            </a:extLst>
          </p:cNvPr>
          <p:cNvSpPr/>
          <p:nvPr/>
        </p:nvSpPr>
        <p:spPr>
          <a:xfrm>
            <a:off x="341039" y="188199"/>
            <a:ext cx="10448881" cy="695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700"/>
              </a:lnSpc>
              <a:defRPr sz="2800">
                <a:solidFill>
                  <a:srgbClr val="4D4D4D"/>
                </a:solidFill>
                <a:latin typeface="Lato Light"/>
                <a:ea typeface="Lato Light"/>
                <a:cs typeface="Lato Light"/>
                <a:sym typeface="Lato Light"/>
              </a:defRPr>
            </a:pPr>
            <a:r>
              <a:rPr lang="en-US" sz="2000" dirty="0">
                <a:solidFill>
                  <a:srgbClr val="4F4F4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CloudTestr</a:t>
            </a:r>
            <a:r>
              <a:rPr lang="en-US" sz="2000" b="1" dirty="0">
                <a:solidFill>
                  <a:srgbClr val="4F4F4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Enterprise Automation Platform powering Verizon Value Business </a:t>
            </a:r>
          </a:p>
          <a:p>
            <a:pPr>
              <a:lnSpc>
                <a:spcPts val="2700"/>
              </a:lnSpc>
              <a:defRPr sz="2800">
                <a:solidFill>
                  <a:srgbClr val="4D4D4D"/>
                </a:solidFill>
                <a:latin typeface="Lato Light"/>
                <a:ea typeface="Lato Light"/>
                <a:cs typeface="Lato Light"/>
                <a:sym typeface="Lato Light"/>
              </a:defRPr>
            </a:pPr>
            <a:endParaRPr lang="en-US" sz="2800" b="1" dirty="0">
              <a:solidFill>
                <a:srgbClr val="4F4F4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9AD5AC-A22B-4301-B629-00FDC63C222A}"/>
              </a:ext>
            </a:extLst>
          </p:cNvPr>
          <p:cNvGrpSpPr/>
          <p:nvPr/>
        </p:nvGrpSpPr>
        <p:grpSpPr>
          <a:xfrm>
            <a:off x="670559" y="799754"/>
            <a:ext cx="11099669" cy="5403378"/>
            <a:chOff x="670559" y="855871"/>
            <a:chExt cx="11099669" cy="5403378"/>
          </a:xfrm>
        </p:grpSpPr>
        <p:sp>
          <p:nvSpPr>
            <p:cNvPr id="4" name="Shape 144">
              <a:extLst>
                <a:ext uri="{FF2B5EF4-FFF2-40B4-BE49-F238E27FC236}">
                  <a16:creationId xmlns:a16="http://schemas.microsoft.com/office/drawing/2014/main" id="{5E210A4C-EA38-3BA2-6E9A-25AB9B96142F}"/>
                </a:ext>
              </a:extLst>
            </p:cNvPr>
            <p:cNvSpPr/>
            <p:nvPr/>
          </p:nvSpPr>
          <p:spPr>
            <a:xfrm>
              <a:off x="670559" y="2391374"/>
              <a:ext cx="10850882" cy="3280423"/>
            </a:xfrm>
            <a:prstGeom prst="roundRect">
              <a:avLst>
                <a:gd name="adj" fmla="val 1378"/>
              </a:avLst>
            </a:prstGeom>
            <a:solidFill>
              <a:srgbClr val="EEEEEE"/>
            </a:solidFill>
            <a:ln w="12700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1001">
              <a:schemeClr val="lt2"/>
            </a:fillRef>
            <a:effectRef idx="0">
              <a:scrgbClr r="0" g="0" b="0"/>
            </a:effectRef>
            <a:fontRef idx="major"/>
          </p:style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C44EB2-7925-FB6E-40DA-72923EA48B7D}"/>
                </a:ext>
              </a:extLst>
            </p:cNvPr>
            <p:cNvSpPr/>
            <p:nvPr/>
          </p:nvSpPr>
          <p:spPr>
            <a:xfrm>
              <a:off x="873643" y="3022590"/>
              <a:ext cx="1593993" cy="1453935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2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SaaS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1B259E1-F7E8-41DD-861A-0C06C71EDD1D}"/>
                </a:ext>
              </a:extLst>
            </p:cNvPr>
            <p:cNvSpPr/>
            <p:nvPr/>
          </p:nvSpPr>
          <p:spPr>
            <a:xfrm>
              <a:off x="2643468" y="3022592"/>
              <a:ext cx="1593993" cy="1453935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2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On-Premise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49E271-1804-EF1B-9C2B-95444A4DB641}"/>
                </a:ext>
              </a:extLst>
            </p:cNvPr>
            <p:cNvSpPr/>
            <p:nvPr/>
          </p:nvSpPr>
          <p:spPr>
            <a:xfrm>
              <a:off x="4413293" y="3022591"/>
              <a:ext cx="1593993" cy="1453935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2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Web/Mobile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8A4574-5650-7BC0-59C0-146154F6A06F}"/>
                </a:ext>
              </a:extLst>
            </p:cNvPr>
            <p:cNvSpPr/>
            <p:nvPr/>
          </p:nvSpPr>
          <p:spPr>
            <a:xfrm>
              <a:off x="6183118" y="3022593"/>
              <a:ext cx="5133645" cy="1453935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2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Integrations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6C2BB8-7F5B-8002-E005-518A1BDCC8B4}"/>
                </a:ext>
              </a:extLst>
            </p:cNvPr>
            <p:cNvSpPr txBox="1"/>
            <p:nvPr/>
          </p:nvSpPr>
          <p:spPr>
            <a:xfrm>
              <a:off x="873642" y="2541147"/>
              <a:ext cx="10443121" cy="391628"/>
            </a:xfrm>
            <a:prstGeom prst="rect">
              <a:avLst/>
            </a:prstGeom>
            <a:solidFill>
              <a:srgbClr val="A8317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2000" tIns="72000" rIns="72000" bIns="72000" numCol="1" spcCol="38100" rtlCol="0" anchor="ctr">
              <a:spAutoFit/>
            </a:bodyPr>
            <a:lstStyle>
              <a:defPPr>
                <a:defRPr lang="en-US"/>
              </a:defPPr>
              <a:lvl1pPr lvl="0" algn="ctr">
                <a:defRPr sz="1600">
                  <a:solidFill>
                    <a:schemeClr val="bg1"/>
                  </a:solidFill>
                  <a:latin typeface="Lato Medium"/>
                  <a:ea typeface="Lato" charset="0"/>
                  <a:cs typeface="Lato Medium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Application Under Test (AUT)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CEB72B-F567-20BB-75D5-0C6069840ACA}"/>
                </a:ext>
              </a:extLst>
            </p:cNvPr>
            <p:cNvSpPr txBox="1"/>
            <p:nvPr/>
          </p:nvSpPr>
          <p:spPr>
            <a:xfrm>
              <a:off x="928377" y="5178462"/>
              <a:ext cx="2240497" cy="2231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>
              <a:defPPr>
                <a:defRPr lang="en-US"/>
              </a:defPPr>
              <a:lvl1pPr lvl="0" algn="ctr">
                <a:defRPr sz="1600">
                  <a:solidFill>
                    <a:schemeClr val="bg1"/>
                  </a:solidFill>
                  <a:latin typeface="Lato Medium"/>
                  <a:ea typeface="Lato" charset="0"/>
                  <a:cs typeface="Lato Medium"/>
                </a:defRPr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 3" panose="05040102010807070707" pitchFamily="18" charset="2"/>
                <a:buChar char="4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09BD5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Functional &amp; Regression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1A4B8DC-F387-F140-BB0A-56DB24582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28107" y="3551358"/>
              <a:ext cx="749343" cy="671287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769AC8A5-1E05-D6A0-F027-B815AC7AC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4264" y="3394343"/>
              <a:ext cx="692364" cy="236744"/>
            </a:xfrm>
            <a:prstGeom prst="rect">
              <a:avLst/>
            </a:prstGeom>
          </p:spPr>
        </p:pic>
        <p:pic>
          <p:nvPicPr>
            <p:cNvPr id="14" name="Picture 2" descr="Image result for oracle netsuite logo">
              <a:extLst>
                <a:ext uri="{FF2B5EF4-FFF2-40B4-BE49-F238E27FC236}">
                  <a16:creationId xmlns:a16="http://schemas.microsoft.com/office/drawing/2014/main" id="{A03F6087-66F1-EBE4-D84E-A9D08E2B19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292" y="3763845"/>
              <a:ext cx="548722" cy="167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Image result for salesforce logo">
              <a:extLst>
                <a:ext uri="{FF2B5EF4-FFF2-40B4-BE49-F238E27FC236}">
                  <a16:creationId xmlns:a16="http://schemas.microsoft.com/office/drawing/2014/main" id="{9BEB3699-F828-8390-4BD5-94101C2EDA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9799" y="4105745"/>
              <a:ext cx="404279" cy="2830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Image result for workday logo">
              <a:extLst>
                <a:ext uri="{FF2B5EF4-FFF2-40B4-BE49-F238E27FC236}">
                  <a16:creationId xmlns:a16="http://schemas.microsoft.com/office/drawing/2014/main" id="{0E8E235E-1A92-D0E8-ABAF-3F3E83D5B8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673" y="4141197"/>
              <a:ext cx="561908" cy="223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: Rounded Corners 33">
              <a:extLst>
                <a:ext uri="{FF2B5EF4-FFF2-40B4-BE49-F238E27FC236}">
                  <a16:creationId xmlns:a16="http://schemas.microsoft.com/office/drawing/2014/main" id="{D06AF9C7-6ED3-629E-FEA2-20BBA18F5E93}"/>
                </a:ext>
              </a:extLst>
            </p:cNvPr>
            <p:cNvSpPr/>
            <p:nvPr/>
          </p:nvSpPr>
          <p:spPr>
            <a:xfrm>
              <a:off x="3135316" y="867093"/>
              <a:ext cx="3403640" cy="14221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8" name="Arrow: Right 34">
              <a:extLst>
                <a:ext uri="{FF2B5EF4-FFF2-40B4-BE49-F238E27FC236}">
                  <a16:creationId xmlns:a16="http://schemas.microsoft.com/office/drawing/2014/main" id="{FE779F36-D091-5379-43F1-A62F19E8D4BA}"/>
                </a:ext>
              </a:extLst>
            </p:cNvPr>
            <p:cNvSpPr/>
            <p:nvPr/>
          </p:nvSpPr>
          <p:spPr>
            <a:xfrm rot="10800000">
              <a:off x="5166218" y="867085"/>
              <a:ext cx="6355223" cy="1422118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9" name="Arrow: Right 35">
              <a:extLst>
                <a:ext uri="{FF2B5EF4-FFF2-40B4-BE49-F238E27FC236}">
                  <a16:creationId xmlns:a16="http://schemas.microsoft.com/office/drawing/2014/main" id="{5A18276C-3438-8454-2B5D-59D257A3A568}"/>
                </a:ext>
              </a:extLst>
            </p:cNvPr>
            <p:cNvSpPr/>
            <p:nvPr/>
          </p:nvSpPr>
          <p:spPr>
            <a:xfrm>
              <a:off x="670560" y="867093"/>
              <a:ext cx="3521433" cy="1422118"/>
            </a:xfrm>
            <a:prstGeom prst="rightArrow">
              <a:avLst>
                <a:gd name="adj1" fmla="val 100000"/>
                <a:gd name="adj2" fmla="val 50000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71E2EFD-526E-33D8-7700-95069987ED4A}"/>
                </a:ext>
              </a:extLst>
            </p:cNvPr>
            <p:cNvSpPr/>
            <p:nvPr/>
          </p:nvSpPr>
          <p:spPr>
            <a:xfrm>
              <a:off x="785877" y="966784"/>
              <a:ext cx="1233622" cy="1222734"/>
            </a:xfrm>
            <a:prstGeom prst="rect">
              <a:avLst/>
            </a:prstGeom>
            <a:solidFill>
              <a:srgbClr val="1061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9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800">
                  <a:solidFill>
                    <a:srgbClr val="4D4D4D"/>
                  </a:solidFill>
                  <a:latin typeface="Lato Light"/>
                  <a:ea typeface="Lato Light"/>
                  <a:cs typeface="Lato Light"/>
                  <a:sym typeface="Lato Light"/>
                </a:defRPr>
              </a:pPr>
              <a: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Lato Light"/>
                </a:rPr>
                <a:t>Release Validation Partner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11F2B691-43E1-B6B6-D913-90C1B5182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290081" y="1231269"/>
              <a:ext cx="769383" cy="627655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7062494-D2AD-7869-C74B-98C20C8000EE}"/>
                </a:ext>
              </a:extLst>
            </p:cNvPr>
            <p:cNvSpPr txBox="1"/>
            <p:nvPr/>
          </p:nvSpPr>
          <p:spPr>
            <a:xfrm>
              <a:off x="2161032" y="1494772"/>
              <a:ext cx="1468568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Sutherland</a:t>
              </a:r>
              <a:r>
                <a:rPr kumimoji="0" lang="en-IN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</a:t>
              </a:r>
              <a:r>
                <a:rPr kumimoji="0" lang="en-I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ED7D31">
                      <a:lumMod val="75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Labs</a:t>
              </a:r>
            </a:p>
          </p:txBody>
        </p:sp>
        <p:sp>
          <p:nvSpPr>
            <p:cNvPr id="23" name="TextBox 1">
              <a:extLst>
                <a:ext uri="{FF2B5EF4-FFF2-40B4-BE49-F238E27FC236}">
                  <a16:creationId xmlns:a16="http://schemas.microsoft.com/office/drawing/2014/main" id="{BB61E0BD-E628-7E57-4911-AB855B579481}"/>
                </a:ext>
              </a:extLst>
            </p:cNvPr>
            <p:cNvSpPr txBox="1"/>
            <p:nvPr/>
          </p:nvSpPr>
          <p:spPr>
            <a:xfrm>
              <a:off x="5794068" y="1502366"/>
              <a:ext cx="2719987" cy="169277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ctr">
                <a:defRPr b="1"/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3" panose="05040102010807070707" pitchFamily="18" charset="2"/>
                <a:buChar char="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Continuous Testing Platform </a:t>
              </a:r>
              <a:endPara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4" name="TextBox 1">
              <a:extLst>
                <a:ext uri="{FF2B5EF4-FFF2-40B4-BE49-F238E27FC236}">
                  <a16:creationId xmlns:a16="http://schemas.microsoft.com/office/drawing/2014/main" id="{5016556F-5C50-F5C7-D855-C78BA57B4076}"/>
                </a:ext>
              </a:extLst>
            </p:cNvPr>
            <p:cNvSpPr txBox="1"/>
            <p:nvPr/>
          </p:nvSpPr>
          <p:spPr>
            <a:xfrm>
              <a:off x="5794067" y="1186178"/>
              <a:ext cx="2719986" cy="169277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ctr">
                <a:defRPr b="1"/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3" panose="05040102010807070707" pitchFamily="18" charset="2"/>
                <a:buChar char=""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TaaS Delivery model </a:t>
              </a:r>
            </a:p>
          </p:txBody>
        </p:sp>
        <p:sp>
          <p:nvSpPr>
            <p:cNvPr id="25" name="TextBox 1">
              <a:extLst>
                <a:ext uri="{FF2B5EF4-FFF2-40B4-BE49-F238E27FC236}">
                  <a16:creationId xmlns:a16="http://schemas.microsoft.com/office/drawing/2014/main" id="{022BE4B7-E82D-E14D-3C23-01196392FD77}"/>
                </a:ext>
              </a:extLst>
            </p:cNvPr>
            <p:cNvSpPr txBox="1"/>
            <p:nvPr/>
          </p:nvSpPr>
          <p:spPr>
            <a:xfrm>
              <a:off x="5794068" y="1818555"/>
              <a:ext cx="2841105" cy="169277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ctr">
                <a:defRPr b="1"/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3" panose="05040102010807070707" pitchFamily="18" charset="2"/>
                <a:buChar char=""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Script-less Automation Solution </a:t>
              </a:r>
            </a:p>
          </p:txBody>
        </p:sp>
        <p:sp>
          <p:nvSpPr>
            <p:cNvPr id="26" name="TextBox 1">
              <a:extLst>
                <a:ext uri="{FF2B5EF4-FFF2-40B4-BE49-F238E27FC236}">
                  <a16:creationId xmlns:a16="http://schemas.microsoft.com/office/drawing/2014/main" id="{B9E0A207-682E-E00C-5C81-A4AF4336E996}"/>
                </a:ext>
              </a:extLst>
            </p:cNvPr>
            <p:cNvSpPr txBox="1"/>
            <p:nvPr/>
          </p:nvSpPr>
          <p:spPr>
            <a:xfrm>
              <a:off x="9147808" y="951836"/>
              <a:ext cx="2022540" cy="169277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ctr">
                <a:defRPr b="1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Automated Test Case (In-Sprint)</a:t>
              </a:r>
            </a:p>
          </p:txBody>
        </p:sp>
        <p:sp>
          <p:nvSpPr>
            <p:cNvPr id="27" name="TextBox 1">
              <a:extLst>
                <a:ext uri="{FF2B5EF4-FFF2-40B4-BE49-F238E27FC236}">
                  <a16:creationId xmlns:a16="http://schemas.microsoft.com/office/drawing/2014/main" id="{F486AA56-9265-E5D6-289A-AB8EA8BA1353}"/>
                </a:ext>
              </a:extLst>
            </p:cNvPr>
            <p:cNvSpPr txBox="1"/>
            <p:nvPr/>
          </p:nvSpPr>
          <p:spPr>
            <a:xfrm>
              <a:off x="9121882" y="1295917"/>
              <a:ext cx="2382258" cy="338554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ctr">
                <a:defRPr b="1"/>
              </a:lvl1pPr>
            </a:lstStyle>
            <a:p>
              <a:pPr algn="l"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Test Management, Reports &amp; Metrics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28" name="TextBox 1">
              <a:extLst>
                <a:ext uri="{FF2B5EF4-FFF2-40B4-BE49-F238E27FC236}">
                  <a16:creationId xmlns:a16="http://schemas.microsoft.com/office/drawing/2014/main" id="{0BA6868C-4ED0-771A-B453-CF02D146B61D}"/>
                </a:ext>
              </a:extLst>
            </p:cNvPr>
            <p:cNvSpPr txBox="1"/>
            <p:nvPr/>
          </p:nvSpPr>
          <p:spPr>
            <a:xfrm>
              <a:off x="9121882" y="1639998"/>
              <a:ext cx="2022540" cy="169277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ctr">
                <a:defRPr b="1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Modular Testing &amp; Auto Scaling </a:t>
              </a:r>
            </a:p>
          </p:txBody>
        </p:sp>
        <p:sp>
          <p:nvSpPr>
            <p:cNvPr id="29" name="TextBox 1">
              <a:extLst>
                <a:ext uri="{FF2B5EF4-FFF2-40B4-BE49-F238E27FC236}">
                  <a16:creationId xmlns:a16="http://schemas.microsoft.com/office/drawing/2014/main" id="{E28C3355-D7BA-4EC7-DA74-A8230972E077}"/>
                </a:ext>
              </a:extLst>
            </p:cNvPr>
            <p:cNvSpPr txBox="1"/>
            <p:nvPr/>
          </p:nvSpPr>
          <p:spPr>
            <a:xfrm>
              <a:off x="9121882" y="1984080"/>
              <a:ext cx="2022540" cy="169277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ctr">
                <a:defRPr b="1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Change Management &amp; TDD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F0BE12E-5B69-30E5-2B4D-CA79A316AA2F}"/>
                </a:ext>
              </a:extLst>
            </p:cNvPr>
            <p:cNvGrpSpPr/>
            <p:nvPr/>
          </p:nvGrpSpPr>
          <p:grpSpPr>
            <a:xfrm>
              <a:off x="8715960" y="1051438"/>
              <a:ext cx="327325" cy="1034944"/>
              <a:chOff x="8844082" y="1097756"/>
              <a:chExt cx="199203" cy="1187326"/>
            </a:xfrm>
          </p:grpSpPr>
          <p:sp>
            <p:nvSpPr>
              <p:cNvPr id="1035" name="Freeform: Shape 110">
                <a:extLst>
                  <a:ext uri="{FF2B5EF4-FFF2-40B4-BE49-F238E27FC236}">
                    <a16:creationId xmlns:a16="http://schemas.microsoft.com/office/drawing/2014/main" id="{A7B21461-A39A-7043-4F5F-7AF4FE15E624}"/>
                  </a:ext>
                </a:extLst>
              </p:cNvPr>
              <p:cNvSpPr/>
              <p:nvPr/>
            </p:nvSpPr>
            <p:spPr>
              <a:xfrm>
                <a:off x="8844082" y="1097756"/>
                <a:ext cx="199203" cy="1187326"/>
              </a:xfrm>
              <a:custGeom>
                <a:avLst/>
                <a:gdLst>
                  <a:gd name="connsiteX0" fmla="*/ 220079 w 210028"/>
                  <a:gd name="connsiteY0" fmla="*/ 1251846 h 1251846"/>
                  <a:gd name="connsiteX1" fmla="*/ 76360 w 210028"/>
                  <a:gd name="connsiteY1" fmla="*/ 1251846 h 1251846"/>
                  <a:gd name="connsiteX2" fmla="*/ 0 w 210028"/>
                  <a:gd name="connsiteY2" fmla="*/ 1169094 h 1251846"/>
                  <a:gd name="connsiteX3" fmla="*/ 0 w 210028"/>
                  <a:gd name="connsiteY3" fmla="*/ 82752 h 1251846"/>
                  <a:gd name="connsiteX4" fmla="*/ 76360 w 210028"/>
                  <a:gd name="connsiteY4" fmla="*/ 0 h 1251846"/>
                  <a:gd name="connsiteX5" fmla="*/ 220229 w 210028"/>
                  <a:gd name="connsiteY5" fmla="*/ 0 h 125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0028" h="1251846">
                    <a:moveTo>
                      <a:pt x="220079" y="1251846"/>
                    </a:moveTo>
                    <a:lnTo>
                      <a:pt x="76360" y="1251846"/>
                    </a:lnTo>
                    <a:cubicBezTo>
                      <a:pt x="34205" y="1251846"/>
                      <a:pt x="0" y="1214779"/>
                      <a:pt x="0" y="1169094"/>
                    </a:cubicBezTo>
                    <a:lnTo>
                      <a:pt x="0" y="82752"/>
                    </a:lnTo>
                    <a:cubicBezTo>
                      <a:pt x="0" y="37068"/>
                      <a:pt x="34205" y="0"/>
                      <a:pt x="76360" y="0"/>
                    </a:cubicBezTo>
                    <a:lnTo>
                      <a:pt x="220229" y="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  <a:prstDash val="solid"/>
                <a:miter/>
                <a:headEnd type="arrow"/>
                <a:tailEnd type="arrow"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036" name="Freeform: Shape 111">
                <a:extLst>
                  <a:ext uri="{FF2B5EF4-FFF2-40B4-BE49-F238E27FC236}">
                    <a16:creationId xmlns:a16="http://schemas.microsoft.com/office/drawing/2014/main" id="{DF17FB63-464A-9248-A600-E9B1FD01DC44}"/>
                  </a:ext>
                </a:extLst>
              </p:cNvPr>
              <p:cNvSpPr/>
              <p:nvPr/>
            </p:nvSpPr>
            <p:spPr>
              <a:xfrm>
                <a:off x="8844082" y="1889872"/>
                <a:ext cx="199203" cy="15420"/>
              </a:xfrm>
              <a:custGeom>
                <a:avLst/>
                <a:gdLst>
                  <a:gd name="connsiteX0" fmla="*/ 0 w 210028"/>
                  <a:gd name="connsiteY0" fmla="*/ 0 h 0"/>
                  <a:gd name="connsiteX1" fmla="*/ 220079 w 210028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0028">
                    <a:moveTo>
                      <a:pt x="0" y="0"/>
                    </a:moveTo>
                    <a:lnTo>
                      <a:pt x="220079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miter/>
                <a:tailEnd type="arrow"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037" name="Freeform: Shape 112">
                <a:extLst>
                  <a:ext uri="{FF2B5EF4-FFF2-40B4-BE49-F238E27FC236}">
                    <a16:creationId xmlns:a16="http://schemas.microsoft.com/office/drawing/2014/main" id="{AE3BC219-59D5-BA52-C997-EDDCCCD6745E}"/>
                  </a:ext>
                </a:extLst>
              </p:cNvPr>
              <p:cNvSpPr/>
              <p:nvPr/>
            </p:nvSpPr>
            <p:spPr>
              <a:xfrm>
                <a:off x="8844082" y="1492966"/>
                <a:ext cx="199203" cy="15420"/>
              </a:xfrm>
              <a:custGeom>
                <a:avLst/>
                <a:gdLst>
                  <a:gd name="connsiteX0" fmla="*/ 0 w 210028"/>
                  <a:gd name="connsiteY0" fmla="*/ 0 h 0"/>
                  <a:gd name="connsiteX1" fmla="*/ 220079 w 210028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0028">
                    <a:moveTo>
                      <a:pt x="0" y="0"/>
                    </a:moveTo>
                    <a:lnTo>
                      <a:pt x="220079" y="0"/>
                    </a:lnTo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miter/>
                <a:tailEnd type="arrow"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0A74EB-7EFE-9439-5648-141D02F5E542}"/>
                </a:ext>
              </a:extLst>
            </p:cNvPr>
            <p:cNvSpPr/>
            <p:nvPr/>
          </p:nvSpPr>
          <p:spPr>
            <a:xfrm>
              <a:off x="670559" y="855871"/>
              <a:ext cx="10752794" cy="1422120"/>
            </a:xfrm>
            <a:prstGeom prst="rect">
              <a:avLst/>
            </a:prstGeom>
            <a:noFill/>
            <a:ln w="12700" cap="rnd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32" name="TextBox 33">
              <a:extLst>
                <a:ext uri="{FF2B5EF4-FFF2-40B4-BE49-F238E27FC236}">
                  <a16:creationId xmlns:a16="http://schemas.microsoft.com/office/drawing/2014/main" id="{9407091E-CA11-56E1-8292-8EBAA0DBC485}"/>
                </a:ext>
              </a:extLst>
            </p:cNvPr>
            <p:cNvSpPr txBox="1"/>
            <p:nvPr/>
          </p:nvSpPr>
          <p:spPr>
            <a:xfrm>
              <a:off x="6394345" y="3856004"/>
              <a:ext cx="915105" cy="215440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RESTful, SOAP</a:t>
              </a:r>
              <a:endParaRPr kumimoji="0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33" name="TextBox 42">
              <a:extLst>
                <a:ext uri="{FF2B5EF4-FFF2-40B4-BE49-F238E27FC236}">
                  <a16:creationId xmlns:a16="http://schemas.microsoft.com/office/drawing/2014/main" id="{66DA6380-822D-7620-01E1-5E76B32624D9}"/>
                </a:ext>
              </a:extLst>
            </p:cNvPr>
            <p:cNvSpPr txBox="1"/>
            <p:nvPr/>
          </p:nvSpPr>
          <p:spPr>
            <a:xfrm>
              <a:off x="7570126" y="3856004"/>
              <a:ext cx="358686" cy="215440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APIs</a:t>
              </a:r>
              <a:endParaRPr kumimoji="0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4259A3F-BA51-C538-ED53-99FEAD281F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375760" y="3394724"/>
              <a:ext cx="476138" cy="400969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1E3F53D-2247-5B56-8606-7293CD0839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75014" y="3383303"/>
              <a:ext cx="474947" cy="396774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D027A30-3642-43E4-EE6B-85CA34FA3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224056" y="3417354"/>
              <a:ext cx="476138" cy="417866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16CE7C3-AA46-C4AA-9C8B-184F8B3A80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243848" y="3364169"/>
              <a:ext cx="472583" cy="41617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D9AE7C3-A0CF-3149-3F0A-1F98C65A72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75405" y="4144363"/>
              <a:ext cx="914804" cy="192475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29D94EA-D593-B886-602D-752F0BAFB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739859" y="4153241"/>
              <a:ext cx="927641" cy="199741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A6EBE11-C9CE-E069-32C1-1A565A0C90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72654" y="3592227"/>
              <a:ext cx="369841" cy="161805"/>
            </a:xfrm>
            <a:prstGeom prst="rect">
              <a:avLst/>
            </a:prstGeom>
          </p:spPr>
        </p:pic>
        <p:sp>
          <p:nvSpPr>
            <p:cNvPr id="41" name="TextBox 33">
              <a:extLst>
                <a:ext uri="{FF2B5EF4-FFF2-40B4-BE49-F238E27FC236}">
                  <a16:creationId xmlns:a16="http://schemas.microsoft.com/office/drawing/2014/main" id="{0824F0EF-EAF9-D63F-88D9-C648069A8D7F}"/>
                </a:ext>
              </a:extLst>
            </p:cNvPr>
            <p:cNvSpPr txBox="1"/>
            <p:nvPr/>
          </p:nvSpPr>
          <p:spPr>
            <a:xfrm>
              <a:off x="10334237" y="3831356"/>
              <a:ext cx="559352" cy="338550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Batch Jobs</a:t>
              </a:r>
              <a:endParaRPr kumimoji="0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4E0563D-E954-8F2C-14D6-DBE41A4866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402334" y="4073734"/>
              <a:ext cx="393205" cy="343022"/>
            </a:xfrm>
            <a:prstGeom prst="rect">
              <a:avLst/>
            </a:prstGeom>
          </p:spPr>
        </p:pic>
        <p:sp>
          <p:nvSpPr>
            <p:cNvPr id="43" name="TextBox 33">
              <a:extLst>
                <a:ext uri="{FF2B5EF4-FFF2-40B4-BE49-F238E27FC236}">
                  <a16:creationId xmlns:a16="http://schemas.microsoft.com/office/drawing/2014/main" id="{7AFF0208-A983-0B80-B5D0-D9D35B404733}"/>
                </a:ext>
              </a:extLst>
            </p:cNvPr>
            <p:cNvSpPr txBox="1"/>
            <p:nvPr/>
          </p:nvSpPr>
          <p:spPr>
            <a:xfrm>
              <a:off x="8152248" y="3868606"/>
              <a:ext cx="915105" cy="215440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OIC</a:t>
              </a:r>
              <a:endParaRPr kumimoji="0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44" name="TextBox 33">
              <a:extLst>
                <a:ext uri="{FF2B5EF4-FFF2-40B4-BE49-F238E27FC236}">
                  <a16:creationId xmlns:a16="http://schemas.microsoft.com/office/drawing/2014/main" id="{62AD92BE-71EA-3442-726C-94E5106A2891}"/>
                </a:ext>
              </a:extLst>
            </p:cNvPr>
            <p:cNvSpPr txBox="1"/>
            <p:nvPr/>
          </p:nvSpPr>
          <p:spPr>
            <a:xfrm>
              <a:off x="9191721" y="3868606"/>
              <a:ext cx="915105" cy="215440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Fusion</a:t>
              </a:r>
              <a:endParaRPr kumimoji="0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45" name="TextBox 33">
              <a:extLst>
                <a:ext uri="{FF2B5EF4-FFF2-40B4-BE49-F238E27FC236}">
                  <a16:creationId xmlns:a16="http://schemas.microsoft.com/office/drawing/2014/main" id="{6A8440CD-622A-7D4D-216D-FD0080069E9D}"/>
                </a:ext>
              </a:extLst>
            </p:cNvPr>
            <p:cNvSpPr txBox="1"/>
            <p:nvPr/>
          </p:nvSpPr>
          <p:spPr>
            <a:xfrm>
              <a:off x="6961054" y="4146437"/>
              <a:ext cx="1110832" cy="215440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Enterprise Service Bus</a:t>
              </a:r>
              <a:endParaRPr kumimoji="0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810EA56-FAA0-B121-0AC4-1020A9E694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295550" y="3390711"/>
              <a:ext cx="324057" cy="133619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51B0546-1201-AD15-5624-B164C2FDD7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780499" y="3389516"/>
              <a:ext cx="291369" cy="140849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F213A5D-0B46-8EBF-E5F8-6E3F110A219A}"/>
                </a:ext>
              </a:extLst>
            </p:cNvPr>
            <p:cNvSpPr txBox="1"/>
            <p:nvPr/>
          </p:nvSpPr>
          <p:spPr>
            <a:xfrm>
              <a:off x="873642" y="4552773"/>
              <a:ext cx="10443121" cy="391628"/>
            </a:xfrm>
            <a:prstGeom prst="rect">
              <a:avLst/>
            </a:prstGeom>
            <a:solidFill>
              <a:srgbClr val="2A94A2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2000" tIns="72000" rIns="72000" bIns="72000" numCol="1" spcCol="38100" rtlCol="0" anchor="ctr">
              <a:spAutoFit/>
            </a:bodyPr>
            <a:lstStyle>
              <a:defPPr>
                <a:defRPr lang="en-US"/>
              </a:defPPr>
              <a:lvl1pPr lvl="0" algn="ctr">
                <a:defRPr sz="1600">
                  <a:solidFill>
                    <a:schemeClr val="bg1"/>
                  </a:solidFill>
                  <a:latin typeface="Lato Medium"/>
                  <a:ea typeface="Lato" charset="0"/>
                  <a:cs typeface="Lato Medium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>
                    <a:lumMod val="65000"/>
                  </a:prstClr>
                </a:buClr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Testing Types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68B6986-3298-F765-CFF3-64BC9461DB3B}"/>
                </a:ext>
              </a:extLst>
            </p:cNvPr>
            <p:cNvSpPr txBox="1"/>
            <p:nvPr/>
          </p:nvSpPr>
          <p:spPr>
            <a:xfrm>
              <a:off x="2909619" y="5178462"/>
              <a:ext cx="2101561" cy="2231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>
              <a:defPPr>
                <a:defRPr lang="en-US"/>
              </a:defPPr>
              <a:lvl1pPr lvl="0" algn="ctr">
                <a:defRPr sz="1600">
                  <a:solidFill>
                    <a:schemeClr val="bg1"/>
                  </a:solidFill>
                  <a:latin typeface="Lato Medium"/>
                  <a:ea typeface="Lato" charset="0"/>
                  <a:cs typeface="Lato Medium"/>
                </a:defRPr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 3" panose="05040102010807070707" pitchFamily="18" charset="2"/>
                <a:buChar char="4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09BD5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Integrations Testing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EED5B33-4F4C-AF27-DA44-35FECC827C92}"/>
                </a:ext>
              </a:extLst>
            </p:cNvPr>
            <p:cNvSpPr txBox="1"/>
            <p:nvPr/>
          </p:nvSpPr>
          <p:spPr>
            <a:xfrm>
              <a:off x="4667242" y="5190337"/>
              <a:ext cx="2015814" cy="2231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>
              <a:defPPr>
                <a:defRPr lang="en-US"/>
              </a:defPPr>
              <a:lvl1pPr lvl="0" algn="ctr">
                <a:defRPr sz="1600">
                  <a:solidFill>
                    <a:schemeClr val="bg1"/>
                  </a:solidFill>
                  <a:latin typeface="Lato Medium"/>
                  <a:ea typeface="Lato" charset="0"/>
                  <a:cs typeface="Lato Medium"/>
                </a:defRPr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 3" panose="05040102010807070707" pitchFamily="18" charset="2"/>
                <a:buChar char="4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09BD5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End to End Testing</a:t>
              </a:r>
            </a:p>
          </p:txBody>
        </p:sp>
        <p:sp>
          <p:nvSpPr>
            <p:cNvPr id="51" name="Shape 141">
              <a:extLst>
                <a:ext uri="{FF2B5EF4-FFF2-40B4-BE49-F238E27FC236}">
                  <a16:creationId xmlns:a16="http://schemas.microsoft.com/office/drawing/2014/main" id="{2BD3F979-38D8-A073-21F1-A03765718A1C}"/>
                </a:ext>
              </a:extLst>
            </p:cNvPr>
            <p:cNvSpPr/>
            <p:nvPr/>
          </p:nvSpPr>
          <p:spPr>
            <a:xfrm>
              <a:off x="683091" y="5859139"/>
              <a:ext cx="355087" cy="36933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800">
                  <a:solidFill>
                    <a:srgbClr val="4D4D4D"/>
                  </a:solidFill>
                  <a:latin typeface="Lato Light"/>
                  <a:ea typeface="Lato Light"/>
                  <a:cs typeface="Lato Light"/>
                  <a:sym typeface="Lato Light"/>
                </a:defRPr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2A94A2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Lato Light"/>
                </a:rPr>
                <a:t>01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A94A2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Lato Light"/>
              </a:endParaRPr>
            </a:p>
          </p:txBody>
        </p:sp>
        <p:sp>
          <p:nvSpPr>
            <p:cNvPr id="52" name="Shape 141">
              <a:extLst>
                <a:ext uri="{FF2B5EF4-FFF2-40B4-BE49-F238E27FC236}">
                  <a16:creationId xmlns:a16="http://schemas.microsoft.com/office/drawing/2014/main" id="{8B1BFE12-2DEE-B66A-9253-F5407EA26A9C}"/>
                </a:ext>
              </a:extLst>
            </p:cNvPr>
            <p:cNvSpPr/>
            <p:nvPr/>
          </p:nvSpPr>
          <p:spPr>
            <a:xfrm>
              <a:off x="4980744" y="5859139"/>
              <a:ext cx="494435" cy="36933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800">
                  <a:solidFill>
                    <a:srgbClr val="4D4D4D"/>
                  </a:solidFill>
                  <a:latin typeface="Lato Light"/>
                  <a:ea typeface="Lato Light"/>
                  <a:cs typeface="Lato Light"/>
                  <a:sym typeface="Lato Light"/>
                </a:defRPr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8760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Lato Light"/>
                </a:rPr>
                <a:t>03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87606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Lato Light"/>
              </a:endParaRPr>
            </a:p>
          </p:txBody>
        </p:sp>
        <p:sp>
          <p:nvSpPr>
            <p:cNvPr id="53" name="Shape 141">
              <a:extLst>
                <a:ext uri="{FF2B5EF4-FFF2-40B4-BE49-F238E27FC236}">
                  <a16:creationId xmlns:a16="http://schemas.microsoft.com/office/drawing/2014/main" id="{C6C6ECAE-9923-97B9-4030-9BE65A2064D4}"/>
                </a:ext>
              </a:extLst>
            </p:cNvPr>
            <p:cNvSpPr/>
            <p:nvPr/>
          </p:nvSpPr>
          <p:spPr>
            <a:xfrm>
              <a:off x="2455967" y="5859139"/>
              <a:ext cx="494435" cy="36933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800">
                  <a:solidFill>
                    <a:srgbClr val="4D4D4D"/>
                  </a:solidFill>
                  <a:latin typeface="Lato Light"/>
                  <a:ea typeface="Lato Light"/>
                  <a:cs typeface="Lato Light"/>
                  <a:sym typeface="Lato Light"/>
                </a:defRPr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A8317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Lato Light"/>
                </a:rPr>
                <a:t>02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A8317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Lato Light"/>
              </a:endParaRPr>
            </a:p>
          </p:txBody>
        </p:sp>
        <p:sp>
          <p:nvSpPr>
            <p:cNvPr id="54" name="Shape 141">
              <a:extLst>
                <a:ext uri="{FF2B5EF4-FFF2-40B4-BE49-F238E27FC236}">
                  <a16:creationId xmlns:a16="http://schemas.microsoft.com/office/drawing/2014/main" id="{5DF29274-0807-0FC5-B9F9-67D0CC06CD9F}"/>
                </a:ext>
              </a:extLst>
            </p:cNvPr>
            <p:cNvSpPr/>
            <p:nvPr/>
          </p:nvSpPr>
          <p:spPr>
            <a:xfrm>
              <a:off x="7224075" y="5859139"/>
              <a:ext cx="500520" cy="36933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800">
                  <a:solidFill>
                    <a:srgbClr val="4D4D4D"/>
                  </a:solidFill>
                  <a:latin typeface="Lato Light"/>
                  <a:ea typeface="Lato Light"/>
                  <a:cs typeface="Lato Light"/>
                  <a:sym typeface="Lato Light"/>
                </a:defRPr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33B4C7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Lato Light"/>
                </a:rPr>
                <a:t>04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33B4C7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Lato Light"/>
              </a:endParaRPr>
            </a:p>
          </p:txBody>
        </p:sp>
        <p:sp>
          <p:nvSpPr>
            <p:cNvPr id="55" name="Shape 141">
              <a:extLst>
                <a:ext uri="{FF2B5EF4-FFF2-40B4-BE49-F238E27FC236}">
                  <a16:creationId xmlns:a16="http://schemas.microsoft.com/office/drawing/2014/main" id="{DF33A964-E756-BDCE-FDD4-544024B725EB}"/>
                </a:ext>
              </a:extLst>
            </p:cNvPr>
            <p:cNvSpPr/>
            <p:nvPr/>
          </p:nvSpPr>
          <p:spPr>
            <a:xfrm>
              <a:off x="9674200" y="5859139"/>
              <a:ext cx="503534" cy="36933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800">
                  <a:solidFill>
                    <a:srgbClr val="4D4D4D"/>
                  </a:solidFill>
                  <a:latin typeface="Lato Light"/>
                  <a:ea typeface="Lato Light"/>
                  <a:cs typeface="Lato Light"/>
                  <a:sym typeface="Lato Light"/>
                </a:defRPr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579D07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Lato Light"/>
                </a:rPr>
                <a:t>05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79D07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Lato Light"/>
              </a:endParaRPr>
            </a:p>
          </p:txBody>
        </p:sp>
        <p:sp>
          <p:nvSpPr>
            <p:cNvPr id="56" name="TextBox 1">
              <a:extLst>
                <a:ext uri="{FF2B5EF4-FFF2-40B4-BE49-F238E27FC236}">
                  <a16:creationId xmlns:a16="http://schemas.microsoft.com/office/drawing/2014/main" id="{C91BCB57-C388-5887-28E7-C1F432E0BBE9}"/>
                </a:ext>
              </a:extLst>
            </p:cNvPr>
            <p:cNvSpPr txBox="1"/>
            <p:nvPr/>
          </p:nvSpPr>
          <p:spPr>
            <a:xfrm>
              <a:off x="1196896" y="5828362"/>
              <a:ext cx="1167814" cy="430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algn="ctr">
                <a:defRPr b="1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7F7F7F">
                      <a:lumMod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Enterprise QA Platform</a:t>
              </a:r>
              <a:endParaRPr kumimoji="0" sz="1100" b="0" i="0" u="none" strike="noStrike" kern="1200" cap="none" spc="0" normalizeH="0" baseline="0" noProof="0">
                <a:ln>
                  <a:noFill/>
                </a:ln>
                <a:solidFill>
                  <a:srgbClr val="7F7F7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7" name="TextBox 1">
              <a:extLst>
                <a:ext uri="{FF2B5EF4-FFF2-40B4-BE49-F238E27FC236}">
                  <a16:creationId xmlns:a16="http://schemas.microsoft.com/office/drawing/2014/main" id="{28237741-4785-E3CD-9CAA-23D336C1578E}"/>
                </a:ext>
              </a:extLst>
            </p:cNvPr>
            <p:cNvSpPr txBox="1"/>
            <p:nvPr/>
          </p:nvSpPr>
          <p:spPr>
            <a:xfrm>
              <a:off x="3094441" y="5828362"/>
              <a:ext cx="1784994" cy="430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algn="ctr">
                <a:defRPr b="1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7F7F7F">
                      <a:lumMod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Script-less TaaS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7F7F7F">
                      <a:lumMod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Solution – Business &amp; IT</a:t>
              </a:r>
              <a:endParaRPr kumimoji="0" sz="1100" b="0" i="0" u="none" strike="noStrike" kern="1200" cap="none" spc="0" normalizeH="0" baseline="0" noProof="0">
                <a:ln>
                  <a:noFill/>
                </a:ln>
                <a:solidFill>
                  <a:srgbClr val="7F7F7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8" name="TextBox 1">
              <a:extLst>
                <a:ext uri="{FF2B5EF4-FFF2-40B4-BE49-F238E27FC236}">
                  <a16:creationId xmlns:a16="http://schemas.microsoft.com/office/drawing/2014/main" id="{14528791-835A-C156-59AE-6E20575684F6}"/>
                </a:ext>
              </a:extLst>
            </p:cNvPr>
            <p:cNvSpPr txBox="1"/>
            <p:nvPr/>
          </p:nvSpPr>
          <p:spPr>
            <a:xfrm>
              <a:off x="5590288" y="5828362"/>
              <a:ext cx="1626067" cy="430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algn="ctr">
                <a:defRPr b="1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7F7F7F">
                      <a:lumMod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Hosting on Cloud or On-premise</a:t>
              </a:r>
              <a:endPara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7F7F7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9" name="TextBox 1">
              <a:extLst>
                <a:ext uri="{FF2B5EF4-FFF2-40B4-BE49-F238E27FC236}">
                  <a16:creationId xmlns:a16="http://schemas.microsoft.com/office/drawing/2014/main" id="{016ACCF5-5759-8A03-C11F-22CD45043ECD}"/>
                </a:ext>
              </a:extLst>
            </p:cNvPr>
            <p:cNvSpPr txBox="1"/>
            <p:nvPr/>
          </p:nvSpPr>
          <p:spPr>
            <a:xfrm>
              <a:off x="7835056" y="5828362"/>
              <a:ext cx="1784983" cy="430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algn="ctr">
                <a:defRPr b="1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7F7F7F">
                      <a:lumMod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Easy to develop, maintain, execute tests</a:t>
              </a:r>
              <a:endParaRPr kumimoji="0" sz="1100" b="0" i="0" u="none" strike="noStrike" kern="1200" cap="none" spc="0" normalizeH="0" baseline="0" noProof="0">
                <a:ln>
                  <a:noFill/>
                </a:ln>
                <a:solidFill>
                  <a:srgbClr val="7F7F7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60" name="TextBox 1">
              <a:extLst>
                <a:ext uri="{FF2B5EF4-FFF2-40B4-BE49-F238E27FC236}">
                  <a16:creationId xmlns:a16="http://schemas.microsoft.com/office/drawing/2014/main" id="{B2C6CD54-F7EB-C040-9C36-12580D7808DC}"/>
                </a:ext>
              </a:extLst>
            </p:cNvPr>
            <p:cNvSpPr txBox="1"/>
            <p:nvPr/>
          </p:nvSpPr>
          <p:spPr>
            <a:xfrm>
              <a:off x="10289315" y="5828362"/>
              <a:ext cx="1480913" cy="43088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algn="ctr">
                <a:defRPr b="1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7F7F7F">
                      <a:lumMod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High ROI, Test Coverage, Quality</a:t>
              </a:r>
              <a:endParaRPr kumimoji="0" sz="1100" b="0" i="0" u="none" strike="noStrike" kern="1200" cap="none" spc="0" normalizeH="0" baseline="0" noProof="0">
                <a:ln>
                  <a:noFill/>
                </a:ln>
                <a:solidFill>
                  <a:srgbClr val="7F7F7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0A239DD-34B8-71A4-4598-E14DAB811E9D}"/>
                </a:ext>
              </a:extLst>
            </p:cNvPr>
            <p:cNvSpPr txBox="1"/>
            <p:nvPr/>
          </p:nvSpPr>
          <p:spPr>
            <a:xfrm>
              <a:off x="6332787" y="5202212"/>
              <a:ext cx="2101561" cy="2231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>
              <a:defPPr>
                <a:defRPr lang="en-US"/>
              </a:defPPr>
              <a:lvl1pPr lvl="0" algn="ctr">
                <a:defRPr sz="1600">
                  <a:solidFill>
                    <a:schemeClr val="bg1"/>
                  </a:solidFill>
                  <a:latin typeface="Lato Medium"/>
                  <a:ea typeface="Lato" charset="0"/>
                  <a:cs typeface="Lato Medium"/>
                </a:defRPr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 3" panose="05040102010807070707" pitchFamily="18" charset="2"/>
                <a:buChar char="4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09BD5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Performance Testing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EDA0D03-80EC-085F-654E-F1F3706FB7EC}"/>
                </a:ext>
              </a:extLst>
            </p:cNvPr>
            <p:cNvSpPr txBox="1"/>
            <p:nvPr/>
          </p:nvSpPr>
          <p:spPr>
            <a:xfrm>
              <a:off x="8187295" y="5178378"/>
              <a:ext cx="2970347" cy="2231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>
              <a:defPPr>
                <a:defRPr lang="en-US"/>
              </a:defPPr>
              <a:lvl1pPr lvl="0" algn="ctr">
                <a:defRPr sz="1600">
                  <a:solidFill>
                    <a:schemeClr val="bg1"/>
                  </a:solidFill>
                  <a:latin typeface="Lato Medium"/>
                  <a:ea typeface="Lato" charset="0"/>
                  <a:cs typeface="Lato Medium"/>
                </a:defRPr>
              </a:lvl1pPr>
            </a:lstStyle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 typeface="Wingdings 3" panose="05040102010807070707" pitchFamily="18" charset="2"/>
                <a:buChar char="4"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09BD5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Security Testing     – Modular Testing</a:t>
              </a:r>
            </a:p>
          </p:txBody>
        </p:sp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A2B57D59-A8A0-68D4-057C-C8FB35953C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9671" y="3389418"/>
              <a:ext cx="496814" cy="2460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4" name="Picture 2">
              <a:extLst>
                <a:ext uri="{FF2B5EF4-FFF2-40B4-BE49-F238E27FC236}">
                  <a16:creationId xmlns:a16="http://schemas.microsoft.com/office/drawing/2014/main" id="{BF5CFDC5-3A0E-EDDE-6D78-B1CC7EBF96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34" t="24568" r="13034" b="23957"/>
            <a:stretch/>
          </p:blipFill>
          <p:spPr bwMode="auto">
            <a:xfrm>
              <a:off x="2703728" y="4039409"/>
              <a:ext cx="660250" cy="207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5" name="Picture 2" descr="The Future of Oracle EBS - It holds good">
              <a:extLst>
                <a:ext uri="{FF2B5EF4-FFF2-40B4-BE49-F238E27FC236}">
                  <a16:creationId xmlns:a16="http://schemas.microsoft.com/office/drawing/2014/main" id="{67672E4A-114F-1179-73A0-69A9CCB1BF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95" t="17225" r="20649" b="22794"/>
            <a:stretch/>
          </p:blipFill>
          <p:spPr bwMode="auto">
            <a:xfrm>
              <a:off x="2689033" y="3524406"/>
              <a:ext cx="940567" cy="305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3A0C547-91CD-B148-1082-95A3086EEDF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78" t="17530" r="15765" b="17037"/>
            <a:stretch/>
          </p:blipFill>
          <p:spPr bwMode="auto">
            <a:xfrm>
              <a:off x="3465483" y="4031585"/>
              <a:ext cx="735420" cy="2388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7" name="Picture 1026">
              <a:extLst>
                <a:ext uri="{FF2B5EF4-FFF2-40B4-BE49-F238E27FC236}">
                  <a16:creationId xmlns:a16="http://schemas.microsoft.com/office/drawing/2014/main" id="{58E95442-AD0F-2DD1-AF74-DCDA129A11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l="15230"/>
            <a:stretch/>
          </p:blipFill>
          <p:spPr>
            <a:xfrm>
              <a:off x="3705599" y="3502607"/>
              <a:ext cx="482778" cy="327086"/>
            </a:xfrm>
            <a:prstGeom prst="rect">
              <a:avLst/>
            </a:prstGeom>
          </p:spPr>
        </p:pic>
        <p:pic>
          <p:nvPicPr>
            <p:cNvPr id="1028" name="Picture 1027">
              <a:extLst>
                <a:ext uri="{FF2B5EF4-FFF2-40B4-BE49-F238E27FC236}">
                  <a16:creationId xmlns:a16="http://schemas.microsoft.com/office/drawing/2014/main" id="{80B8102E-42B5-08F1-2ACE-B85AB30410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/>
            <a:srcRect t="27832" b="27973"/>
            <a:stretch/>
          </p:blipFill>
          <p:spPr>
            <a:xfrm>
              <a:off x="1756642" y="3723315"/>
              <a:ext cx="686343" cy="168291"/>
            </a:xfrm>
            <a:prstGeom prst="rect">
              <a:avLst/>
            </a:prstGeom>
          </p:spPr>
        </p:pic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6026642C-A780-93F5-93F7-9820168AC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72581" y="3915284"/>
              <a:ext cx="270769" cy="174066"/>
            </a:xfrm>
            <a:prstGeom prst="rect">
              <a:avLst/>
            </a:prstGeom>
          </p:spPr>
        </p:pic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8A972D05-627D-5DFB-60EC-BD8E6E704C70}"/>
                </a:ext>
              </a:extLst>
            </p:cNvPr>
            <p:cNvCxnSpPr>
              <a:cxnSpLocks/>
            </p:cNvCxnSpPr>
            <p:nvPr/>
          </p:nvCxnSpPr>
          <p:spPr>
            <a:xfrm>
              <a:off x="1128044" y="5859139"/>
              <a:ext cx="0" cy="3693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2191BB74-AE3A-4FAC-3586-43035B3F2EF8}"/>
                </a:ext>
              </a:extLst>
            </p:cNvPr>
            <p:cNvCxnSpPr>
              <a:cxnSpLocks/>
            </p:cNvCxnSpPr>
            <p:nvPr/>
          </p:nvCxnSpPr>
          <p:spPr>
            <a:xfrm>
              <a:off x="3017924" y="5859139"/>
              <a:ext cx="0" cy="3693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335244B1-50C3-577C-6530-0DAA017557C5}"/>
                </a:ext>
              </a:extLst>
            </p:cNvPr>
            <p:cNvCxnSpPr>
              <a:cxnSpLocks/>
            </p:cNvCxnSpPr>
            <p:nvPr/>
          </p:nvCxnSpPr>
          <p:spPr>
            <a:xfrm>
              <a:off x="5532649" y="5859139"/>
              <a:ext cx="0" cy="3693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E10A8719-50EB-8DD5-1E6A-9F05E877D7E1}"/>
                </a:ext>
              </a:extLst>
            </p:cNvPr>
            <p:cNvCxnSpPr>
              <a:cxnSpLocks/>
            </p:cNvCxnSpPr>
            <p:nvPr/>
          </p:nvCxnSpPr>
          <p:spPr>
            <a:xfrm>
              <a:off x="7779391" y="5859139"/>
              <a:ext cx="0" cy="3693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5E88AD23-D9DE-B076-5322-EFA008DC4112}"/>
                </a:ext>
              </a:extLst>
            </p:cNvPr>
            <p:cNvCxnSpPr>
              <a:cxnSpLocks/>
            </p:cNvCxnSpPr>
            <p:nvPr/>
          </p:nvCxnSpPr>
          <p:spPr>
            <a:xfrm>
              <a:off x="10220464" y="5859139"/>
              <a:ext cx="0" cy="3693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8" name="Picture 1037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38C51F-2CDF-97B7-7D3F-E90790FF54F2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196" y="3018526"/>
            <a:ext cx="873401" cy="280893"/>
          </a:xfrm>
          <a:prstGeom prst="rect">
            <a:avLst/>
          </a:prstGeom>
        </p:spPr>
      </p:pic>
      <p:pic>
        <p:nvPicPr>
          <p:cNvPr id="1039" name="Picture 2" descr="Bamboo - CI/CD Tools Universe">
            <a:extLst>
              <a:ext uri="{FF2B5EF4-FFF2-40B4-BE49-F238E27FC236}">
                <a16:creationId xmlns:a16="http://schemas.microsoft.com/office/drawing/2014/main" id="{58F3FA3C-3DC7-005A-DAB2-6CB3A0A51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7531" y="2861998"/>
            <a:ext cx="831918" cy="55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039" descr="Logo&#10;&#10;Description automatically generated">
            <a:extLst>
              <a:ext uri="{FF2B5EF4-FFF2-40B4-BE49-F238E27FC236}">
                <a16:creationId xmlns:a16="http://schemas.microsoft.com/office/drawing/2014/main" id="{3F92B8CB-83E1-B6D8-CF26-EBBAC5A14063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890" y="2929880"/>
            <a:ext cx="480602" cy="422404"/>
          </a:xfrm>
          <a:prstGeom prst="rect">
            <a:avLst/>
          </a:prstGeom>
        </p:spPr>
      </p:pic>
      <p:pic>
        <p:nvPicPr>
          <p:cNvPr id="1041" name="Picture 42" descr="Azure DevOps Reviews 2022 | Software Reviews">
            <a:extLst>
              <a:ext uri="{FF2B5EF4-FFF2-40B4-BE49-F238E27FC236}">
                <a16:creationId xmlns:a16="http://schemas.microsoft.com/office/drawing/2014/main" id="{1DDCE5BB-DE39-6843-BA23-A5FBDA323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8696" y="2960915"/>
            <a:ext cx="628130" cy="35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0" descr="What is Docker? Structure and benefits | Serverspace">
            <a:extLst>
              <a:ext uri="{FF2B5EF4-FFF2-40B4-BE49-F238E27FC236}">
                <a16:creationId xmlns:a16="http://schemas.microsoft.com/office/drawing/2014/main" id="{ACF155EE-367B-45D0-ED55-A25D1800C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4052" y="3954913"/>
            <a:ext cx="585242" cy="48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36" descr="How to generate JMeter HTML Dashboard Report? - Knoldus Blogs">
            <a:extLst>
              <a:ext uri="{FF2B5EF4-FFF2-40B4-BE49-F238E27FC236}">
                <a16:creationId xmlns:a16="http://schemas.microsoft.com/office/drawing/2014/main" id="{09FF4B15-F3AE-3600-51C6-7A26CE374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383" y="4243391"/>
            <a:ext cx="825817" cy="2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743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>
          <a:extLst>
            <a:ext uri="{FF2B5EF4-FFF2-40B4-BE49-F238E27FC236}">
              <a16:creationId xmlns:a16="http://schemas.microsoft.com/office/drawing/2014/main" id="{A47487B2-760B-ED97-46DF-761F3E4B2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>
            <a:extLst>
              <a:ext uri="{FF2B5EF4-FFF2-40B4-BE49-F238E27FC236}">
                <a16:creationId xmlns:a16="http://schemas.microsoft.com/office/drawing/2014/main" id="{DEA6DE65-FB15-8593-D621-59301B56115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r">
              <a:buClr>
                <a:srgbClr val="000000"/>
              </a:buClr>
            </a:pPr>
            <a:fld id="{00000000-1234-1234-1234-123412341234}" type="slidenum">
              <a:rPr lang="en"/>
              <a:pPr algn="r">
                <a:buClr>
                  <a:srgbClr val="000000"/>
                </a:buClr>
              </a:pPr>
              <a:t>4</a:t>
            </a:fld>
            <a:endParaRPr/>
          </a:p>
        </p:txBody>
      </p:sp>
      <p:grpSp>
        <p:nvGrpSpPr>
          <p:cNvPr id="2" name="Google Shape;1743;p35">
            <a:extLst>
              <a:ext uri="{FF2B5EF4-FFF2-40B4-BE49-F238E27FC236}">
                <a16:creationId xmlns:a16="http://schemas.microsoft.com/office/drawing/2014/main" id="{26838202-D341-9E8D-BB9C-18439F7FF254}"/>
              </a:ext>
            </a:extLst>
          </p:cNvPr>
          <p:cNvGrpSpPr/>
          <p:nvPr/>
        </p:nvGrpSpPr>
        <p:grpSpPr>
          <a:xfrm>
            <a:off x="9664712" y="3829542"/>
            <a:ext cx="66720" cy="831360"/>
            <a:chOff x="5117952" y="2967078"/>
            <a:chExt cx="66720" cy="831360"/>
          </a:xfrm>
        </p:grpSpPr>
        <p:sp>
          <p:nvSpPr>
            <p:cNvPr id="3" name="Google Shape;1744;p35">
              <a:extLst>
                <a:ext uri="{FF2B5EF4-FFF2-40B4-BE49-F238E27FC236}">
                  <a16:creationId xmlns:a16="http://schemas.microsoft.com/office/drawing/2014/main" id="{FA988658-756E-F63C-A463-80B2F188D6D1}"/>
                </a:ext>
              </a:extLst>
            </p:cNvPr>
            <p:cNvSpPr/>
            <p:nvPr/>
          </p:nvSpPr>
          <p:spPr>
            <a:xfrm>
              <a:off x="5148448" y="3052806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745;p35">
              <a:extLst>
                <a:ext uri="{FF2B5EF4-FFF2-40B4-BE49-F238E27FC236}">
                  <a16:creationId xmlns:a16="http://schemas.microsoft.com/office/drawing/2014/main" id="{795A2653-D647-E333-8B38-6928467A7DF2}"/>
                </a:ext>
              </a:extLst>
            </p:cNvPr>
            <p:cNvSpPr/>
            <p:nvPr/>
          </p:nvSpPr>
          <p:spPr>
            <a:xfrm>
              <a:off x="5148448" y="3138534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46;p35">
              <a:extLst>
                <a:ext uri="{FF2B5EF4-FFF2-40B4-BE49-F238E27FC236}">
                  <a16:creationId xmlns:a16="http://schemas.microsoft.com/office/drawing/2014/main" id="{CB2F6475-C830-D104-776C-C31F6C4C255A}"/>
                </a:ext>
              </a:extLst>
            </p:cNvPr>
            <p:cNvSpPr/>
            <p:nvPr/>
          </p:nvSpPr>
          <p:spPr>
            <a:xfrm>
              <a:off x="5148448" y="3224262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0"/>
                  </a:moveTo>
                  <a:lnTo>
                    <a:pt x="0" y="1488"/>
                  </a:lnTo>
                  <a:lnTo>
                    <a:pt x="298" y="1488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47;p35">
              <a:extLst>
                <a:ext uri="{FF2B5EF4-FFF2-40B4-BE49-F238E27FC236}">
                  <a16:creationId xmlns:a16="http://schemas.microsoft.com/office/drawing/2014/main" id="{E68A825E-C4AF-9513-79D8-2EFFEA4FB9D7}"/>
                </a:ext>
              </a:extLst>
            </p:cNvPr>
            <p:cNvSpPr/>
            <p:nvPr/>
          </p:nvSpPr>
          <p:spPr>
            <a:xfrm>
              <a:off x="5148448" y="2967078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48;p35">
              <a:extLst>
                <a:ext uri="{FF2B5EF4-FFF2-40B4-BE49-F238E27FC236}">
                  <a16:creationId xmlns:a16="http://schemas.microsoft.com/office/drawing/2014/main" id="{71AA9018-DCDF-4D32-9C15-E7E9C81E596A}"/>
                </a:ext>
              </a:extLst>
            </p:cNvPr>
            <p:cNvSpPr/>
            <p:nvPr/>
          </p:nvSpPr>
          <p:spPr>
            <a:xfrm>
              <a:off x="5148448" y="3657830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49;p35">
              <a:extLst>
                <a:ext uri="{FF2B5EF4-FFF2-40B4-BE49-F238E27FC236}">
                  <a16:creationId xmlns:a16="http://schemas.microsoft.com/office/drawing/2014/main" id="{FAB156D3-8A16-F558-7929-3EE46D66350F}"/>
                </a:ext>
              </a:extLst>
            </p:cNvPr>
            <p:cNvSpPr/>
            <p:nvPr/>
          </p:nvSpPr>
          <p:spPr>
            <a:xfrm>
              <a:off x="5148448" y="3572102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50;p35">
              <a:extLst>
                <a:ext uri="{FF2B5EF4-FFF2-40B4-BE49-F238E27FC236}">
                  <a16:creationId xmlns:a16="http://schemas.microsoft.com/office/drawing/2014/main" id="{94C7DC17-F39D-16A9-5173-370CDCD0D589}"/>
                </a:ext>
              </a:extLst>
            </p:cNvPr>
            <p:cNvSpPr/>
            <p:nvPr/>
          </p:nvSpPr>
          <p:spPr>
            <a:xfrm>
              <a:off x="5148448" y="3481414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51;p35">
              <a:extLst>
                <a:ext uri="{FF2B5EF4-FFF2-40B4-BE49-F238E27FC236}">
                  <a16:creationId xmlns:a16="http://schemas.microsoft.com/office/drawing/2014/main" id="{56FC5F6A-4652-E3B0-99A1-2F6A8BE11AA1}"/>
                </a:ext>
              </a:extLst>
            </p:cNvPr>
            <p:cNvSpPr/>
            <p:nvPr/>
          </p:nvSpPr>
          <p:spPr>
            <a:xfrm>
              <a:off x="5148448" y="3395686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52;p35">
              <a:extLst>
                <a:ext uri="{FF2B5EF4-FFF2-40B4-BE49-F238E27FC236}">
                  <a16:creationId xmlns:a16="http://schemas.microsoft.com/office/drawing/2014/main" id="{F7BF307D-591B-D6E6-18FA-9155F4CCD18F}"/>
                </a:ext>
              </a:extLst>
            </p:cNvPr>
            <p:cNvSpPr/>
            <p:nvPr/>
          </p:nvSpPr>
          <p:spPr>
            <a:xfrm>
              <a:off x="5148448" y="3309958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53;p35">
              <a:extLst>
                <a:ext uri="{FF2B5EF4-FFF2-40B4-BE49-F238E27FC236}">
                  <a16:creationId xmlns:a16="http://schemas.microsoft.com/office/drawing/2014/main" id="{EE5AB6BE-C214-CB87-8B36-F8179867ED20}"/>
                </a:ext>
              </a:extLst>
            </p:cNvPr>
            <p:cNvSpPr/>
            <p:nvPr/>
          </p:nvSpPr>
          <p:spPr>
            <a:xfrm>
              <a:off x="5117952" y="3731750"/>
              <a:ext cx="66720" cy="66688"/>
            </a:xfrm>
            <a:custGeom>
              <a:avLst/>
              <a:gdLst/>
              <a:ahLst/>
              <a:cxnLst/>
              <a:rect l="l" t="t" r="r" b="b"/>
              <a:pathLst>
                <a:path w="2085" h="2084" extrusionOk="0">
                  <a:moveTo>
                    <a:pt x="1037" y="0"/>
                  </a:moveTo>
                  <a:cubicBezTo>
                    <a:pt x="465" y="0"/>
                    <a:pt x="1" y="464"/>
                    <a:pt x="1" y="1048"/>
                  </a:cubicBezTo>
                  <a:cubicBezTo>
                    <a:pt x="1" y="1619"/>
                    <a:pt x="465" y="2084"/>
                    <a:pt x="1037" y="2084"/>
                  </a:cubicBezTo>
                  <a:cubicBezTo>
                    <a:pt x="1620" y="2084"/>
                    <a:pt x="2084" y="1619"/>
                    <a:pt x="2084" y="1048"/>
                  </a:cubicBezTo>
                  <a:cubicBezTo>
                    <a:pt x="2084" y="464"/>
                    <a:pt x="1620" y="0"/>
                    <a:pt x="1037" y="0"/>
                  </a:cubicBez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Shape 141">
            <a:extLst>
              <a:ext uri="{FF2B5EF4-FFF2-40B4-BE49-F238E27FC236}">
                <a16:creationId xmlns:a16="http://schemas.microsoft.com/office/drawing/2014/main" id="{A68CE083-E793-30C3-63E4-B41E2F8AC93C}"/>
              </a:ext>
            </a:extLst>
          </p:cNvPr>
          <p:cNvSpPr/>
          <p:nvPr/>
        </p:nvSpPr>
        <p:spPr>
          <a:xfrm>
            <a:off x="361376" y="284938"/>
            <a:ext cx="11469248" cy="362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rgbClr val="4D4D4D"/>
                </a:solidFill>
                <a:latin typeface="Lato Light"/>
                <a:ea typeface="Lato Light"/>
                <a:cs typeface="Lato Light"/>
                <a:sym typeface="Lato Light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Lato Light"/>
              </a:rPr>
              <a:t>Quality Engineering Journey @ Verizon </a:t>
            </a:r>
          </a:p>
        </p:txBody>
      </p:sp>
      <p:sp>
        <p:nvSpPr>
          <p:cNvPr id="14" name="Google Shape;1741;p35">
            <a:extLst>
              <a:ext uri="{FF2B5EF4-FFF2-40B4-BE49-F238E27FC236}">
                <a16:creationId xmlns:a16="http://schemas.microsoft.com/office/drawing/2014/main" id="{7BCBFDA1-43BE-E19B-4ADB-7329B5DB6371}"/>
              </a:ext>
            </a:extLst>
          </p:cNvPr>
          <p:cNvSpPr/>
          <p:nvPr/>
        </p:nvSpPr>
        <p:spPr>
          <a:xfrm>
            <a:off x="0" y="3485225"/>
            <a:ext cx="12199575" cy="468907"/>
          </a:xfrm>
          <a:custGeom>
            <a:avLst/>
            <a:gdLst/>
            <a:ahLst/>
            <a:cxnLst/>
            <a:rect l="l" t="t" r="r" b="b"/>
            <a:pathLst>
              <a:path w="285750" h="10990" extrusionOk="0">
                <a:moveTo>
                  <a:pt x="0" y="0"/>
                </a:moveTo>
                <a:lnTo>
                  <a:pt x="0" y="10990"/>
                </a:lnTo>
                <a:lnTo>
                  <a:pt x="285750" y="10990"/>
                </a:lnTo>
                <a:lnTo>
                  <a:pt x="28575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5" name="Google Shape;1742;p35">
            <a:extLst>
              <a:ext uri="{FF2B5EF4-FFF2-40B4-BE49-F238E27FC236}">
                <a16:creationId xmlns:a16="http://schemas.microsoft.com/office/drawing/2014/main" id="{D910CE1D-6EA4-93C4-9B44-1E7378DF3D97}"/>
              </a:ext>
            </a:extLst>
          </p:cNvPr>
          <p:cNvGrpSpPr/>
          <p:nvPr/>
        </p:nvGrpSpPr>
        <p:grpSpPr>
          <a:xfrm>
            <a:off x="3120727" y="3469723"/>
            <a:ext cx="2337356" cy="1972671"/>
            <a:chOff x="1777209" y="2582271"/>
            <a:chExt cx="1753017" cy="1479504"/>
          </a:xfrm>
        </p:grpSpPr>
        <p:grpSp>
          <p:nvGrpSpPr>
            <p:cNvPr id="16" name="Google Shape;1743;p35">
              <a:extLst>
                <a:ext uri="{FF2B5EF4-FFF2-40B4-BE49-F238E27FC236}">
                  <a16:creationId xmlns:a16="http://schemas.microsoft.com/office/drawing/2014/main" id="{2281D1D4-8ADF-BB56-DB8B-DE196226E204}"/>
                </a:ext>
              </a:extLst>
            </p:cNvPr>
            <p:cNvGrpSpPr/>
            <p:nvPr/>
          </p:nvGrpSpPr>
          <p:grpSpPr>
            <a:xfrm>
              <a:off x="2700496" y="2658466"/>
              <a:ext cx="66720" cy="831360"/>
              <a:chOff x="5117952" y="2967078"/>
              <a:chExt cx="66720" cy="831360"/>
            </a:xfrm>
          </p:grpSpPr>
          <p:sp>
            <p:nvSpPr>
              <p:cNvPr id="20" name="Google Shape;1744;p35">
                <a:extLst>
                  <a:ext uri="{FF2B5EF4-FFF2-40B4-BE49-F238E27FC236}">
                    <a16:creationId xmlns:a16="http://schemas.microsoft.com/office/drawing/2014/main" id="{06FE2D2F-CD73-C037-AACD-FD43065DEAA3}"/>
                  </a:ext>
                </a:extLst>
              </p:cNvPr>
              <p:cNvSpPr/>
              <p:nvPr/>
            </p:nvSpPr>
            <p:spPr>
              <a:xfrm>
                <a:off x="5148448" y="3052806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1" name="Google Shape;1745;p35">
                <a:extLst>
                  <a:ext uri="{FF2B5EF4-FFF2-40B4-BE49-F238E27FC236}">
                    <a16:creationId xmlns:a16="http://schemas.microsoft.com/office/drawing/2014/main" id="{60BB3DF8-ED42-C56B-3723-028F99F32BE2}"/>
                  </a:ext>
                </a:extLst>
              </p:cNvPr>
              <p:cNvSpPr/>
              <p:nvPr/>
            </p:nvSpPr>
            <p:spPr>
              <a:xfrm>
                <a:off x="5148448" y="3138534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2" name="Google Shape;1746;p35">
                <a:extLst>
                  <a:ext uri="{FF2B5EF4-FFF2-40B4-BE49-F238E27FC236}">
                    <a16:creationId xmlns:a16="http://schemas.microsoft.com/office/drawing/2014/main" id="{491A3991-7C37-0DEF-F27C-99CBB4C1D572}"/>
                  </a:ext>
                </a:extLst>
              </p:cNvPr>
              <p:cNvSpPr/>
              <p:nvPr/>
            </p:nvSpPr>
            <p:spPr>
              <a:xfrm>
                <a:off x="5148448" y="3224262"/>
                <a:ext cx="9536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89" extrusionOk="0">
                    <a:moveTo>
                      <a:pt x="0" y="0"/>
                    </a:moveTo>
                    <a:lnTo>
                      <a:pt x="0" y="1488"/>
                    </a:lnTo>
                    <a:lnTo>
                      <a:pt x="298" y="1488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3" name="Google Shape;1747;p35">
                <a:extLst>
                  <a:ext uri="{FF2B5EF4-FFF2-40B4-BE49-F238E27FC236}">
                    <a16:creationId xmlns:a16="http://schemas.microsoft.com/office/drawing/2014/main" id="{72AB35BE-ECB8-B263-4F56-73924AA05BF4}"/>
                  </a:ext>
                </a:extLst>
              </p:cNvPr>
              <p:cNvSpPr/>
              <p:nvPr/>
            </p:nvSpPr>
            <p:spPr>
              <a:xfrm>
                <a:off x="5148448" y="2967078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1748;p35">
                <a:extLst>
                  <a:ext uri="{FF2B5EF4-FFF2-40B4-BE49-F238E27FC236}">
                    <a16:creationId xmlns:a16="http://schemas.microsoft.com/office/drawing/2014/main" id="{BB3758F0-E500-AA0A-C68E-6BCDE0FBD622}"/>
                  </a:ext>
                </a:extLst>
              </p:cNvPr>
              <p:cNvSpPr/>
              <p:nvPr/>
            </p:nvSpPr>
            <p:spPr>
              <a:xfrm>
                <a:off x="5148448" y="3657830"/>
                <a:ext cx="9536" cy="4268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298" y="1334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1749;p35">
                <a:extLst>
                  <a:ext uri="{FF2B5EF4-FFF2-40B4-BE49-F238E27FC236}">
                    <a16:creationId xmlns:a16="http://schemas.microsoft.com/office/drawing/2014/main" id="{5C66E422-5BEF-C740-EBD5-E6F9A9C30008}"/>
                  </a:ext>
                </a:extLst>
              </p:cNvPr>
              <p:cNvSpPr/>
              <p:nvPr/>
            </p:nvSpPr>
            <p:spPr>
              <a:xfrm>
                <a:off x="5148448" y="3572102"/>
                <a:ext cx="9536" cy="4268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298" y="1334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1750;p35">
                <a:extLst>
                  <a:ext uri="{FF2B5EF4-FFF2-40B4-BE49-F238E27FC236}">
                    <a16:creationId xmlns:a16="http://schemas.microsoft.com/office/drawing/2014/main" id="{841593D4-B2F4-A8B8-432E-6DB4C3C68F58}"/>
                  </a:ext>
                </a:extLst>
              </p:cNvPr>
              <p:cNvSpPr/>
              <p:nvPr/>
            </p:nvSpPr>
            <p:spPr>
              <a:xfrm>
                <a:off x="5148448" y="3481414"/>
                <a:ext cx="9536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89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/>
              </a:p>
            </p:txBody>
          </p:sp>
          <p:sp>
            <p:nvSpPr>
              <p:cNvPr id="27" name="Google Shape;1751;p35">
                <a:extLst>
                  <a:ext uri="{FF2B5EF4-FFF2-40B4-BE49-F238E27FC236}">
                    <a16:creationId xmlns:a16="http://schemas.microsoft.com/office/drawing/2014/main" id="{7CD6A12D-E853-3E63-6BE3-5EA9374A0E2A}"/>
                  </a:ext>
                </a:extLst>
              </p:cNvPr>
              <p:cNvSpPr/>
              <p:nvPr/>
            </p:nvSpPr>
            <p:spPr>
              <a:xfrm>
                <a:off x="5148448" y="3395686"/>
                <a:ext cx="9536" cy="4768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90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8" name="Google Shape;1752;p35">
                <a:extLst>
                  <a:ext uri="{FF2B5EF4-FFF2-40B4-BE49-F238E27FC236}">
                    <a16:creationId xmlns:a16="http://schemas.microsoft.com/office/drawing/2014/main" id="{9D926165-2B66-9684-5D8A-72B368C996F6}"/>
                  </a:ext>
                </a:extLst>
              </p:cNvPr>
              <p:cNvSpPr/>
              <p:nvPr/>
            </p:nvSpPr>
            <p:spPr>
              <a:xfrm>
                <a:off x="5148448" y="3309958"/>
                <a:ext cx="9536" cy="4768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90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9" name="Google Shape;1753;p35">
                <a:extLst>
                  <a:ext uri="{FF2B5EF4-FFF2-40B4-BE49-F238E27FC236}">
                    <a16:creationId xmlns:a16="http://schemas.microsoft.com/office/drawing/2014/main" id="{AA0447F5-3D61-13F2-212B-A1D14D9DC02F}"/>
                  </a:ext>
                </a:extLst>
              </p:cNvPr>
              <p:cNvSpPr/>
              <p:nvPr/>
            </p:nvSpPr>
            <p:spPr>
              <a:xfrm>
                <a:off x="5117952" y="3731750"/>
                <a:ext cx="66720" cy="66688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4" extrusionOk="0">
                    <a:moveTo>
                      <a:pt x="1037" y="0"/>
                    </a:moveTo>
                    <a:cubicBezTo>
                      <a:pt x="465" y="0"/>
                      <a:pt x="1" y="464"/>
                      <a:pt x="1" y="1048"/>
                    </a:cubicBezTo>
                    <a:cubicBezTo>
                      <a:pt x="1" y="1619"/>
                      <a:pt x="465" y="2084"/>
                      <a:pt x="1037" y="2084"/>
                    </a:cubicBezTo>
                    <a:cubicBezTo>
                      <a:pt x="1620" y="2084"/>
                      <a:pt x="2084" y="1619"/>
                      <a:pt x="2084" y="1048"/>
                    </a:cubicBezTo>
                    <a:cubicBezTo>
                      <a:pt x="2084" y="464"/>
                      <a:pt x="1620" y="0"/>
                      <a:pt x="1037" y="0"/>
                    </a:cubicBez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7" name="Google Shape;1754;p35">
              <a:extLst>
                <a:ext uri="{FF2B5EF4-FFF2-40B4-BE49-F238E27FC236}">
                  <a16:creationId xmlns:a16="http://schemas.microsoft.com/office/drawing/2014/main" id="{29D89079-B45D-2824-0BBD-16F78C476DFD}"/>
                </a:ext>
              </a:extLst>
            </p:cNvPr>
            <p:cNvSpPr/>
            <p:nvPr/>
          </p:nvSpPr>
          <p:spPr>
            <a:xfrm>
              <a:off x="2771744" y="2878687"/>
              <a:ext cx="9568" cy="47648"/>
            </a:xfrm>
            <a:custGeom>
              <a:avLst/>
              <a:gdLst/>
              <a:ahLst/>
              <a:cxnLst/>
              <a:rect l="l" t="t" r="r" b="b"/>
              <a:pathLst>
                <a:path w="299" h="1489" extrusionOk="0">
                  <a:moveTo>
                    <a:pt x="1" y="1"/>
                  </a:moveTo>
                  <a:lnTo>
                    <a:pt x="1" y="1489"/>
                  </a:lnTo>
                  <a:lnTo>
                    <a:pt x="299" y="1489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" name="Google Shape;1755;p35">
              <a:extLst>
                <a:ext uri="{FF2B5EF4-FFF2-40B4-BE49-F238E27FC236}">
                  <a16:creationId xmlns:a16="http://schemas.microsoft.com/office/drawing/2014/main" id="{B9086C45-C698-557D-B095-955968FA5241}"/>
                </a:ext>
              </a:extLst>
            </p:cNvPr>
            <p:cNvSpPr/>
            <p:nvPr/>
          </p:nvSpPr>
          <p:spPr>
            <a:xfrm>
              <a:off x="2102336" y="2582271"/>
              <a:ext cx="1263040" cy="352064"/>
            </a:xfrm>
            <a:custGeom>
              <a:avLst/>
              <a:gdLst/>
              <a:ahLst/>
              <a:cxnLst/>
              <a:rect l="l" t="t" r="r" b="b"/>
              <a:pathLst>
                <a:path w="39470" h="11002" extrusionOk="0">
                  <a:moveTo>
                    <a:pt x="1227" y="1"/>
                  </a:moveTo>
                  <a:cubicBezTo>
                    <a:pt x="465" y="1"/>
                    <a:pt x="1" y="858"/>
                    <a:pt x="417" y="1501"/>
                  </a:cubicBezTo>
                  <a:lnTo>
                    <a:pt x="6359" y="10561"/>
                  </a:lnTo>
                  <a:cubicBezTo>
                    <a:pt x="6537" y="10835"/>
                    <a:pt x="6847" y="11002"/>
                    <a:pt x="7168" y="11002"/>
                  </a:cubicBezTo>
                  <a:lnTo>
                    <a:pt x="38232" y="11002"/>
                  </a:lnTo>
                  <a:cubicBezTo>
                    <a:pt x="39006" y="11002"/>
                    <a:pt x="39470" y="10145"/>
                    <a:pt x="39041" y="9502"/>
                  </a:cubicBezTo>
                  <a:lnTo>
                    <a:pt x="33100" y="441"/>
                  </a:lnTo>
                  <a:cubicBezTo>
                    <a:pt x="32921" y="167"/>
                    <a:pt x="32624" y="1"/>
                    <a:pt x="322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00" b="1" dirty="0">
                  <a:latin typeface="Fira Sans Extra Condensed Medium"/>
                  <a:sym typeface="Fira Sans Extra Condensed Medium"/>
                </a:rPr>
                <a:t>2023 Q1-Q2</a:t>
              </a:r>
              <a:endParaRPr sz="1400" b="1" dirty="0">
                <a:latin typeface="Fira Sans Extra Condensed Medium"/>
                <a:sym typeface="Fira Sans Extra Condensed Medium"/>
              </a:endParaRPr>
            </a:p>
          </p:txBody>
        </p:sp>
        <p:sp>
          <p:nvSpPr>
            <p:cNvPr id="19" name="Google Shape;1760;p35">
              <a:extLst>
                <a:ext uri="{FF2B5EF4-FFF2-40B4-BE49-F238E27FC236}">
                  <a16:creationId xmlns:a16="http://schemas.microsoft.com/office/drawing/2014/main" id="{33F1B672-D640-0688-CD23-4AE0EE38E036}"/>
                </a:ext>
              </a:extLst>
            </p:cNvPr>
            <p:cNvSpPr txBox="1"/>
            <p:nvPr/>
          </p:nvSpPr>
          <p:spPr>
            <a:xfrm>
              <a:off x="1777209" y="3363924"/>
              <a:ext cx="1753017" cy="6978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lvl="1" algn="ctr"/>
              <a:endParaRPr lang="en-US" sz="800" dirty="0"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lvl="1" algn="ctr"/>
              <a:r>
                <a:rPr lang="en-US" sz="800" dirty="0">
                  <a:latin typeface="Roboto" panose="02000000000000000000" pitchFamily="2" charset="0"/>
                  <a:ea typeface="Roboto" panose="02000000000000000000" pitchFamily="2" charset="0"/>
                </a:rPr>
                <a:t>Build automation @ 2X speed using Script-Less Framework</a:t>
              </a:r>
            </a:p>
            <a:p>
              <a:pPr lvl="1" algn="ctr"/>
              <a:endParaRPr lang="en-US" sz="800" dirty="0"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lvl="1" algn="ctr"/>
              <a:r>
                <a:rPr lang="en-US" sz="800" dirty="0">
                  <a:latin typeface="Roboto" panose="02000000000000000000" pitchFamily="2" charset="0"/>
                  <a:ea typeface="Roboto" panose="02000000000000000000" pitchFamily="2" charset="0"/>
                </a:rPr>
                <a:t>Enable script execution @4X speed</a:t>
              </a:r>
            </a:p>
            <a:p>
              <a:pPr lvl="1" algn="ctr"/>
              <a:endParaRPr lang="en-US" sz="800" dirty="0"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lvl="1" algn="ctr"/>
              <a:r>
                <a:rPr lang="en-US" sz="800" dirty="0">
                  <a:latin typeface="Roboto" panose="02000000000000000000" pitchFamily="2" charset="0"/>
                  <a:ea typeface="Roboto" panose="02000000000000000000" pitchFamily="2" charset="0"/>
                </a:rPr>
                <a:t>In-sprint automation</a:t>
              </a:r>
              <a:endParaRPr lang="en-US" sz="900" dirty="0"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lang="en-US" sz="900" dirty="0"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endParaRPr lang="en-US" sz="900" dirty="0"/>
            </a:p>
            <a:p>
              <a:pPr lvl="1"/>
              <a:endParaRPr lang="en-US" sz="1000" dirty="0"/>
            </a:p>
          </p:txBody>
        </p:sp>
      </p:grpSp>
      <p:grpSp>
        <p:nvGrpSpPr>
          <p:cNvPr id="30" name="Google Shape;1761;p35">
            <a:extLst>
              <a:ext uri="{FF2B5EF4-FFF2-40B4-BE49-F238E27FC236}">
                <a16:creationId xmlns:a16="http://schemas.microsoft.com/office/drawing/2014/main" id="{FD647842-FDA9-AF44-D2F6-48FB16429A09}"/>
              </a:ext>
            </a:extLst>
          </p:cNvPr>
          <p:cNvGrpSpPr/>
          <p:nvPr/>
        </p:nvGrpSpPr>
        <p:grpSpPr>
          <a:xfrm>
            <a:off x="6671394" y="3493399"/>
            <a:ext cx="2073300" cy="1887417"/>
            <a:chOff x="4222245" y="2582271"/>
            <a:chExt cx="1554975" cy="1415562"/>
          </a:xfrm>
        </p:grpSpPr>
        <p:sp>
          <p:nvSpPr>
            <p:cNvPr id="31" name="Google Shape;1762;p35">
              <a:extLst>
                <a:ext uri="{FF2B5EF4-FFF2-40B4-BE49-F238E27FC236}">
                  <a16:creationId xmlns:a16="http://schemas.microsoft.com/office/drawing/2014/main" id="{E9AE6CD6-24A1-C4B8-94C7-B9BFC805ED88}"/>
                </a:ext>
              </a:extLst>
            </p:cNvPr>
            <p:cNvSpPr/>
            <p:nvPr/>
          </p:nvSpPr>
          <p:spPr>
            <a:xfrm>
              <a:off x="5148448" y="2878687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32" name="Google Shape;1763;p35">
              <a:extLst>
                <a:ext uri="{FF2B5EF4-FFF2-40B4-BE49-F238E27FC236}">
                  <a16:creationId xmlns:a16="http://schemas.microsoft.com/office/drawing/2014/main" id="{88ADD904-4037-D567-2618-169AC542300A}"/>
                </a:ext>
              </a:extLst>
            </p:cNvPr>
            <p:cNvGrpSpPr/>
            <p:nvPr/>
          </p:nvGrpSpPr>
          <p:grpSpPr>
            <a:xfrm>
              <a:off x="5077184" y="2658466"/>
              <a:ext cx="66720" cy="831360"/>
              <a:chOff x="5117952" y="2967078"/>
              <a:chExt cx="66720" cy="831360"/>
            </a:xfrm>
          </p:grpSpPr>
          <p:sp>
            <p:nvSpPr>
              <p:cNvPr id="35" name="Google Shape;1764;p35">
                <a:extLst>
                  <a:ext uri="{FF2B5EF4-FFF2-40B4-BE49-F238E27FC236}">
                    <a16:creationId xmlns:a16="http://schemas.microsoft.com/office/drawing/2014/main" id="{D3CF1761-CFFA-E3BE-9C9B-5F46B1FE8E7C}"/>
                  </a:ext>
                </a:extLst>
              </p:cNvPr>
              <p:cNvSpPr/>
              <p:nvPr/>
            </p:nvSpPr>
            <p:spPr>
              <a:xfrm>
                <a:off x="5148448" y="3052806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" name="Google Shape;1765;p35">
                <a:extLst>
                  <a:ext uri="{FF2B5EF4-FFF2-40B4-BE49-F238E27FC236}">
                    <a16:creationId xmlns:a16="http://schemas.microsoft.com/office/drawing/2014/main" id="{9DCD7FD6-E2CF-541D-B9EE-4C4261B5546C}"/>
                  </a:ext>
                </a:extLst>
              </p:cNvPr>
              <p:cNvSpPr/>
              <p:nvPr/>
            </p:nvSpPr>
            <p:spPr>
              <a:xfrm>
                <a:off x="5148448" y="3138534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7" name="Google Shape;1766;p35">
                <a:extLst>
                  <a:ext uri="{FF2B5EF4-FFF2-40B4-BE49-F238E27FC236}">
                    <a16:creationId xmlns:a16="http://schemas.microsoft.com/office/drawing/2014/main" id="{93178D5C-9CAA-1DE7-BBF7-30CFE5027BD1}"/>
                  </a:ext>
                </a:extLst>
              </p:cNvPr>
              <p:cNvSpPr/>
              <p:nvPr/>
            </p:nvSpPr>
            <p:spPr>
              <a:xfrm>
                <a:off x="5148448" y="3224262"/>
                <a:ext cx="9536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89" extrusionOk="0">
                    <a:moveTo>
                      <a:pt x="0" y="0"/>
                    </a:moveTo>
                    <a:lnTo>
                      <a:pt x="0" y="1488"/>
                    </a:lnTo>
                    <a:lnTo>
                      <a:pt x="298" y="1488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8" name="Google Shape;1767;p35">
                <a:extLst>
                  <a:ext uri="{FF2B5EF4-FFF2-40B4-BE49-F238E27FC236}">
                    <a16:creationId xmlns:a16="http://schemas.microsoft.com/office/drawing/2014/main" id="{8FCBB627-820D-E00F-0238-45D576A2B8A3}"/>
                  </a:ext>
                </a:extLst>
              </p:cNvPr>
              <p:cNvSpPr/>
              <p:nvPr/>
            </p:nvSpPr>
            <p:spPr>
              <a:xfrm>
                <a:off x="5148448" y="2967078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9" name="Google Shape;1768;p35">
                <a:extLst>
                  <a:ext uri="{FF2B5EF4-FFF2-40B4-BE49-F238E27FC236}">
                    <a16:creationId xmlns:a16="http://schemas.microsoft.com/office/drawing/2014/main" id="{520746B0-E174-C7CA-8D6C-2B106C9B6FBA}"/>
                  </a:ext>
                </a:extLst>
              </p:cNvPr>
              <p:cNvSpPr/>
              <p:nvPr/>
            </p:nvSpPr>
            <p:spPr>
              <a:xfrm>
                <a:off x="5148448" y="3657830"/>
                <a:ext cx="9536" cy="4268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298" y="1334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0" name="Google Shape;1769;p35">
                <a:extLst>
                  <a:ext uri="{FF2B5EF4-FFF2-40B4-BE49-F238E27FC236}">
                    <a16:creationId xmlns:a16="http://schemas.microsoft.com/office/drawing/2014/main" id="{6441DF08-9D37-6D74-31AD-8B9798302375}"/>
                  </a:ext>
                </a:extLst>
              </p:cNvPr>
              <p:cNvSpPr/>
              <p:nvPr/>
            </p:nvSpPr>
            <p:spPr>
              <a:xfrm>
                <a:off x="5148448" y="3572102"/>
                <a:ext cx="9536" cy="4268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298" y="1334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1" name="Google Shape;1770;p35">
                <a:extLst>
                  <a:ext uri="{FF2B5EF4-FFF2-40B4-BE49-F238E27FC236}">
                    <a16:creationId xmlns:a16="http://schemas.microsoft.com/office/drawing/2014/main" id="{7E9C4FFA-1C7C-F188-3DE4-77393D88BC7D}"/>
                  </a:ext>
                </a:extLst>
              </p:cNvPr>
              <p:cNvSpPr/>
              <p:nvPr/>
            </p:nvSpPr>
            <p:spPr>
              <a:xfrm>
                <a:off x="5148448" y="3481414"/>
                <a:ext cx="9536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89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2" name="Google Shape;1771;p35">
                <a:extLst>
                  <a:ext uri="{FF2B5EF4-FFF2-40B4-BE49-F238E27FC236}">
                    <a16:creationId xmlns:a16="http://schemas.microsoft.com/office/drawing/2014/main" id="{EC0E7330-A057-2EAF-F85B-C255D07E54CC}"/>
                  </a:ext>
                </a:extLst>
              </p:cNvPr>
              <p:cNvSpPr/>
              <p:nvPr/>
            </p:nvSpPr>
            <p:spPr>
              <a:xfrm>
                <a:off x="5148448" y="3395686"/>
                <a:ext cx="9536" cy="4768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90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3" name="Google Shape;1772;p35">
                <a:extLst>
                  <a:ext uri="{FF2B5EF4-FFF2-40B4-BE49-F238E27FC236}">
                    <a16:creationId xmlns:a16="http://schemas.microsoft.com/office/drawing/2014/main" id="{3FA121DD-8023-5B92-2581-96D3A78E3E5D}"/>
                  </a:ext>
                </a:extLst>
              </p:cNvPr>
              <p:cNvSpPr/>
              <p:nvPr/>
            </p:nvSpPr>
            <p:spPr>
              <a:xfrm>
                <a:off x="5148448" y="3309958"/>
                <a:ext cx="9536" cy="4768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90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44" name="Google Shape;1773;p35">
                <a:extLst>
                  <a:ext uri="{FF2B5EF4-FFF2-40B4-BE49-F238E27FC236}">
                    <a16:creationId xmlns:a16="http://schemas.microsoft.com/office/drawing/2014/main" id="{41CE07EC-A8DA-5BEF-AE5F-3A9C7BAFCD5F}"/>
                  </a:ext>
                </a:extLst>
              </p:cNvPr>
              <p:cNvSpPr/>
              <p:nvPr/>
            </p:nvSpPr>
            <p:spPr>
              <a:xfrm>
                <a:off x="5117952" y="3731750"/>
                <a:ext cx="66720" cy="66688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4" extrusionOk="0">
                    <a:moveTo>
                      <a:pt x="1037" y="0"/>
                    </a:moveTo>
                    <a:cubicBezTo>
                      <a:pt x="465" y="0"/>
                      <a:pt x="1" y="464"/>
                      <a:pt x="1" y="1048"/>
                    </a:cubicBezTo>
                    <a:cubicBezTo>
                      <a:pt x="1" y="1619"/>
                      <a:pt x="465" y="2084"/>
                      <a:pt x="1037" y="2084"/>
                    </a:cubicBezTo>
                    <a:cubicBezTo>
                      <a:pt x="1620" y="2084"/>
                      <a:pt x="2084" y="1619"/>
                      <a:pt x="2084" y="1048"/>
                    </a:cubicBezTo>
                    <a:cubicBezTo>
                      <a:pt x="2084" y="464"/>
                      <a:pt x="1620" y="0"/>
                      <a:pt x="1037" y="0"/>
                    </a:cubicBez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33" name="Google Shape;1774;p35">
              <a:extLst>
                <a:ext uri="{FF2B5EF4-FFF2-40B4-BE49-F238E27FC236}">
                  <a16:creationId xmlns:a16="http://schemas.microsoft.com/office/drawing/2014/main" id="{425227A2-5E73-E0FF-669C-BCD4165D8161}"/>
                </a:ext>
              </a:extLst>
            </p:cNvPr>
            <p:cNvSpPr/>
            <p:nvPr/>
          </p:nvSpPr>
          <p:spPr>
            <a:xfrm>
              <a:off x="4479008" y="2582271"/>
              <a:ext cx="1263072" cy="352064"/>
            </a:xfrm>
            <a:custGeom>
              <a:avLst/>
              <a:gdLst/>
              <a:ahLst/>
              <a:cxnLst/>
              <a:rect l="l" t="t" r="r" b="b"/>
              <a:pathLst>
                <a:path w="39471" h="11002" extrusionOk="0">
                  <a:moveTo>
                    <a:pt x="1227" y="1"/>
                  </a:moveTo>
                  <a:cubicBezTo>
                    <a:pt x="465" y="1"/>
                    <a:pt x="1" y="858"/>
                    <a:pt x="418" y="1501"/>
                  </a:cubicBezTo>
                  <a:lnTo>
                    <a:pt x="6359" y="10561"/>
                  </a:lnTo>
                  <a:cubicBezTo>
                    <a:pt x="6537" y="10835"/>
                    <a:pt x="6847" y="11002"/>
                    <a:pt x="7168" y="11002"/>
                  </a:cubicBezTo>
                  <a:lnTo>
                    <a:pt x="38232" y="11002"/>
                  </a:lnTo>
                  <a:cubicBezTo>
                    <a:pt x="39006" y="11002"/>
                    <a:pt x="39470" y="10145"/>
                    <a:pt x="39041" y="9502"/>
                  </a:cubicBezTo>
                  <a:lnTo>
                    <a:pt x="33112" y="441"/>
                  </a:lnTo>
                  <a:cubicBezTo>
                    <a:pt x="32934" y="167"/>
                    <a:pt x="32624" y="1"/>
                    <a:pt x="32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00" b="1" dirty="0">
                  <a:latin typeface="Fira Sans Extra Condensed Medium"/>
                  <a:sym typeface="Fira Sans Extra Condensed Medium"/>
                </a:rPr>
                <a:t>2024 Q1-Q2</a:t>
              </a:r>
              <a:endParaRPr sz="1400" b="1" dirty="0">
                <a:latin typeface="Fira Sans Extra Condensed Medium"/>
                <a:sym typeface="Fira Sans Extra Condensed Medium"/>
              </a:endParaRPr>
            </a:p>
          </p:txBody>
        </p:sp>
        <p:sp>
          <p:nvSpPr>
            <p:cNvPr id="34" name="Google Shape;1780;p35">
              <a:extLst>
                <a:ext uri="{FF2B5EF4-FFF2-40B4-BE49-F238E27FC236}">
                  <a16:creationId xmlns:a16="http://schemas.microsoft.com/office/drawing/2014/main" id="{E3467FAB-83D9-ACFD-8A0C-4C6CBAC70872}"/>
                </a:ext>
              </a:extLst>
            </p:cNvPr>
            <p:cNvSpPr txBox="1"/>
            <p:nvPr/>
          </p:nvSpPr>
          <p:spPr>
            <a:xfrm>
              <a:off x="4222245" y="3462933"/>
              <a:ext cx="1554975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lvl="1" algn="ctr"/>
              <a:r>
                <a:rPr lang="en-US" sz="800" dirty="0">
                  <a:solidFill>
                    <a:srgbClr val="434343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/>
                  <a:sym typeface="Roboto"/>
                </a:rPr>
                <a:t>Continue to train functional team to automate scripts</a:t>
              </a:r>
            </a:p>
          </p:txBody>
        </p:sp>
      </p:grpSp>
      <p:grpSp>
        <p:nvGrpSpPr>
          <p:cNvPr id="45" name="Google Shape;1781;p35">
            <a:extLst>
              <a:ext uri="{FF2B5EF4-FFF2-40B4-BE49-F238E27FC236}">
                <a16:creationId xmlns:a16="http://schemas.microsoft.com/office/drawing/2014/main" id="{44901BF1-2E0A-C4AB-570D-2EF2BF17C7B8}"/>
              </a:ext>
            </a:extLst>
          </p:cNvPr>
          <p:cNvGrpSpPr/>
          <p:nvPr/>
        </p:nvGrpSpPr>
        <p:grpSpPr>
          <a:xfrm>
            <a:off x="10399320" y="3486247"/>
            <a:ext cx="1814647" cy="1868520"/>
            <a:chOff x="6864832" y="2582271"/>
            <a:chExt cx="1360986" cy="1401390"/>
          </a:xfrm>
        </p:grpSpPr>
        <p:grpSp>
          <p:nvGrpSpPr>
            <p:cNvPr id="46" name="Google Shape;1782;p35">
              <a:extLst>
                <a:ext uri="{FF2B5EF4-FFF2-40B4-BE49-F238E27FC236}">
                  <a16:creationId xmlns:a16="http://schemas.microsoft.com/office/drawing/2014/main" id="{A4C5D187-BADB-975C-00E3-186B03AF88EF}"/>
                </a:ext>
              </a:extLst>
            </p:cNvPr>
            <p:cNvGrpSpPr/>
            <p:nvPr/>
          </p:nvGrpSpPr>
          <p:grpSpPr>
            <a:xfrm>
              <a:off x="7454048" y="2658466"/>
              <a:ext cx="66720" cy="831360"/>
              <a:chOff x="5117952" y="2967078"/>
              <a:chExt cx="66720" cy="831360"/>
            </a:xfrm>
          </p:grpSpPr>
          <p:sp>
            <p:nvSpPr>
              <p:cNvPr id="50" name="Google Shape;1783;p35">
                <a:extLst>
                  <a:ext uri="{FF2B5EF4-FFF2-40B4-BE49-F238E27FC236}">
                    <a16:creationId xmlns:a16="http://schemas.microsoft.com/office/drawing/2014/main" id="{9A5571C5-91B3-8C64-5E1F-2256EAD725D4}"/>
                  </a:ext>
                </a:extLst>
              </p:cNvPr>
              <p:cNvSpPr/>
              <p:nvPr/>
            </p:nvSpPr>
            <p:spPr>
              <a:xfrm>
                <a:off x="5148448" y="3052806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1" name="Google Shape;1784;p35">
                <a:extLst>
                  <a:ext uri="{FF2B5EF4-FFF2-40B4-BE49-F238E27FC236}">
                    <a16:creationId xmlns:a16="http://schemas.microsoft.com/office/drawing/2014/main" id="{878AC70F-2007-BC22-A045-1DD8F2F99F85}"/>
                  </a:ext>
                </a:extLst>
              </p:cNvPr>
              <p:cNvSpPr/>
              <p:nvPr/>
            </p:nvSpPr>
            <p:spPr>
              <a:xfrm>
                <a:off x="5148448" y="3138534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2" name="Google Shape;1785;p35">
                <a:extLst>
                  <a:ext uri="{FF2B5EF4-FFF2-40B4-BE49-F238E27FC236}">
                    <a16:creationId xmlns:a16="http://schemas.microsoft.com/office/drawing/2014/main" id="{EC5998C8-64F9-2E3F-060B-6692825C7832}"/>
                  </a:ext>
                </a:extLst>
              </p:cNvPr>
              <p:cNvSpPr/>
              <p:nvPr/>
            </p:nvSpPr>
            <p:spPr>
              <a:xfrm>
                <a:off x="5148448" y="3224262"/>
                <a:ext cx="9536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89" extrusionOk="0">
                    <a:moveTo>
                      <a:pt x="0" y="0"/>
                    </a:moveTo>
                    <a:lnTo>
                      <a:pt x="0" y="1488"/>
                    </a:lnTo>
                    <a:lnTo>
                      <a:pt x="298" y="1488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3" name="Google Shape;1786;p35">
                <a:extLst>
                  <a:ext uri="{FF2B5EF4-FFF2-40B4-BE49-F238E27FC236}">
                    <a16:creationId xmlns:a16="http://schemas.microsoft.com/office/drawing/2014/main" id="{8E4387F9-F039-079E-53F5-D539A499A6E9}"/>
                  </a:ext>
                </a:extLst>
              </p:cNvPr>
              <p:cNvSpPr/>
              <p:nvPr/>
            </p:nvSpPr>
            <p:spPr>
              <a:xfrm>
                <a:off x="5148448" y="2967078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4" name="Google Shape;1787;p35">
                <a:extLst>
                  <a:ext uri="{FF2B5EF4-FFF2-40B4-BE49-F238E27FC236}">
                    <a16:creationId xmlns:a16="http://schemas.microsoft.com/office/drawing/2014/main" id="{86E1FC0C-EAB9-5048-7BA2-AAD0532170EE}"/>
                  </a:ext>
                </a:extLst>
              </p:cNvPr>
              <p:cNvSpPr/>
              <p:nvPr/>
            </p:nvSpPr>
            <p:spPr>
              <a:xfrm>
                <a:off x="5148448" y="3657830"/>
                <a:ext cx="9536" cy="4268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298" y="1334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5" name="Google Shape;1788;p35">
                <a:extLst>
                  <a:ext uri="{FF2B5EF4-FFF2-40B4-BE49-F238E27FC236}">
                    <a16:creationId xmlns:a16="http://schemas.microsoft.com/office/drawing/2014/main" id="{8314D1D0-BA0B-AE49-C521-036C3CFEE9F7}"/>
                  </a:ext>
                </a:extLst>
              </p:cNvPr>
              <p:cNvSpPr/>
              <p:nvPr/>
            </p:nvSpPr>
            <p:spPr>
              <a:xfrm>
                <a:off x="5148448" y="3572102"/>
                <a:ext cx="9536" cy="4268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298" y="1334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6" name="Google Shape;1789;p35">
                <a:extLst>
                  <a:ext uri="{FF2B5EF4-FFF2-40B4-BE49-F238E27FC236}">
                    <a16:creationId xmlns:a16="http://schemas.microsoft.com/office/drawing/2014/main" id="{C4B714F4-A6D2-1621-0DBD-2DDD2E76B496}"/>
                  </a:ext>
                </a:extLst>
              </p:cNvPr>
              <p:cNvSpPr/>
              <p:nvPr/>
            </p:nvSpPr>
            <p:spPr>
              <a:xfrm>
                <a:off x="5148448" y="3481414"/>
                <a:ext cx="9536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89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7" name="Google Shape;1790;p35">
                <a:extLst>
                  <a:ext uri="{FF2B5EF4-FFF2-40B4-BE49-F238E27FC236}">
                    <a16:creationId xmlns:a16="http://schemas.microsoft.com/office/drawing/2014/main" id="{8D9C8C6B-80D0-CBF6-3A36-924177CAED3C}"/>
                  </a:ext>
                </a:extLst>
              </p:cNvPr>
              <p:cNvSpPr/>
              <p:nvPr/>
            </p:nvSpPr>
            <p:spPr>
              <a:xfrm>
                <a:off x="5148448" y="3395686"/>
                <a:ext cx="9536" cy="4768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90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8" name="Google Shape;1791;p35">
                <a:extLst>
                  <a:ext uri="{FF2B5EF4-FFF2-40B4-BE49-F238E27FC236}">
                    <a16:creationId xmlns:a16="http://schemas.microsoft.com/office/drawing/2014/main" id="{65939F2A-C85A-E7C1-4E20-76747520FA54}"/>
                  </a:ext>
                </a:extLst>
              </p:cNvPr>
              <p:cNvSpPr/>
              <p:nvPr/>
            </p:nvSpPr>
            <p:spPr>
              <a:xfrm>
                <a:off x="5148448" y="3309958"/>
                <a:ext cx="9536" cy="4768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90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59" name="Google Shape;1792;p35">
                <a:extLst>
                  <a:ext uri="{FF2B5EF4-FFF2-40B4-BE49-F238E27FC236}">
                    <a16:creationId xmlns:a16="http://schemas.microsoft.com/office/drawing/2014/main" id="{D61363E2-27CE-F708-A8BD-D354E6A55281}"/>
                  </a:ext>
                </a:extLst>
              </p:cNvPr>
              <p:cNvSpPr/>
              <p:nvPr/>
            </p:nvSpPr>
            <p:spPr>
              <a:xfrm>
                <a:off x="5117952" y="3731750"/>
                <a:ext cx="66720" cy="66688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4" extrusionOk="0">
                    <a:moveTo>
                      <a:pt x="1037" y="0"/>
                    </a:moveTo>
                    <a:cubicBezTo>
                      <a:pt x="465" y="0"/>
                      <a:pt x="1" y="464"/>
                      <a:pt x="1" y="1048"/>
                    </a:cubicBezTo>
                    <a:cubicBezTo>
                      <a:pt x="1" y="1619"/>
                      <a:pt x="465" y="2084"/>
                      <a:pt x="1037" y="2084"/>
                    </a:cubicBezTo>
                    <a:cubicBezTo>
                      <a:pt x="1620" y="2084"/>
                      <a:pt x="2084" y="1619"/>
                      <a:pt x="2084" y="1048"/>
                    </a:cubicBezTo>
                    <a:cubicBezTo>
                      <a:pt x="2084" y="464"/>
                      <a:pt x="1620" y="0"/>
                      <a:pt x="1037" y="0"/>
                    </a:cubicBez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47" name="Google Shape;1793;p35">
              <a:extLst>
                <a:ext uri="{FF2B5EF4-FFF2-40B4-BE49-F238E27FC236}">
                  <a16:creationId xmlns:a16="http://schemas.microsoft.com/office/drawing/2014/main" id="{4F4D3724-515D-8790-E938-738C75FD1AFD}"/>
                </a:ext>
              </a:extLst>
            </p:cNvPr>
            <p:cNvSpPr/>
            <p:nvPr/>
          </p:nvSpPr>
          <p:spPr>
            <a:xfrm>
              <a:off x="7524736" y="2878687"/>
              <a:ext cx="4992" cy="47648"/>
            </a:xfrm>
            <a:custGeom>
              <a:avLst/>
              <a:gdLst/>
              <a:ahLst/>
              <a:cxnLst/>
              <a:rect l="l" t="t" r="r" b="b"/>
              <a:pathLst>
                <a:path w="156" h="1489" extrusionOk="0">
                  <a:moveTo>
                    <a:pt x="0" y="1"/>
                  </a:moveTo>
                  <a:lnTo>
                    <a:pt x="0" y="1489"/>
                  </a:lnTo>
                  <a:lnTo>
                    <a:pt x="155" y="148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" name="Google Shape;1794;p35">
              <a:extLst>
                <a:ext uri="{FF2B5EF4-FFF2-40B4-BE49-F238E27FC236}">
                  <a16:creationId xmlns:a16="http://schemas.microsoft.com/office/drawing/2014/main" id="{CAE9373E-D864-00F9-8814-D19B54F1F912}"/>
                </a:ext>
              </a:extLst>
            </p:cNvPr>
            <p:cNvSpPr/>
            <p:nvPr/>
          </p:nvSpPr>
          <p:spPr>
            <a:xfrm>
              <a:off x="6864832" y="2582271"/>
              <a:ext cx="1245152" cy="352064"/>
            </a:xfrm>
            <a:custGeom>
              <a:avLst/>
              <a:gdLst/>
              <a:ahLst/>
              <a:cxnLst/>
              <a:rect l="l" t="t" r="r" b="b"/>
              <a:pathLst>
                <a:path w="38911" h="11002" extrusionOk="0">
                  <a:moveTo>
                    <a:pt x="1834" y="1"/>
                  </a:moveTo>
                  <a:cubicBezTo>
                    <a:pt x="691" y="1"/>
                    <a:pt x="1" y="1274"/>
                    <a:pt x="632" y="2239"/>
                  </a:cubicBezTo>
                  <a:lnTo>
                    <a:pt x="5930" y="10347"/>
                  </a:lnTo>
                  <a:cubicBezTo>
                    <a:pt x="6204" y="10752"/>
                    <a:pt x="6656" y="11002"/>
                    <a:pt x="7145" y="11002"/>
                  </a:cubicBezTo>
                  <a:lnTo>
                    <a:pt x="37065" y="11002"/>
                  </a:lnTo>
                  <a:cubicBezTo>
                    <a:pt x="38208" y="11002"/>
                    <a:pt x="38910" y="9716"/>
                    <a:pt x="38268" y="8752"/>
                  </a:cubicBezTo>
                  <a:lnTo>
                    <a:pt x="32969" y="655"/>
                  </a:lnTo>
                  <a:cubicBezTo>
                    <a:pt x="32695" y="251"/>
                    <a:pt x="32243" y="1"/>
                    <a:pt x="317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00" b="1" dirty="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2025 Q1-Q2</a:t>
              </a:r>
              <a:endParaRPr sz="1400" b="1" dirty="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9" name="Google Shape;1804;p35">
              <a:extLst>
                <a:ext uri="{FF2B5EF4-FFF2-40B4-BE49-F238E27FC236}">
                  <a16:creationId xmlns:a16="http://schemas.microsoft.com/office/drawing/2014/main" id="{E34EA4ED-57CA-6863-054E-14688CF4404B}"/>
                </a:ext>
              </a:extLst>
            </p:cNvPr>
            <p:cNvSpPr txBox="1"/>
            <p:nvPr/>
          </p:nvSpPr>
          <p:spPr>
            <a:xfrm>
              <a:off x="6917013" y="3448761"/>
              <a:ext cx="1308805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" sz="800" dirty="0">
                  <a:solidFill>
                    <a:srgbClr val="434343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/>
                  <a:sym typeface="Roboto"/>
                </a:rPr>
                <a:t>Democratize automation including dev and business teams</a:t>
              </a:r>
            </a:p>
            <a:p>
              <a:pPr algn="ctr"/>
              <a:endParaRPr lang="en-US" sz="800" dirty="0"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endParaRPr lang="en" sz="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endParaRPr>
            </a:p>
            <a:p>
              <a:pPr algn="ctr"/>
              <a:endParaRPr sz="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endParaRPr>
            </a:p>
          </p:txBody>
        </p:sp>
      </p:grpSp>
      <p:grpSp>
        <p:nvGrpSpPr>
          <p:cNvPr id="60" name="Google Shape;1805;p35">
            <a:extLst>
              <a:ext uri="{FF2B5EF4-FFF2-40B4-BE49-F238E27FC236}">
                <a16:creationId xmlns:a16="http://schemas.microsoft.com/office/drawing/2014/main" id="{DF66A0BF-4547-DB0C-8AFA-5A3AD36B2783}"/>
              </a:ext>
            </a:extLst>
          </p:cNvPr>
          <p:cNvGrpSpPr/>
          <p:nvPr/>
        </p:nvGrpSpPr>
        <p:grpSpPr>
          <a:xfrm>
            <a:off x="1321884" y="2129331"/>
            <a:ext cx="2183936" cy="1804841"/>
            <a:chOff x="560793" y="1580704"/>
            <a:chExt cx="1637952" cy="1353631"/>
          </a:xfrm>
        </p:grpSpPr>
        <p:grpSp>
          <p:nvGrpSpPr>
            <p:cNvPr id="61" name="Google Shape;1806;p35">
              <a:extLst>
                <a:ext uri="{FF2B5EF4-FFF2-40B4-BE49-F238E27FC236}">
                  <a16:creationId xmlns:a16="http://schemas.microsoft.com/office/drawing/2014/main" id="{DB198CA6-8FD0-AC34-32A7-59651728DC64}"/>
                </a:ext>
              </a:extLst>
            </p:cNvPr>
            <p:cNvGrpSpPr/>
            <p:nvPr/>
          </p:nvGrpSpPr>
          <p:grpSpPr>
            <a:xfrm rot="10800000">
              <a:off x="1512176" y="2018766"/>
              <a:ext cx="66720" cy="831360"/>
              <a:chOff x="5117952" y="2967078"/>
              <a:chExt cx="66720" cy="831360"/>
            </a:xfrm>
          </p:grpSpPr>
          <p:sp>
            <p:nvSpPr>
              <p:cNvPr id="1025" name="Google Shape;1807;p35">
                <a:extLst>
                  <a:ext uri="{FF2B5EF4-FFF2-40B4-BE49-F238E27FC236}">
                    <a16:creationId xmlns:a16="http://schemas.microsoft.com/office/drawing/2014/main" id="{0BC3A3D5-B1AD-DD30-DD75-0C6B46C8E9B0}"/>
                  </a:ext>
                </a:extLst>
              </p:cNvPr>
              <p:cNvSpPr/>
              <p:nvPr/>
            </p:nvSpPr>
            <p:spPr>
              <a:xfrm>
                <a:off x="5148448" y="3052806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26" name="Google Shape;1808;p35">
                <a:extLst>
                  <a:ext uri="{FF2B5EF4-FFF2-40B4-BE49-F238E27FC236}">
                    <a16:creationId xmlns:a16="http://schemas.microsoft.com/office/drawing/2014/main" id="{4F6EF277-D2C2-EC26-5696-530361E5DF5D}"/>
                  </a:ext>
                </a:extLst>
              </p:cNvPr>
              <p:cNvSpPr/>
              <p:nvPr/>
            </p:nvSpPr>
            <p:spPr>
              <a:xfrm>
                <a:off x="5148448" y="3138534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27" name="Google Shape;1809;p35">
                <a:extLst>
                  <a:ext uri="{FF2B5EF4-FFF2-40B4-BE49-F238E27FC236}">
                    <a16:creationId xmlns:a16="http://schemas.microsoft.com/office/drawing/2014/main" id="{DA0BBBCE-547A-4814-FB7A-95D19C462189}"/>
                  </a:ext>
                </a:extLst>
              </p:cNvPr>
              <p:cNvSpPr/>
              <p:nvPr/>
            </p:nvSpPr>
            <p:spPr>
              <a:xfrm>
                <a:off x="5148448" y="3224262"/>
                <a:ext cx="9536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89" extrusionOk="0">
                    <a:moveTo>
                      <a:pt x="0" y="0"/>
                    </a:moveTo>
                    <a:lnTo>
                      <a:pt x="0" y="1488"/>
                    </a:lnTo>
                    <a:lnTo>
                      <a:pt x="298" y="1488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28" name="Google Shape;1810;p35">
                <a:extLst>
                  <a:ext uri="{FF2B5EF4-FFF2-40B4-BE49-F238E27FC236}">
                    <a16:creationId xmlns:a16="http://schemas.microsoft.com/office/drawing/2014/main" id="{823CBDE6-6343-B927-D5E4-2B4524A1F5F6}"/>
                  </a:ext>
                </a:extLst>
              </p:cNvPr>
              <p:cNvSpPr/>
              <p:nvPr/>
            </p:nvSpPr>
            <p:spPr>
              <a:xfrm>
                <a:off x="5148448" y="2967078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29" name="Google Shape;1811;p35">
                <a:extLst>
                  <a:ext uri="{FF2B5EF4-FFF2-40B4-BE49-F238E27FC236}">
                    <a16:creationId xmlns:a16="http://schemas.microsoft.com/office/drawing/2014/main" id="{A6139A35-C66F-281F-8ACE-A2008FA6760E}"/>
                  </a:ext>
                </a:extLst>
              </p:cNvPr>
              <p:cNvSpPr/>
              <p:nvPr/>
            </p:nvSpPr>
            <p:spPr>
              <a:xfrm>
                <a:off x="5148448" y="3657830"/>
                <a:ext cx="9536" cy="4268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298" y="1334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/>
              </a:p>
            </p:txBody>
          </p:sp>
          <p:sp>
            <p:nvSpPr>
              <p:cNvPr id="1030" name="Google Shape;1812;p35">
                <a:extLst>
                  <a:ext uri="{FF2B5EF4-FFF2-40B4-BE49-F238E27FC236}">
                    <a16:creationId xmlns:a16="http://schemas.microsoft.com/office/drawing/2014/main" id="{5304F520-DB44-BAA2-4053-CD564EB41F8C}"/>
                  </a:ext>
                </a:extLst>
              </p:cNvPr>
              <p:cNvSpPr/>
              <p:nvPr/>
            </p:nvSpPr>
            <p:spPr>
              <a:xfrm>
                <a:off x="5148448" y="3572102"/>
                <a:ext cx="9536" cy="4268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298" y="1334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/>
              </a:p>
            </p:txBody>
          </p:sp>
          <p:sp>
            <p:nvSpPr>
              <p:cNvPr id="1031" name="Google Shape;1813;p35">
                <a:extLst>
                  <a:ext uri="{FF2B5EF4-FFF2-40B4-BE49-F238E27FC236}">
                    <a16:creationId xmlns:a16="http://schemas.microsoft.com/office/drawing/2014/main" id="{ABCC35B0-CE60-16F6-7FC8-8CB1CBB29BA0}"/>
                  </a:ext>
                </a:extLst>
              </p:cNvPr>
              <p:cNvSpPr/>
              <p:nvPr/>
            </p:nvSpPr>
            <p:spPr>
              <a:xfrm>
                <a:off x="5148448" y="3481414"/>
                <a:ext cx="9536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89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32" name="Google Shape;1814;p35">
                <a:extLst>
                  <a:ext uri="{FF2B5EF4-FFF2-40B4-BE49-F238E27FC236}">
                    <a16:creationId xmlns:a16="http://schemas.microsoft.com/office/drawing/2014/main" id="{686833F8-1E36-886D-4137-98AE39BA8D03}"/>
                  </a:ext>
                </a:extLst>
              </p:cNvPr>
              <p:cNvSpPr/>
              <p:nvPr/>
            </p:nvSpPr>
            <p:spPr>
              <a:xfrm>
                <a:off x="5148448" y="3395686"/>
                <a:ext cx="9536" cy="4768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90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33" name="Google Shape;1815;p35">
                <a:extLst>
                  <a:ext uri="{FF2B5EF4-FFF2-40B4-BE49-F238E27FC236}">
                    <a16:creationId xmlns:a16="http://schemas.microsoft.com/office/drawing/2014/main" id="{BE06A696-63D0-5051-8E17-660093613C00}"/>
                  </a:ext>
                </a:extLst>
              </p:cNvPr>
              <p:cNvSpPr/>
              <p:nvPr/>
            </p:nvSpPr>
            <p:spPr>
              <a:xfrm>
                <a:off x="5148448" y="3309958"/>
                <a:ext cx="9536" cy="4768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90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/>
              </a:p>
            </p:txBody>
          </p:sp>
          <p:sp>
            <p:nvSpPr>
              <p:cNvPr id="1034" name="Google Shape;1816;p35">
                <a:extLst>
                  <a:ext uri="{FF2B5EF4-FFF2-40B4-BE49-F238E27FC236}">
                    <a16:creationId xmlns:a16="http://schemas.microsoft.com/office/drawing/2014/main" id="{E4A56706-D3D3-676D-537B-7510B5EF21A9}"/>
                  </a:ext>
                </a:extLst>
              </p:cNvPr>
              <p:cNvSpPr/>
              <p:nvPr/>
            </p:nvSpPr>
            <p:spPr>
              <a:xfrm>
                <a:off x="5117952" y="3731750"/>
                <a:ext cx="66720" cy="66688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4" extrusionOk="0">
                    <a:moveTo>
                      <a:pt x="1037" y="0"/>
                    </a:moveTo>
                    <a:cubicBezTo>
                      <a:pt x="465" y="0"/>
                      <a:pt x="1" y="464"/>
                      <a:pt x="1" y="1048"/>
                    </a:cubicBezTo>
                    <a:cubicBezTo>
                      <a:pt x="1" y="1619"/>
                      <a:pt x="465" y="2084"/>
                      <a:pt x="1037" y="2084"/>
                    </a:cubicBezTo>
                    <a:cubicBezTo>
                      <a:pt x="1620" y="2084"/>
                      <a:pt x="2084" y="1619"/>
                      <a:pt x="2084" y="1048"/>
                    </a:cubicBezTo>
                    <a:cubicBezTo>
                      <a:pt x="2084" y="464"/>
                      <a:pt x="1620" y="0"/>
                      <a:pt x="1037" y="0"/>
                    </a:cubicBez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>
                  <a:highlight>
                    <a:srgbClr val="00FF00"/>
                  </a:highlight>
                </a:endParaRPr>
              </a:p>
            </p:txBody>
          </p:sp>
        </p:grpSp>
        <p:sp>
          <p:nvSpPr>
            <p:cNvPr id="62" name="Google Shape;1817;p35">
              <a:extLst>
                <a:ext uri="{FF2B5EF4-FFF2-40B4-BE49-F238E27FC236}">
                  <a16:creationId xmlns:a16="http://schemas.microsoft.com/office/drawing/2014/main" id="{71582435-1D88-D9F7-07F7-7D67805030EE}"/>
                </a:ext>
              </a:extLst>
            </p:cNvPr>
            <p:cNvSpPr/>
            <p:nvPr/>
          </p:nvSpPr>
          <p:spPr>
            <a:xfrm>
              <a:off x="1538464" y="2587999"/>
              <a:ext cx="14112" cy="43072"/>
            </a:xfrm>
            <a:custGeom>
              <a:avLst/>
              <a:gdLst/>
              <a:ahLst/>
              <a:cxnLst/>
              <a:rect l="l" t="t" r="r" b="b"/>
              <a:pathLst>
                <a:path w="441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441" y="1346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1818;p35">
              <a:extLst>
                <a:ext uri="{FF2B5EF4-FFF2-40B4-BE49-F238E27FC236}">
                  <a16:creationId xmlns:a16="http://schemas.microsoft.com/office/drawing/2014/main" id="{9EBBA02B-FB2D-58A0-C85E-F686662D3CFC}"/>
                </a:ext>
              </a:extLst>
            </p:cNvPr>
            <p:cNvSpPr/>
            <p:nvPr/>
          </p:nvSpPr>
          <p:spPr>
            <a:xfrm>
              <a:off x="914016" y="2582271"/>
              <a:ext cx="1263040" cy="352064"/>
            </a:xfrm>
            <a:custGeom>
              <a:avLst/>
              <a:gdLst/>
              <a:ahLst/>
              <a:cxnLst/>
              <a:rect l="l" t="t" r="r" b="b"/>
              <a:pathLst>
                <a:path w="39470" h="11002" extrusionOk="0">
                  <a:moveTo>
                    <a:pt x="1226" y="1"/>
                  </a:moveTo>
                  <a:cubicBezTo>
                    <a:pt x="464" y="1"/>
                    <a:pt x="0" y="858"/>
                    <a:pt x="417" y="1501"/>
                  </a:cubicBezTo>
                  <a:lnTo>
                    <a:pt x="6358" y="10561"/>
                  </a:lnTo>
                  <a:cubicBezTo>
                    <a:pt x="6537" y="10835"/>
                    <a:pt x="6846" y="11002"/>
                    <a:pt x="7168" y="11002"/>
                  </a:cubicBezTo>
                  <a:lnTo>
                    <a:pt x="38231" y="11002"/>
                  </a:lnTo>
                  <a:cubicBezTo>
                    <a:pt x="39005" y="11002"/>
                    <a:pt x="39469" y="10145"/>
                    <a:pt x="39041" y="9502"/>
                  </a:cubicBezTo>
                  <a:lnTo>
                    <a:pt x="33099" y="441"/>
                  </a:lnTo>
                  <a:cubicBezTo>
                    <a:pt x="32921" y="167"/>
                    <a:pt x="32623" y="1"/>
                    <a:pt x="32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00" b="1" dirty="0">
                  <a:latin typeface="Fira Sans Extra Condensed Medium"/>
                  <a:sym typeface="Fira Sans Extra Condensed Medium"/>
                </a:rPr>
                <a:t>2022 Q3-Q4</a:t>
              </a:r>
              <a:endParaRPr sz="1400" b="1" dirty="0">
                <a:latin typeface="Fira Sans Extra Condensed Medium"/>
                <a:sym typeface="Fira Sans Extra Condensed Medium"/>
              </a:endParaRPr>
            </a:p>
          </p:txBody>
        </p:sp>
        <p:sp>
          <p:nvSpPr>
            <p:cNvPr id="1024" name="Google Shape;1827;p35">
              <a:extLst>
                <a:ext uri="{FF2B5EF4-FFF2-40B4-BE49-F238E27FC236}">
                  <a16:creationId xmlns:a16="http://schemas.microsoft.com/office/drawing/2014/main" id="{2F7157E5-37C9-6C1B-EBF8-77CBFE7B5026}"/>
                </a:ext>
              </a:extLst>
            </p:cNvPr>
            <p:cNvSpPr txBox="1"/>
            <p:nvPr/>
          </p:nvSpPr>
          <p:spPr>
            <a:xfrm>
              <a:off x="560793" y="1580704"/>
              <a:ext cx="1637952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lvl="1" algn="ctr"/>
              <a:r>
                <a:rPr lang="en-US" sz="800" dirty="0">
                  <a:latin typeface="Roboto" panose="02000000000000000000" pitchFamily="2" charset="0"/>
                  <a:ea typeface="Roboto" panose="02000000000000000000" pitchFamily="2" charset="0"/>
                </a:rPr>
                <a:t>Complete Web automation migration into Script-Less Framework</a:t>
              </a:r>
            </a:p>
            <a:p>
              <a:pPr lvl="1" algn="ctr"/>
              <a:endParaRPr lang="en-US" sz="9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1035" name="Google Shape;1828;p35">
            <a:extLst>
              <a:ext uri="{FF2B5EF4-FFF2-40B4-BE49-F238E27FC236}">
                <a16:creationId xmlns:a16="http://schemas.microsoft.com/office/drawing/2014/main" id="{1ED60078-44C4-097F-EB09-665927BA85A4}"/>
              </a:ext>
            </a:extLst>
          </p:cNvPr>
          <p:cNvGrpSpPr/>
          <p:nvPr/>
        </p:nvGrpSpPr>
        <p:grpSpPr>
          <a:xfrm>
            <a:off x="5228573" y="2239711"/>
            <a:ext cx="1802817" cy="1712097"/>
            <a:chOff x="3290435" y="1649940"/>
            <a:chExt cx="1352113" cy="1284078"/>
          </a:xfrm>
        </p:grpSpPr>
        <p:grpSp>
          <p:nvGrpSpPr>
            <p:cNvPr id="1036" name="Google Shape;1829;p35">
              <a:extLst>
                <a:ext uri="{FF2B5EF4-FFF2-40B4-BE49-F238E27FC236}">
                  <a16:creationId xmlns:a16="http://schemas.microsoft.com/office/drawing/2014/main" id="{37B67EA9-265F-D3A4-97F8-A5A9B7C5381A}"/>
                </a:ext>
              </a:extLst>
            </p:cNvPr>
            <p:cNvGrpSpPr/>
            <p:nvPr/>
          </p:nvGrpSpPr>
          <p:grpSpPr>
            <a:xfrm rot="10800000">
              <a:off x="3915536" y="2635598"/>
              <a:ext cx="9536" cy="214528"/>
              <a:chOff x="5148448" y="2967078"/>
              <a:chExt cx="9536" cy="214528"/>
            </a:xfrm>
          </p:grpSpPr>
          <p:sp>
            <p:nvSpPr>
              <p:cNvPr id="1040" name="Google Shape;1830;p35">
                <a:extLst>
                  <a:ext uri="{FF2B5EF4-FFF2-40B4-BE49-F238E27FC236}">
                    <a16:creationId xmlns:a16="http://schemas.microsoft.com/office/drawing/2014/main" id="{AB21E724-D2FE-3073-E97B-B5509E2C9048}"/>
                  </a:ext>
                </a:extLst>
              </p:cNvPr>
              <p:cNvSpPr/>
              <p:nvPr/>
            </p:nvSpPr>
            <p:spPr>
              <a:xfrm>
                <a:off x="5148448" y="3052806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41" name="Google Shape;1831;p35">
                <a:extLst>
                  <a:ext uri="{FF2B5EF4-FFF2-40B4-BE49-F238E27FC236}">
                    <a16:creationId xmlns:a16="http://schemas.microsoft.com/office/drawing/2014/main" id="{675388C8-E379-9BF2-22D4-0758FF187355}"/>
                  </a:ext>
                </a:extLst>
              </p:cNvPr>
              <p:cNvSpPr/>
              <p:nvPr/>
            </p:nvSpPr>
            <p:spPr>
              <a:xfrm>
                <a:off x="5148448" y="3138534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42" name="Google Shape;1833;p35">
                <a:extLst>
                  <a:ext uri="{FF2B5EF4-FFF2-40B4-BE49-F238E27FC236}">
                    <a16:creationId xmlns:a16="http://schemas.microsoft.com/office/drawing/2014/main" id="{EBE08DA2-B7CE-0C36-4FC3-B279AC0E8E35}"/>
                  </a:ext>
                </a:extLst>
              </p:cNvPr>
              <p:cNvSpPr/>
              <p:nvPr/>
            </p:nvSpPr>
            <p:spPr>
              <a:xfrm>
                <a:off x="5148448" y="2967078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037" name="Google Shape;1840;p35">
              <a:extLst>
                <a:ext uri="{FF2B5EF4-FFF2-40B4-BE49-F238E27FC236}">
                  <a16:creationId xmlns:a16="http://schemas.microsoft.com/office/drawing/2014/main" id="{B4C66CF3-AE6D-4FE1-CEDD-DCB2CC58754B}"/>
                </a:ext>
              </a:extLst>
            </p:cNvPr>
            <p:cNvSpPr/>
            <p:nvPr/>
          </p:nvSpPr>
          <p:spPr>
            <a:xfrm>
              <a:off x="3914752" y="2587999"/>
              <a:ext cx="14528" cy="43072"/>
            </a:xfrm>
            <a:custGeom>
              <a:avLst/>
              <a:gdLst/>
              <a:ahLst/>
              <a:cxnLst/>
              <a:rect l="l" t="t" r="r" b="b"/>
              <a:pathLst>
                <a:path w="454" h="1346" extrusionOk="0">
                  <a:moveTo>
                    <a:pt x="1" y="0"/>
                  </a:moveTo>
                  <a:lnTo>
                    <a:pt x="1" y="1346"/>
                  </a:lnTo>
                  <a:lnTo>
                    <a:pt x="453" y="1346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8" name="Google Shape;1841;p35">
              <a:extLst>
                <a:ext uri="{FF2B5EF4-FFF2-40B4-BE49-F238E27FC236}">
                  <a16:creationId xmlns:a16="http://schemas.microsoft.com/office/drawing/2014/main" id="{1EC54569-55F1-146F-D491-76647E3F021C}"/>
                </a:ext>
              </a:extLst>
            </p:cNvPr>
            <p:cNvSpPr/>
            <p:nvPr/>
          </p:nvSpPr>
          <p:spPr>
            <a:xfrm>
              <a:off x="3327271" y="2581954"/>
              <a:ext cx="1263040" cy="352064"/>
            </a:xfrm>
            <a:custGeom>
              <a:avLst/>
              <a:gdLst/>
              <a:ahLst/>
              <a:cxnLst/>
              <a:rect l="l" t="t" r="r" b="b"/>
              <a:pathLst>
                <a:path w="39470" h="11002" extrusionOk="0">
                  <a:moveTo>
                    <a:pt x="1227" y="1"/>
                  </a:moveTo>
                  <a:cubicBezTo>
                    <a:pt x="465" y="1"/>
                    <a:pt x="0" y="858"/>
                    <a:pt x="417" y="1501"/>
                  </a:cubicBezTo>
                  <a:lnTo>
                    <a:pt x="6358" y="10561"/>
                  </a:lnTo>
                  <a:cubicBezTo>
                    <a:pt x="6537" y="10835"/>
                    <a:pt x="6846" y="11002"/>
                    <a:pt x="7168" y="11002"/>
                  </a:cubicBezTo>
                  <a:lnTo>
                    <a:pt x="38231" y="11002"/>
                  </a:lnTo>
                  <a:cubicBezTo>
                    <a:pt x="39005" y="11002"/>
                    <a:pt x="39470" y="10145"/>
                    <a:pt x="39041" y="9502"/>
                  </a:cubicBezTo>
                  <a:lnTo>
                    <a:pt x="33112" y="441"/>
                  </a:lnTo>
                  <a:cubicBezTo>
                    <a:pt x="32933" y="167"/>
                    <a:pt x="32623" y="1"/>
                    <a:pt x="3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1400" b="1" dirty="0">
                  <a:latin typeface="Fira Sans Extra Condensed Medium"/>
                  <a:sym typeface="Fira Sans Extra Condensed Medium"/>
                </a:rPr>
                <a:t>2023 Q3-Q4</a:t>
              </a:r>
              <a:endParaRPr sz="1400" b="1" dirty="0">
                <a:latin typeface="Fira Sans Extra Condensed Medium"/>
                <a:sym typeface="Fira Sans Extra Condensed Medium"/>
              </a:endParaRPr>
            </a:p>
          </p:txBody>
        </p:sp>
        <p:sp>
          <p:nvSpPr>
            <p:cNvPr id="1039" name="Google Shape;1847;p35">
              <a:extLst>
                <a:ext uri="{FF2B5EF4-FFF2-40B4-BE49-F238E27FC236}">
                  <a16:creationId xmlns:a16="http://schemas.microsoft.com/office/drawing/2014/main" id="{BD5E39E9-170F-AFEC-4F5B-1758A33A4293}"/>
                </a:ext>
              </a:extLst>
            </p:cNvPr>
            <p:cNvSpPr txBox="1"/>
            <p:nvPr/>
          </p:nvSpPr>
          <p:spPr>
            <a:xfrm>
              <a:off x="3290435" y="1649940"/>
              <a:ext cx="1352113" cy="787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-US" sz="800" dirty="0">
                  <a:latin typeface="Roboto" panose="02000000000000000000" pitchFamily="2" charset="0"/>
                  <a:ea typeface="Roboto" panose="02000000000000000000" pitchFamily="2" charset="0"/>
                </a:rPr>
                <a:t>Automate Defect creation process upon Test suite execution</a:t>
              </a:r>
            </a:p>
          </p:txBody>
        </p:sp>
      </p:grpSp>
      <p:grpSp>
        <p:nvGrpSpPr>
          <p:cNvPr id="1043" name="Google Shape;1848;p35">
            <a:extLst>
              <a:ext uri="{FF2B5EF4-FFF2-40B4-BE49-F238E27FC236}">
                <a16:creationId xmlns:a16="http://schemas.microsoft.com/office/drawing/2014/main" id="{83EF033B-06CB-46F7-E473-DE77562E2756}"/>
              </a:ext>
            </a:extLst>
          </p:cNvPr>
          <p:cNvGrpSpPr/>
          <p:nvPr/>
        </p:nvGrpSpPr>
        <p:grpSpPr>
          <a:xfrm>
            <a:off x="8560887" y="2304430"/>
            <a:ext cx="1998800" cy="1647390"/>
            <a:chOff x="5549020" y="1698790"/>
            <a:chExt cx="1499100" cy="1235545"/>
          </a:xfrm>
        </p:grpSpPr>
        <p:grpSp>
          <p:nvGrpSpPr>
            <p:cNvPr id="1044" name="Google Shape;1849;p35">
              <a:extLst>
                <a:ext uri="{FF2B5EF4-FFF2-40B4-BE49-F238E27FC236}">
                  <a16:creationId xmlns:a16="http://schemas.microsoft.com/office/drawing/2014/main" id="{465D7BDE-6B85-E687-ED2C-46F87FC07AF2}"/>
                </a:ext>
              </a:extLst>
            </p:cNvPr>
            <p:cNvGrpSpPr/>
            <p:nvPr/>
          </p:nvGrpSpPr>
          <p:grpSpPr>
            <a:xfrm rot="10800000">
              <a:off x="6265520" y="2018766"/>
              <a:ext cx="66720" cy="831360"/>
              <a:chOff x="5117952" y="2967078"/>
              <a:chExt cx="66720" cy="831360"/>
            </a:xfrm>
          </p:grpSpPr>
          <p:sp>
            <p:nvSpPr>
              <p:cNvPr id="1048" name="Google Shape;1850;p35">
                <a:extLst>
                  <a:ext uri="{FF2B5EF4-FFF2-40B4-BE49-F238E27FC236}">
                    <a16:creationId xmlns:a16="http://schemas.microsoft.com/office/drawing/2014/main" id="{9BA11854-D852-EC5C-882A-7F53009DE2A8}"/>
                  </a:ext>
                </a:extLst>
              </p:cNvPr>
              <p:cNvSpPr/>
              <p:nvPr/>
            </p:nvSpPr>
            <p:spPr>
              <a:xfrm>
                <a:off x="5148448" y="3052806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49" name="Google Shape;1851;p35">
                <a:extLst>
                  <a:ext uri="{FF2B5EF4-FFF2-40B4-BE49-F238E27FC236}">
                    <a16:creationId xmlns:a16="http://schemas.microsoft.com/office/drawing/2014/main" id="{D8EA2262-2E7F-D13A-61BC-2B9300287DD8}"/>
                  </a:ext>
                </a:extLst>
              </p:cNvPr>
              <p:cNvSpPr/>
              <p:nvPr/>
            </p:nvSpPr>
            <p:spPr>
              <a:xfrm>
                <a:off x="5148448" y="3138534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50" name="Google Shape;1852;p35">
                <a:extLst>
                  <a:ext uri="{FF2B5EF4-FFF2-40B4-BE49-F238E27FC236}">
                    <a16:creationId xmlns:a16="http://schemas.microsoft.com/office/drawing/2014/main" id="{CCF7FFEB-9C4A-3800-4758-9007B7B534FB}"/>
                  </a:ext>
                </a:extLst>
              </p:cNvPr>
              <p:cNvSpPr/>
              <p:nvPr/>
            </p:nvSpPr>
            <p:spPr>
              <a:xfrm>
                <a:off x="5148448" y="3224262"/>
                <a:ext cx="9536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89" extrusionOk="0">
                    <a:moveTo>
                      <a:pt x="0" y="0"/>
                    </a:moveTo>
                    <a:lnTo>
                      <a:pt x="0" y="1488"/>
                    </a:lnTo>
                    <a:lnTo>
                      <a:pt x="298" y="1488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51" name="Google Shape;1853;p35">
                <a:extLst>
                  <a:ext uri="{FF2B5EF4-FFF2-40B4-BE49-F238E27FC236}">
                    <a16:creationId xmlns:a16="http://schemas.microsoft.com/office/drawing/2014/main" id="{23D04B5B-AA48-C079-BA2D-2A0148B835C6}"/>
                  </a:ext>
                </a:extLst>
              </p:cNvPr>
              <p:cNvSpPr/>
              <p:nvPr/>
            </p:nvSpPr>
            <p:spPr>
              <a:xfrm>
                <a:off x="5148448" y="2967078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52" name="Google Shape;1854;p35">
                <a:extLst>
                  <a:ext uri="{FF2B5EF4-FFF2-40B4-BE49-F238E27FC236}">
                    <a16:creationId xmlns:a16="http://schemas.microsoft.com/office/drawing/2014/main" id="{2C965A86-B4AA-35F6-1D01-18CDECEE4004}"/>
                  </a:ext>
                </a:extLst>
              </p:cNvPr>
              <p:cNvSpPr/>
              <p:nvPr/>
            </p:nvSpPr>
            <p:spPr>
              <a:xfrm>
                <a:off x="5148448" y="3657830"/>
                <a:ext cx="9536" cy="4268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298" y="1334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53" name="Google Shape;1855;p35">
                <a:extLst>
                  <a:ext uri="{FF2B5EF4-FFF2-40B4-BE49-F238E27FC236}">
                    <a16:creationId xmlns:a16="http://schemas.microsoft.com/office/drawing/2014/main" id="{CF895C04-10AB-597B-63E9-390F685F59A4}"/>
                  </a:ext>
                </a:extLst>
              </p:cNvPr>
              <p:cNvSpPr/>
              <p:nvPr/>
            </p:nvSpPr>
            <p:spPr>
              <a:xfrm>
                <a:off x="5148448" y="3572102"/>
                <a:ext cx="9536" cy="4268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298" y="1334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54" name="Google Shape;1856;p35">
                <a:extLst>
                  <a:ext uri="{FF2B5EF4-FFF2-40B4-BE49-F238E27FC236}">
                    <a16:creationId xmlns:a16="http://schemas.microsoft.com/office/drawing/2014/main" id="{1A8A034C-B9AB-6230-DB38-6AF77A9E23FA}"/>
                  </a:ext>
                </a:extLst>
              </p:cNvPr>
              <p:cNvSpPr/>
              <p:nvPr/>
            </p:nvSpPr>
            <p:spPr>
              <a:xfrm>
                <a:off x="5148448" y="3481414"/>
                <a:ext cx="9536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89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55" name="Google Shape;1857;p35">
                <a:extLst>
                  <a:ext uri="{FF2B5EF4-FFF2-40B4-BE49-F238E27FC236}">
                    <a16:creationId xmlns:a16="http://schemas.microsoft.com/office/drawing/2014/main" id="{464CE7D9-C1FF-0BB1-F1A7-636AC49F91E7}"/>
                  </a:ext>
                </a:extLst>
              </p:cNvPr>
              <p:cNvSpPr/>
              <p:nvPr/>
            </p:nvSpPr>
            <p:spPr>
              <a:xfrm>
                <a:off x="5148448" y="3395686"/>
                <a:ext cx="9536" cy="4768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90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56" name="Google Shape;1858;p35">
                <a:extLst>
                  <a:ext uri="{FF2B5EF4-FFF2-40B4-BE49-F238E27FC236}">
                    <a16:creationId xmlns:a16="http://schemas.microsoft.com/office/drawing/2014/main" id="{C3B63BFB-E18F-6B2A-910D-212F0B7EBD99}"/>
                  </a:ext>
                </a:extLst>
              </p:cNvPr>
              <p:cNvSpPr/>
              <p:nvPr/>
            </p:nvSpPr>
            <p:spPr>
              <a:xfrm>
                <a:off x="5148448" y="3309958"/>
                <a:ext cx="9536" cy="4768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90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057" name="Google Shape;1859;p35">
                <a:extLst>
                  <a:ext uri="{FF2B5EF4-FFF2-40B4-BE49-F238E27FC236}">
                    <a16:creationId xmlns:a16="http://schemas.microsoft.com/office/drawing/2014/main" id="{84DA19DD-BD83-5CAB-6B14-D511B1402B2A}"/>
                  </a:ext>
                </a:extLst>
              </p:cNvPr>
              <p:cNvSpPr/>
              <p:nvPr/>
            </p:nvSpPr>
            <p:spPr>
              <a:xfrm>
                <a:off x="5117952" y="3731750"/>
                <a:ext cx="66720" cy="66688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4" extrusionOk="0">
                    <a:moveTo>
                      <a:pt x="1037" y="0"/>
                    </a:moveTo>
                    <a:cubicBezTo>
                      <a:pt x="465" y="0"/>
                      <a:pt x="1" y="464"/>
                      <a:pt x="1" y="1048"/>
                    </a:cubicBezTo>
                    <a:cubicBezTo>
                      <a:pt x="1" y="1619"/>
                      <a:pt x="465" y="2084"/>
                      <a:pt x="1037" y="2084"/>
                    </a:cubicBezTo>
                    <a:cubicBezTo>
                      <a:pt x="1620" y="2084"/>
                      <a:pt x="2084" y="1619"/>
                      <a:pt x="2084" y="1048"/>
                    </a:cubicBezTo>
                    <a:cubicBezTo>
                      <a:pt x="2084" y="464"/>
                      <a:pt x="1620" y="0"/>
                      <a:pt x="1037" y="0"/>
                    </a:cubicBez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045" name="Google Shape;1860;p35">
              <a:extLst>
                <a:ext uri="{FF2B5EF4-FFF2-40B4-BE49-F238E27FC236}">
                  <a16:creationId xmlns:a16="http://schemas.microsoft.com/office/drawing/2014/main" id="{B8BB4391-07F5-266D-F7F9-FFEF98F8BBC2}"/>
                </a:ext>
              </a:extLst>
            </p:cNvPr>
            <p:cNvSpPr/>
            <p:nvPr/>
          </p:nvSpPr>
          <p:spPr>
            <a:xfrm>
              <a:off x="6296000" y="2587999"/>
              <a:ext cx="9568" cy="43072"/>
            </a:xfrm>
            <a:custGeom>
              <a:avLst/>
              <a:gdLst/>
              <a:ahLst/>
              <a:cxnLst/>
              <a:rect l="l" t="t" r="r" b="b"/>
              <a:pathLst>
                <a:path w="299" h="1346" extrusionOk="0">
                  <a:moveTo>
                    <a:pt x="1" y="0"/>
                  </a:moveTo>
                  <a:lnTo>
                    <a:pt x="1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6" name="Google Shape;1873;p35">
              <a:extLst>
                <a:ext uri="{FF2B5EF4-FFF2-40B4-BE49-F238E27FC236}">
                  <a16:creationId xmlns:a16="http://schemas.microsoft.com/office/drawing/2014/main" id="{97642BBE-9642-0D7E-A89A-7E1C19448527}"/>
                </a:ext>
              </a:extLst>
            </p:cNvPr>
            <p:cNvSpPr txBox="1"/>
            <p:nvPr/>
          </p:nvSpPr>
          <p:spPr>
            <a:xfrm>
              <a:off x="5549020" y="1698790"/>
              <a:ext cx="1499100" cy="536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-US" sz="800" dirty="0">
                  <a:latin typeface="Roboto" panose="02000000000000000000" pitchFamily="2" charset="0"/>
                  <a:ea typeface="Roboto" panose="02000000000000000000" pitchFamily="2" charset="0"/>
                </a:rPr>
                <a:t>Automation testing resource optimization</a:t>
              </a:r>
            </a:p>
          </p:txBody>
        </p:sp>
        <p:sp>
          <p:nvSpPr>
            <p:cNvPr id="1047" name="Google Shape;1861;p35">
              <a:extLst>
                <a:ext uri="{FF2B5EF4-FFF2-40B4-BE49-F238E27FC236}">
                  <a16:creationId xmlns:a16="http://schemas.microsoft.com/office/drawing/2014/main" id="{834C460A-6BE4-4FB7-C73A-835CF017865F}"/>
                </a:ext>
              </a:extLst>
            </p:cNvPr>
            <p:cNvSpPr/>
            <p:nvPr/>
          </p:nvSpPr>
          <p:spPr>
            <a:xfrm>
              <a:off x="5667360" y="2582271"/>
              <a:ext cx="1263040" cy="352064"/>
            </a:xfrm>
            <a:custGeom>
              <a:avLst/>
              <a:gdLst/>
              <a:ahLst/>
              <a:cxnLst/>
              <a:rect l="l" t="t" r="r" b="b"/>
              <a:pathLst>
                <a:path w="39470" h="11002" extrusionOk="0">
                  <a:moveTo>
                    <a:pt x="1227" y="1"/>
                  </a:moveTo>
                  <a:cubicBezTo>
                    <a:pt x="465" y="1"/>
                    <a:pt x="0" y="858"/>
                    <a:pt x="417" y="1501"/>
                  </a:cubicBezTo>
                  <a:lnTo>
                    <a:pt x="6358" y="10561"/>
                  </a:lnTo>
                  <a:cubicBezTo>
                    <a:pt x="6537" y="10835"/>
                    <a:pt x="6847" y="11002"/>
                    <a:pt x="7168" y="11002"/>
                  </a:cubicBezTo>
                  <a:lnTo>
                    <a:pt x="38231" y="11002"/>
                  </a:lnTo>
                  <a:cubicBezTo>
                    <a:pt x="39005" y="11002"/>
                    <a:pt x="39470" y="10145"/>
                    <a:pt x="39041" y="9502"/>
                  </a:cubicBezTo>
                  <a:lnTo>
                    <a:pt x="33112" y="441"/>
                  </a:lnTo>
                  <a:cubicBezTo>
                    <a:pt x="32933" y="167"/>
                    <a:pt x="32624" y="1"/>
                    <a:pt x="323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1400" b="1" dirty="0">
                  <a:latin typeface="Fira Sans Extra Condensed Medium"/>
                  <a:sym typeface="Fira Sans Extra Condensed Medium"/>
                </a:rPr>
                <a:t>2024 Q3-Q4</a:t>
              </a:r>
              <a:endParaRPr sz="1400" b="1" dirty="0">
                <a:latin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058" name="Google Shape;1806;p35">
            <a:extLst>
              <a:ext uri="{FF2B5EF4-FFF2-40B4-BE49-F238E27FC236}">
                <a16:creationId xmlns:a16="http://schemas.microsoft.com/office/drawing/2014/main" id="{BAEDD799-A885-A42C-3AB1-A362161C1C5D}"/>
              </a:ext>
            </a:extLst>
          </p:cNvPr>
          <p:cNvGrpSpPr/>
          <p:nvPr/>
        </p:nvGrpSpPr>
        <p:grpSpPr>
          <a:xfrm rot="10800000">
            <a:off x="4365857" y="2649960"/>
            <a:ext cx="66720" cy="831360"/>
            <a:chOff x="5117952" y="2967078"/>
            <a:chExt cx="66720" cy="831360"/>
          </a:xfrm>
        </p:grpSpPr>
        <p:sp>
          <p:nvSpPr>
            <p:cNvPr id="1059" name="Google Shape;1807;p35">
              <a:extLst>
                <a:ext uri="{FF2B5EF4-FFF2-40B4-BE49-F238E27FC236}">
                  <a16:creationId xmlns:a16="http://schemas.microsoft.com/office/drawing/2014/main" id="{566969AF-C579-2D11-08CE-EDCAD4B500D2}"/>
                </a:ext>
              </a:extLst>
            </p:cNvPr>
            <p:cNvSpPr/>
            <p:nvPr/>
          </p:nvSpPr>
          <p:spPr>
            <a:xfrm>
              <a:off x="5148448" y="3052806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808;p35">
              <a:extLst>
                <a:ext uri="{FF2B5EF4-FFF2-40B4-BE49-F238E27FC236}">
                  <a16:creationId xmlns:a16="http://schemas.microsoft.com/office/drawing/2014/main" id="{B9F564D7-A8A3-3897-A775-FE1CF0A57E36}"/>
                </a:ext>
              </a:extLst>
            </p:cNvPr>
            <p:cNvSpPr/>
            <p:nvPr/>
          </p:nvSpPr>
          <p:spPr>
            <a:xfrm>
              <a:off x="5148448" y="3138534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809;p35">
              <a:extLst>
                <a:ext uri="{FF2B5EF4-FFF2-40B4-BE49-F238E27FC236}">
                  <a16:creationId xmlns:a16="http://schemas.microsoft.com/office/drawing/2014/main" id="{F3843A2B-D522-D89C-1DC7-3CE5D1FEDB62}"/>
                </a:ext>
              </a:extLst>
            </p:cNvPr>
            <p:cNvSpPr/>
            <p:nvPr/>
          </p:nvSpPr>
          <p:spPr>
            <a:xfrm>
              <a:off x="5148448" y="3224262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0"/>
                  </a:moveTo>
                  <a:lnTo>
                    <a:pt x="0" y="1488"/>
                  </a:lnTo>
                  <a:lnTo>
                    <a:pt x="298" y="1488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810;p35">
              <a:extLst>
                <a:ext uri="{FF2B5EF4-FFF2-40B4-BE49-F238E27FC236}">
                  <a16:creationId xmlns:a16="http://schemas.microsoft.com/office/drawing/2014/main" id="{A05D68B8-20A6-AF23-5AE0-D607BB3EAB00}"/>
                </a:ext>
              </a:extLst>
            </p:cNvPr>
            <p:cNvSpPr/>
            <p:nvPr/>
          </p:nvSpPr>
          <p:spPr>
            <a:xfrm>
              <a:off x="5148448" y="2967078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811;p35">
              <a:extLst>
                <a:ext uri="{FF2B5EF4-FFF2-40B4-BE49-F238E27FC236}">
                  <a16:creationId xmlns:a16="http://schemas.microsoft.com/office/drawing/2014/main" id="{791F4ED5-DC44-B3D7-45AF-BE8D79A962FF}"/>
                </a:ext>
              </a:extLst>
            </p:cNvPr>
            <p:cNvSpPr/>
            <p:nvPr/>
          </p:nvSpPr>
          <p:spPr>
            <a:xfrm>
              <a:off x="5148448" y="3657830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812;p35">
              <a:extLst>
                <a:ext uri="{FF2B5EF4-FFF2-40B4-BE49-F238E27FC236}">
                  <a16:creationId xmlns:a16="http://schemas.microsoft.com/office/drawing/2014/main" id="{77206A4B-F68D-E289-063D-83D227F41775}"/>
                </a:ext>
              </a:extLst>
            </p:cNvPr>
            <p:cNvSpPr/>
            <p:nvPr/>
          </p:nvSpPr>
          <p:spPr>
            <a:xfrm>
              <a:off x="5148448" y="3572102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813;p35">
              <a:extLst>
                <a:ext uri="{FF2B5EF4-FFF2-40B4-BE49-F238E27FC236}">
                  <a16:creationId xmlns:a16="http://schemas.microsoft.com/office/drawing/2014/main" id="{68797AC0-4A3A-B5FB-B282-D9037773734F}"/>
                </a:ext>
              </a:extLst>
            </p:cNvPr>
            <p:cNvSpPr/>
            <p:nvPr/>
          </p:nvSpPr>
          <p:spPr>
            <a:xfrm>
              <a:off x="5148448" y="3481414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6" name="Google Shape;1814;p35">
              <a:extLst>
                <a:ext uri="{FF2B5EF4-FFF2-40B4-BE49-F238E27FC236}">
                  <a16:creationId xmlns:a16="http://schemas.microsoft.com/office/drawing/2014/main" id="{2217A917-EB57-2FCB-D6D2-3E4966A89973}"/>
                </a:ext>
              </a:extLst>
            </p:cNvPr>
            <p:cNvSpPr/>
            <p:nvPr/>
          </p:nvSpPr>
          <p:spPr>
            <a:xfrm>
              <a:off x="5148448" y="3395686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815;p35">
              <a:extLst>
                <a:ext uri="{FF2B5EF4-FFF2-40B4-BE49-F238E27FC236}">
                  <a16:creationId xmlns:a16="http://schemas.microsoft.com/office/drawing/2014/main" id="{2940E337-D6B2-3905-FFF5-48C3FD63C818}"/>
                </a:ext>
              </a:extLst>
            </p:cNvPr>
            <p:cNvSpPr/>
            <p:nvPr/>
          </p:nvSpPr>
          <p:spPr>
            <a:xfrm>
              <a:off x="5148448" y="3309958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8" name="Google Shape;1816;p35">
              <a:extLst>
                <a:ext uri="{FF2B5EF4-FFF2-40B4-BE49-F238E27FC236}">
                  <a16:creationId xmlns:a16="http://schemas.microsoft.com/office/drawing/2014/main" id="{BDDBCC17-27C2-F64F-3F76-045C8A06B703}"/>
                </a:ext>
              </a:extLst>
            </p:cNvPr>
            <p:cNvSpPr/>
            <p:nvPr/>
          </p:nvSpPr>
          <p:spPr>
            <a:xfrm>
              <a:off x="5117952" y="3731750"/>
              <a:ext cx="66720" cy="66688"/>
            </a:xfrm>
            <a:custGeom>
              <a:avLst/>
              <a:gdLst/>
              <a:ahLst/>
              <a:cxnLst/>
              <a:rect l="l" t="t" r="r" b="b"/>
              <a:pathLst>
                <a:path w="2085" h="2084" extrusionOk="0">
                  <a:moveTo>
                    <a:pt x="1037" y="0"/>
                  </a:moveTo>
                  <a:cubicBezTo>
                    <a:pt x="465" y="0"/>
                    <a:pt x="1" y="464"/>
                    <a:pt x="1" y="1048"/>
                  </a:cubicBezTo>
                  <a:cubicBezTo>
                    <a:pt x="1" y="1619"/>
                    <a:pt x="465" y="2084"/>
                    <a:pt x="1037" y="2084"/>
                  </a:cubicBezTo>
                  <a:cubicBezTo>
                    <a:pt x="1620" y="2084"/>
                    <a:pt x="2084" y="1619"/>
                    <a:pt x="2084" y="1048"/>
                  </a:cubicBezTo>
                  <a:cubicBezTo>
                    <a:pt x="2084" y="464"/>
                    <a:pt x="1620" y="0"/>
                    <a:pt x="1037" y="0"/>
                  </a:cubicBez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69" name="Google Shape;1828;p35">
            <a:extLst>
              <a:ext uri="{FF2B5EF4-FFF2-40B4-BE49-F238E27FC236}">
                <a16:creationId xmlns:a16="http://schemas.microsoft.com/office/drawing/2014/main" id="{96AEB346-3371-DE4B-33CE-79C5BEA387ED}"/>
              </a:ext>
            </a:extLst>
          </p:cNvPr>
          <p:cNvGrpSpPr/>
          <p:nvPr/>
        </p:nvGrpSpPr>
        <p:grpSpPr>
          <a:xfrm>
            <a:off x="11198605" y="2672900"/>
            <a:ext cx="66720" cy="831360"/>
            <a:chOff x="3888848" y="2018766"/>
            <a:chExt cx="66720" cy="831360"/>
          </a:xfrm>
        </p:grpSpPr>
        <p:grpSp>
          <p:nvGrpSpPr>
            <p:cNvPr id="1070" name="Google Shape;1829;p35">
              <a:extLst>
                <a:ext uri="{FF2B5EF4-FFF2-40B4-BE49-F238E27FC236}">
                  <a16:creationId xmlns:a16="http://schemas.microsoft.com/office/drawing/2014/main" id="{B5F5BCB3-B967-1C0E-6150-83F461AB0BBD}"/>
                </a:ext>
              </a:extLst>
            </p:cNvPr>
            <p:cNvGrpSpPr/>
            <p:nvPr/>
          </p:nvGrpSpPr>
          <p:grpSpPr>
            <a:xfrm rot="10800000">
              <a:off x="3888848" y="2018766"/>
              <a:ext cx="66720" cy="831360"/>
              <a:chOff x="5117952" y="2967078"/>
              <a:chExt cx="66720" cy="831360"/>
            </a:xfrm>
          </p:grpSpPr>
          <p:sp>
            <p:nvSpPr>
              <p:cNvPr id="1072" name="Google Shape;1830;p35">
                <a:extLst>
                  <a:ext uri="{FF2B5EF4-FFF2-40B4-BE49-F238E27FC236}">
                    <a16:creationId xmlns:a16="http://schemas.microsoft.com/office/drawing/2014/main" id="{2DE2B89C-7864-B4F9-8A0D-23F4FA778E76}"/>
                  </a:ext>
                </a:extLst>
              </p:cNvPr>
              <p:cNvSpPr/>
              <p:nvPr/>
            </p:nvSpPr>
            <p:spPr>
              <a:xfrm>
                <a:off x="5148448" y="3052806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831;p35">
                <a:extLst>
                  <a:ext uri="{FF2B5EF4-FFF2-40B4-BE49-F238E27FC236}">
                    <a16:creationId xmlns:a16="http://schemas.microsoft.com/office/drawing/2014/main" id="{ED80B928-F203-3E38-E2A1-F4E11EE8DEEE}"/>
                  </a:ext>
                </a:extLst>
              </p:cNvPr>
              <p:cNvSpPr/>
              <p:nvPr/>
            </p:nvSpPr>
            <p:spPr>
              <a:xfrm>
                <a:off x="5148448" y="3138534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832;p35">
                <a:extLst>
                  <a:ext uri="{FF2B5EF4-FFF2-40B4-BE49-F238E27FC236}">
                    <a16:creationId xmlns:a16="http://schemas.microsoft.com/office/drawing/2014/main" id="{1B70CEC7-CD52-741E-846A-17A41AF07F5B}"/>
                  </a:ext>
                </a:extLst>
              </p:cNvPr>
              <p:cNvSpPr/>
              <p:nvPr/>
            </p:nvSpPr>
            <p:spPr>
              <a:xfrm>
                <a:off x="5148448" y="3224262"/>
                <a:ext cx="9536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89" extrusionOk="0">
                    <a:moveTo>
                      <a:pt x="0" y="0"/>
                    </a:moveTo>
                    <a:lnTo>
                      <a:pt x="0" y="1488"/>
                    </a:lnTo>
                    <a:lnTo>
                      <a:pt x="298" y="1488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833;p35">
                <a:extLst>
                  <a:ext uri="{FF2B5EF4-FFF2-40B4-BE49-F238E27FC236}">
                    <a16:creationId xmlns:a16="http://schemas.microsoft.com/office/drawing/2014/main" id="{24E8C945-E5DC-9926-0701-3A58E9E00B00}"/>
                  </a:ext>
                </a:extLst>
              </p:cNvPr>
              <p:cNvSpPr/>
              <p:nvPr/>
            </p:nvSpPr>
            <p:spPr>
              <a:xfrm>
                <a:off x="5148448" y="2967078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834;p35">
                <a:extLst>
                  <a:ext uri="{FF2B5EF4-FFF2-40B4-BE49-F238E27FC236}">
                    <a16:creationId xmlns:a16="http://schemas.microsoft.com/office/drawing/2014/main" id="{7513F4D8-4AB8-5667-2987-0B7BA1532CC1}"/>
                  </a:ext>
                </a:extLst>
              </p:cNvPr>
              <p:cNvSpPr/>
              <p:nvPr/>
            </p:nvSpPr>
            <p:spPr>
              <a:xfrm>
                <a:off x="5148448" y="3657830"/>
                <a:ext cx="9536" cy="4268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298" y="1334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835;p35">
                <a:extLst>
                  <a:ext uri="{FF2B5EF4-FFF2-40B4-BE49-F238E27FC236}">
                    <a16:creationId xmlns:a16="http://schemas.microsoft.com/office/drawing/2014/main" id="{68C8B510-F129-6F4B-D3A4-104F54F68483}"/>
                  </a:ext>
                </a:extLst>
              </p:cNvPr>
              <p:cNvSpPr/>
              <p:nvPr/>
            </p:nvSpPr>
            <p:spPr>
              <a:xfrm>
                <a:off x="5148448" y="3572102"/>
                <a:ext cx="9536" cy="4268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298" y="1334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836;p35">
                <a:extLst>
                  <a:ext uri="{FF2B5EF4-FFF2-40B4-BE49-F238E27FC236}">
                    <a16:creationId xmlns:a16="http://schemas.microsoft.com/office/drawing/2014/main" id="{03A6A519-6686-6C00-2742-EA1AB7B91925}"/>
                  </a:ext>
                </a:extLst>
              </p:cNvPr>
              <p:cNvSpPr/>
              <p:nvPr/>
            </p:nvSpPr>
            <p:spPr>
              <a:xfrm>
                <a:off x="5148448" y="3481414"/>
                <a:ext cx="9536" cy="47648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89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837;p35">
                <a:extLst>
                  <a:ext uri="{FF2B5EF4-FFF2-40B4-BE49-F238E27FC236}">
                    <a16:creationId xmlns:a16="http://schemas.microsoft.com/office/drawing/2014/main" id="{1BCC5E76-28D0-5989-7602-D0625E4B7C63}"/>
                  </a:ext>
                </a:extLst>
              </p:cNvPr>
              <p:cNvSpPr/>
              <p:nvPr/>
            </p:nvSpPr>
            <p:spPr>
              <a:xfrm>
                <a:off x="5148448" y="3395686"/>
                <a:ext cx="9536" cy="4768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90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838;p35">
                <a:extLst>
                  <a:ext uri="{FF2B5EF4-FFF2-40B4-BE49-F238E27FC236}">
                    <a16:creationId xmlns:a16="http://schemas.microsoft.com/office/drawing/2014/main" id="{80F4CED0-5F77-C121-CC54-1AB9F1E17829}"/>
                  </a:ext>
                </a:extLst>
              </p:cNvPr>
              <p:cNvSpPr/>
              <p:nvPr/>
            </p:nvSpPr>
            <p:spPr>
              <a:xfrm>
                <a:off x="5148448" y="3309958"/>
                <a:ext cx="9536" cy="4768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90" extrusionOk="0">
                    <a:moveTo>
                      <a:pt x="0" y="1"/>
                    </a:moveTo>
                    <a:lnTo>
                      <a:pt x="0" y="1489"/>
                    </a:lnTo>
                    <a:lnTo>
                      <a:pt x="298" y="1489"/>
                    </a:lnTo>
                    <a:lnTo>
                      <a:pt x="298" y="1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839;p35">
                <a:extLst>
                  <a:ext uri="{FF2B5EF4-FFF2-40B4-BE49-F238E27FC236}">
                    <a16:creationId xmlns:a16="http://schemas.microsoft.com/office/drawing/2014/main" id="{63B76E47-BC6F-F3EC-2E90-D45DE0B46302}"/>
                  </a:ext>
                </a:extLst>
              </p:cNvPr>
              <p:cNvSpPr/>
              <p:nvPr/>
            </p:nvSpPr>
            <p:spPr>
              <a:xfrm>
                <a:off x="5117952" y="3731750"/>
                <a:ext cx="66720" cy="66688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4" extrusionOk="0">
                    <a:moveTo>
                      <a:pt x="1037" y="0"/>
                    </a:moveTo>
                    <a:cubicBezTo>
                      <a:pt x="465" y="0"/>
                      <a:pt x="1" y="464"/>
                      <a:pt x="1" y="1048"/>
                    </a:cubicBezTo>
                    <a:cubicBezTo>
                      <a:pt x="1" y="1619"/>
                      <a:pt x="465" y="2084"/>
                      <a:pt x="1037" y="2084"/>
                    </a:cubicBezTo>
                    <a:cubicBezTo>
                      <a:pt x="1620" y="2084"/>
                      <a:pt x="2084" y="1619"/>
                      <a:pt x="2084" y="1048"/>
                    </a:cubicBezTo>
                    <a:cubicBezTo>
                      <a:pt x="2084" y="464"/>
                      <a:pt x="1620" y="0"/>
                      <a:pt x="1037" y="0"/>
                    </a:cubicBez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071" name="Google Shape;1840;p35">
              <a:extLst>
                <a:ext uri="{FF2B5EF4-FFF2-40B4-BE49-F238E27FC236}">
                  <a16:creationId xmlns:a16="http://schemas.microsoft.com/office/drawing/2014/main" id="{CFB677B0-4FE5-1BFD-FFB0-5D6800CCCA33}"/>
                </a:ext>
              </a:extLst>
            </p:cNvPr>
            <p:cNvSpPr/>
            <p:nvPr/>
          </p:nvSpPr>
          <p:spPr>
            <a:xfrm>
              <a:off x="3914752" y="2587999"/>
              <a:ext cx="14528" cy="43072"/>
            </a:xfrm>
            <a:custGeom>
              <a:avLst/>
              <a:gdLst/>
              <a:ahLst/>
              <a:cxnLst/>
              <a:rect l="l" t="t" r="r" b="b"/>
              <a:pathLst>
                <a:path w="454" h="1346" extrusionOk="0">
                  <a:moveTo>
                    <a:pt x="1" y="0"/>
                  </a:moveTo>
                  <a:lnTo>
                    <a:pt x="1" y="1346"/>
                  </a:lnTo>
                  <a:lnTo>
                    <a:pt x="453" y="1346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2" name="Google Shape;1829;p35">
            <a:extLst>
              <a:ext uri="{FF2B5EF4-FFF2-40B4-BE49-F238E27FC236}">
                <a16:creationId xmlns:a16="http://schemas.microsoft.com/office/drawing/2014/main" id="{BDF2DD2B-273D-F69D-AA85-F53495EEAD3F}"/>
              </a:ext>
            </a:extLst>
          </p:cNvPr>
          <p:cNvGrpSpPr/>
          <p:nvPr/>
        </p:nvGrpSpPr>
        <p:grpSpPr>
          <a:xfrm rot="10800000">
            <a:off x="7821737" y="2630238"/>
            <a:ext cx="66720" cy="831360"/>
            <a:chOff x="5117952" y="2967078"/>
            <a:chExt cx="66720" cy="831360"/>
          </a:xfrm>
        </p:grpSpPr>
        <p:sp>
          <p:nvSpPr>
            <p:cNvPr id="1083" name="Google Shape;1830;p35">
              <a:extLst>
                <a:ext uri="{FF2B5EF4-FFF2-40B4-BE49-F238E27FC236}">
                  <a16:creationId xmlns:a16="http://schemas.microsoft.com/office/drawing/2014/main" id="{59A8F4F1-7FCB-2BD6-4E22-08EAAD1DFAED}"/>
                </a:ext>
              </a:extLst>
            </p:cNvPr>
            <p:cNvSpPr/>
            <p:nvPr/>
          </p:nvSpPr>
          <p:spPr>
            <a:xfrm>
              <a:off x="5148448" y="3052806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831;p35">
              <a:extLst>
                <a:ext uri="{FF2B5EF4-FFF2-40B4-BE49-F238E27FC236}">
                  <a16:creationId xmlns:a16="http://schemas.microsoft.com/office/drawing/2014/main" id="{12304862-AE85-7A0A-B69F-3B16EE737271}"/>
                </a:ext>
              </a:extLst>
            </p:cNvPr>
            <p:cNvSpPr/>
            <p:nvPr/>
          </p:nvSpPr>
          <p:spPr>
            <a:xfrm>
              <a:off x="5148448" y="3138534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832;p35">
              <a:extLst>
                <a:ext uri="{FF2B5EF4-FFF2-40B4-BE49-F238E27FC236}">
                  <a16:creationId xmlns:a16="http://schemas.microsoft.com/office/drawing/2014/main" id="{05D524D7-A0F9-6C38-8770-192E1A7BDD80}"/>
                </a:ext>
              </a:extLst>
            </p:cNvPr>
            <p:cNvSpPr/>
            <p:nvPr/>
          </p:nvSpPr>
          <p:spPr>
            <a:xfrm>
              <a:off x="5148448" y="3224262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0"/>
                  </a:moveTo>
                  <a:lnTo>
                    <a:pt x="0" y="1488"/>
                  </a:lnTo>
                  <a:lnTo>
                    <a:pt x="298" y="1488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833;p35">
              <a:extLst>
                <a:ext uri="{FF2B5EF4-FFF2-40B4-BE49-F238E27FC236}">
                  <a16:creationId xmlns:a16="http://schemas.microsoft.com/office/drawing/2014/main" id="{A43DD3CC-5C61-1DB0-2D99-2741E6803CE5}"/>
                </a:ext>
              </a:extLst>
            </p:cNvPr>
            <p:cNvSpPr/>
            <p:nvPr/>
          </p:nvSpPr>
          <p:spPr>
            <a:xfrm>
              <a:off x="5148448" y="2967078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834;p35">
              <a:extLst>
                <a:ext uri="{FF2B5EF4-FFF2-40B4-BE49-F238E27FC236}">
                  <a16:creationId xmlns:a16="http://schemas.microsoft.com/office/drawing/2014/main" id="{A6E5C981-4341-DD8F-C71C-E3AB809F0C36}"/>
                </a:ext>
              </a:extLst>
            </p:cNvPr>
            <p:cNvSpPr/>
            <p:nvPr/>
          </p:nvSpPr>
          <p:spPr>
            <a:xfrm>
              <a:off x="5148448" y="3657830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835;p35">
              <a:extLst>
                <a:ext uri="{FF2B5EF4-FFF2-40B4-BE49-F238E27FC236}">
                  <a16:creationId xmlns:a16="http://schemas.microsoft.com/office/drawing/2014/main" id="{A5F66B46-392F-D25D-C777-2F3EBC427434}"/>
                </a:ext>
              </a:extLst>
            </p:cNvPr>
            <p:cNvSpPr/>
            <p:nvPr/>
          </p:nvSpPr>
          <p:spPr>
            <a:xfrm>
              <a:off x="5148448" y="3572102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836;p35">
              <a:extLst>
                <a:ext uri="{FF2B5EF4-FFF2-40B4-BE49-F238E27FC236}">
                  <a16:creationId xmlns:a16="http://schemas.microsoft.com/office/drawing/2014/main" id="{15EBAB27-1D1D-BAFB-67BD-17AA8BF6D3A6}"/>
                </a:ext>
              </a:extLst>
            </p:cNvPr>
            <p:cNvSpPr/>
            <p:nvPr/>
          </p:nvSpPr>
          <p:spPr>
            <a:xfrm>
              <a:off x="5148448" y="3481414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837;p35">
              <a:extLst>
                <a:ext uri="{FF2B5EF4-FFF2-40B4-BE49-F238E27FC236}">
                  <a16:creationId xmlns:a16="http://schemas.microsoft.com/office/drawing/2014/main" id="{5FB4239F-DD21-C233-F5AA-D33357FAD861}"/>
                </a:ext>
              </a:extLst>
            </p:cNvPr>
            <p:cNvSpPr/>
            <p:nvPr/>
          </p:nvSpPr>
          <p:spPr>
            <a:xfrm>
              <a:off x="5148448" y="3395686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838;p35">
              <a:extLst>
                <a:ext uri="{FF2B5EF4-FFF2-40B4-BE49-F238E27FC236}">
                  <a16:creationId xmlns:a16="http://schemas.microsoft.com/office/drawing/2014/main" id="{22AE2A9D-E323-CF6B-4DC3-CABD290EC6B3}"/>
                </a:ext>
              </a:extLst>
            </p:cNvPr>
            <p:cNvSpPr/>
            <p:nvPr/>
          </p:nvSpPr>
          <p:spPr>
            <a:xfrm>
              <a:off x="5148448" y="3309958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839;p35">
              <a:extLst>
                <a:ext uri="{FF2B5EF4-FFF2-40B4-BE49-F238E27FC236}">
                  <a16:creationId xmlns:a16="http://schemas.microsoft.com/office/drawing/2014/main" id="{F4738CE5-F09E-161F-6788-6B5857A64E1B}"/>
                </a:ext>
              </a:extLst>
            </p:cNvPr>
            <p:cNvSpPr/>
            <p:nvPr/>
          </p:nvSpPr>
          <p:spPr>
            <a:xfrm>
              <a:off x="5117952" y="3731750"/>
              <a:ext cx="66720" cy="66688"/>
            </a:xfrm>
            <a:custGeom>
              <a:avLst/>
              <a:gdLst/>
              <a:ahLst/>
              <a:cxnLst/>
              <a:rect l="l" t="t" r="r" b="b"/>
              <a:pathLst>
                <a:path w="2085" h="2084" extrusionOk="0">
                  <a:moveTo>
                    <a:pt x="1037" y="0"/>
                  </a:moveTo>
                  <a:cubicBezTo>
                    <a:pt x="465" y="0"/>
                    <a:pt x="1" y="464"/>
                    <a:pt x="1" y="1048"/>
                  </a:cubicBezTo>
                  <a:cubicBezTo>
                    <a:pt x="1" y="1619"/>
                    <a:pt x="465" y="2084"/>
                    <a:pt x="1037" y="2084"/>
                  </a:cubicBezTo>
                  <a:cubicBezTo>
                    <a:pt x="1620" y="2084"/>
                    <a:pt x="2084" y="1619"/>
                    <a:pt x="2084" y="1048"/>
                  </a:cubicBezTo>
                  <a:cubicBezTo>
                    <a:pt x="2084" y="464"/>
                    <a:pt x="1620" y="0"/>
                    <a:pt x="1037" y="0"/>
                  </a:cubicBez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94" name="Google Shape;1743;p35">
            <a:extLst>
              <a:ext uri="{FF2B5EF4-FFF2-40B4-BE49-F238E27FC236}">
                <a16:creationId xmlns:a16="http://schemas.microsoft.com/office/drawing/2014/main" id="{6CEF4AED-190A-080C-F168-F6D46741C89A}"/>
              </a:ext>
            </a:extLst>
          </p:cNvPr>
          <p:cNvGrpSpPr/>
          <p:nvPr/>
        </p:nvGrpSpPr>
        <p:grpSpPr>
          <a:xfrm>
            <a:off x="2600528" y="3944219"/>
            <a:ext cx="66720" cy="831360"/>
            <a:chOff x="5117952" y="2967078"/>
            <a:chExt cx="66720" cy="831360"/>
          </a:xfrm>
        </p:grpSpPr>
        <p:sp>
          <p:nvSpPr>
            <p:cNvPr id="1095" name="Google Shape;1744;p35">
              <a:extLst>
                <a:ext uri="{FF2B5EF4-FFF2-40B4-BE49-F238E27FC236}">
                  <a16:creationId xmlns:a16="http://schemas.microsoft.com/office/drawing/2014/main" id="{BE29CD13-8892-4BC1-1B1B-CF0BF597DF1C}"/>
                </a:ext>
              </a:extLst>
            </p:cNvPr>
            <p:cNvSpPr/>
            <p:nvPr/>
          </p:nvSpPr>
          <p:spPr>
            <a:xfrm>
              <a:off x="5148448" y="3052806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96" name="Google Shape;1745;p35">
              <a:extLst>
                <a:ext uri="{FF2B5EF4-FFF2-40B4-BE49-F238E27FC236}">
                  <a16:creationId xmlns:a16="http://schemas.microsoft.com/office/drawing/2014/main" id="{097F8BED-FEC9-6713-B18C-1BC290CA5752}"/>
                </a:ext>
              </a:extLst>
            </p:cNvPr>
            <p:cNvSpPr/>
            <p:nvPr/>
          </p:nvSpPr>
          <p:spPr>
            <a:xfrm>
              <a:off x="5148448" y="3138534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97" name="Google Shape;1746;p35">
              <a:extLst>
                <a:ext uri="{FF2B5EF4-FFF2-40B4-BE49-F238E27FC236}">
                  <a16:creationId xmlns:a16="http://schemas.microsoft.com/office/drawing/2014/main" id="{6B657D26-A3E7-DF10-D528-52A5D28B5553}"/>
                </a:ext>
              </a:extLst>
            </p:cNvPr>
            <p:cNvSpPr/>
            <p:nvPr/>
          </p:nvSpPr>
          <p:spPr>
            <a:xfrm>
              <a:off x="5148448" y="3224262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0"/>
                  </a:moveTo>
                  <a:lnTo>
                    <a:pt x="0" y="1488"/>
                  </a:lnTo>
                  <a:lnTo>
                    <a:pt x="298" y="1488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98" name="Google Shape;1747;p35">
              <a:extLst>
                <a:ext uri="{FF2B5EF4-FFF2-40B4-BE49-F238E27FC236}">
                  <a16:creationId xmlns:a16="http://schemas.microsoft.com/office/drawing/2014/main" id="{04CB0ACB-4C77-7418-4CB5-8A7F303EBC5E}"/>
                </a:ext>
              </a:extLst>
            </p:cNvPr>
            <p:cNvSpPr/>
            <p:nvPr/>
          </p:nvSpPr>
          <p:spPr>
            <a:xfrm>
              <a:off x="5148448" y="2967078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99" name="Google Shape;1748;p35">
              <a:extLst>
                <a:ext uri="{FF2B5EF4-FFF2-40B4-BE49-F238E27FC236}">
                  <a16:creationId xmlns:a16="http://schemas.microsoft.com/office/drawing/2014/main" id="{2481F726-8F83-D924-6AF0-89BD45DAB9E0}"/>
                </a:ext>
              </a:extLst>
            </p:cNvPr>
            <p:cNvSpPr/>
            <p:nvPr/>
          </p:nvSpPr>
          <p:spPr>
            <a:xfrm>
              <a:off x="5148448" y="3657830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100" name="Google Shape;1749;p35">
              <a:extLst>
                <a:ext uri="{FF2B5EF4-FFF2-40B4-BE49-F238E27FC236}">
                  <a16:creationId xmlns:a16="http://schemas.microsoft.com/office/drawing/2014/main" id="{EF699FFA-A0D1-B7D0-757C-5DD077828240}"/>
                </a:ext>
              </a:extLst>
            </p:cNvPr>
            <p:cNvSpPr/>
            <p:nvPr/>
          </p:nvSpPr>
          <p:spPr>
            <a:xfrm>
              <a:off x="5148448" y="3572102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101" name="Google Shape;1750;p35">
              <a:extLst>
                <a:ext uri="{FF2B5EF4-FFF2-40B4-BE49-F238E27FC236}">
                  <a16:creationId xmlns:a16="http://schemas.microsoft.com/office/drawing/2014/main" id="{FD3EE6D1-A02C-CB2B-EC6E-D83C84CC60B0}"/>
                </a:ext>
              </a:extLst>
            </p:cNvPr>
            <p:cNvSpPr/>
            <p:nvPr/>
          </p:nvSpPr>
          <p:spPr>
            <a:xfrm>
              <a:off x="5148448" y="3481414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102" name="Google Shape;1751;p35">
              <a:extLst>
                <a:ext uri="{FF2B5EF4-FFF2-40B4-BE49-F238E27FC236}">
                  <a16:creationId xmlns:a16="http://schemas.microsoft.com/office/drawing/2014/main" id="{D5F5930A-AAA8-4F9A-65E5-09B74C328945}"/>
                </a:ext>
              </a:extLst>
            </p:cNvPr>
            <p:cNvSpPr/>
            <p:nvPr/>
          </p:nvSpPr>
          <p:spPr>
            <a:xfrm>
              <a:off x="5148448" y="3395686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dirty="0"/>
            </a:p>
          </p:txBody>
        </p:sp>
        <p:sp>
          <p:nvSpPr>
            <p:cNvPr id="1103" name="Google Shape;1752;p35">
              <a:extLst>
                <a:ext uri="{FF2B5EF4-FFF2-40B4-BE49-F238E27FC236}">
                  <a16:creationId xmlns:a16="http://schemas.microsoft.com/office/drawing/2014/main" id="{9BD5075B-8931-7B7C-01FD-C5EDFE398DC4}"/>
                </a:ext>
              </a:extLst>
            </p:cNvPr>
            <p:cNvSpPr/>
            <p:nvPr/>
          </p:nvSpPr>
          <p:spPr>
            <a:xfrm>
              <a:off x="5148448" y="3309958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104" name="Google Shape;1753;p35">
              <a:extLst>
                <a:ext uri="{FF2B5EF4-FFF2-40B4-BE49-F238E27FC236}">
                  <a16:creationId xmlns:a16="http://schemas.microsoft.com/office/drawing/2014/main" id="{48B35169-0D00-8CEC-B7F9-C6EB59AACBF4}"/>
                </a:ext>
              </a:extLst>
            </p:cNvPr>
            <p:cNvSpPr/>
            <p:nvPr/>
          </p:nvSpPr>
          <p:spPr>
            <a:xfrm>
              <a:off x="5117952" y="3731750"/>
              <a:ext cx="66720" cy="66688"/>
            </a:xfrm>
            <a:custGeom>
              <a:avLst/>
              <a:gdLst/>
              <a:ahLst/>
              <a:cxnLst/>
              <a:rect l="l" t="t" r="r" b="b"/>
              <a:pathLst>
                <a:path w="2085" h="2084" extrusionOk="0">
                  <a:moveTo>
                    <a:pt x="1037" y="0"/>
                  </a:moveTo>
                  <a:cubicBezTo>
                    <a:pt x="465" y="0"/>
                    <a:pt x="1" y="464"/>
                    <a:pt x="1" y="1048"/>
                  </a:cubicBezTo>
                  <a:cubicBezTo>
                    <a:pt x="1" y="1619"/>
                    <a:pt x="465" y="2084"/>
                    <a:pt x="1037" y="2084"/>
                  </a:cubicBezTo>
                  <a:cubicBezTo>
                    <a:pt x="1620" y="2084"/>
                    <a:pt x="2084" y="1619"/>
                    <a:pt x="2084" y="1048"/>
                  </a:cubicBezTo>
                  <a:cubicBezTo>
                    <a:pt x="2084" y="464"/>
                    <a:pt x="1620" y="0"/>
                    <a:pt x="1037" y="0"/>
                  </a:cubicBez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grpSp>
        <p:nvGrpSpPr>
          <p:cNvPr id="1105" name="Google Shape;1743;p35">
            <a:extLst>
              <a:ext uri="{FF2B5EF4-FFF2-40B4-BE49-F238E27FC236}">
                <a16:creationId xmlns:a16="http://schemas.microsoft.com/office/drawing/2014/main" id="{613B2AFE-47F9-0CF9-DF41-C65C29B2470A}"/>
              </a:ext>
            </a:extLst>
          </p:cNvPr>
          <p:cNvGrpSpPr/>
          <p:nvPr/>
        </p:nvGrpSpPr>
        <p:grpSpPr>
          <a:xfrm>
            <a:off x="6023325" y="3937248"/>
            <a:ext cx="66720" cy="831360"/>
            <a:chOff x="5117952" y="2967078"/>
            <a:chExt cx="66720" cy="831360"/>
          </a:xfrm>
        </p:grpSpPr>
        <p:sp>
          <p:nvSpPr>
            <p:cNvPr id="1106" name="Google Shape;1744;p35">
              <a:extLst>
                <a:ext uri="{FF2B5EF4-FFF2-40B4-BE49-F238E27FC236}">
                  <a16:creationId xmlns:a16="http://schemas.microsoft.com/office/drawing/2014/main" id="{72F88C77-02B6-5CBC-FA64-BDC26636FE1F}"/>
                </a:ext>
              </a:extLst>
            </p:cNvPr>
            <p:cNvSpPr/>
            <p:nvPr/>
          </p:nvSpPr>
          <p:spPr>
            <a:xfrm>
              <a:off x="5148448" y="3052806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745;p35">
              <a:extLst>
                <a:ext uri="{FF2B5EF4-FFF2-40B4-BE49-F238E27FC236}">
                  <a16:creationId xmlns:a16="http://schemas.microsoft.com/office/drawing/2014/main" id="{884EDCC7-5F5C-12FA-CC73-B67C36447EBC}"/>
                </a:ext>
              </a:extLst>
            </p:cNvPr>
            <p:cNvSpPr/>
            <p:nvPr/>
          </p:nvSpPr>
          <p:spPr>
            <a:xfrm>
              <a:off x="5148448" y="3138534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746;p35">
              <a:extLst>
                <a:ext uri="{FF2B5EF4-FFF2-40B4-BE49-F238E27FC236}">
                  <a16:creationId xmlns:a16="http://schemas.microsoft.com/office/drawing/2014/main" id="{9A28FF84-626D-E253-1D20-8AC019132D97}"/>
                </a:ext>
              </a:extLst>
            </p:cNvPr>
            <p:cNvSpPr/>
            <p:nvPr/>
          </p:nvSpPr>
          <p:spPr>
            <a:xfrm>
              <a:off x="5148448" y="3224262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0"/>
                  </a:moveTo>
                  <a:lnTo>
                    <a:pt x="0" y="1488"/>
                  </a:lnTo>
                  <a:lnTo>
                    <a:pt x="298" y="1488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747;p35">
              <a:extLst>
                <a:ext uri="{FF2B5EF4-FFF2-40B4-BE49-F238E27FC236}">
                  <a16:creationId xmlns:a16="http://schemas.microsoft.com/office/drawing/2014/main" id="{292C8856-6C23-3745-1BE4-455BCA1D265A}"/>
                </a:ext>
              </a:extLst>
            </p:cNvPr>
            <p:cNvSpPr/>
            <p:nvPr/>
          </p:nvSpPr>
          <p:spPr>
            <a:xfrm>
              <a:off x="5148448" y="2967078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748;p35">
              <a:extLst>
                <a:ext uri="{FF2B5EF4-FFF2-40B4-BE49-F238E27FC236}">
                  <a16:creationId xmlns:a16="http://schemas.microsoft.com/office/drawing/2014/main" id="{923E8628-655F-30D5-519D-87C78C7AAF68}"/>
                </a:ext>
              </a:extLst>
            </p:cNvPr>
            <p:cNvSpPr/>
            <p:nvPr/>
          </p:nvSpPr>
          <p:spPr>
            <a:xfrm>
              <a:off x="5148448" y="3657830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749;p35">
              <a:extLst>
                <a:ext uri="{FF2B5EF4-FFF2-40B4-BE49-F238E27FC236}">
                  <a16:creationId xmlns:a16="http://schemas.microsoft.com/office/drawing/2014/main" id="{B965EF5A-566E-1559-15B8-D381D147DD09}"/>
                </a:ext>
              </a:extLst>
            </p:cNvPr>
            <p:cNvSpPr/>
            <p:nvPr/>
          </p:nvSpPr>
          <p:spPr>
            <a:xfrm>
              <a:off x="5148448" y="3572102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750;p35">
              <a:extLst>
                <a:ext uri="{FF2B5EF4-FFF2-40B4-BE49-F238E27FC236}">
                  <a16:creationId xmlns:a16="http://schemas.microsoft.com/office/drawing/2014/main" id="{BF51B292-665A-45E4-04D5-84E1642F39EB}"/>
                </a:ext>
              </a:extLst>
            </p:cNvPr>
            <p:cNvSpPr/>
            <p:nvPr/>
          </p:nvSpPr>
          <p:spPr>
            <a:xfrm>
              <a:off x="5148448" y="3481414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751;p35">
              <a:extLst>
                <a:ext uri="{FF2B5EF4-FFF2-40B4-BE49-F238E27FC236}">
                  <a16:creationId xmlns:a16="http://schemas.microsoft.com/office/drawing/2014/main" id="{2E648F72-480E-22D9-9BA9-935BAF4B19C3}"/>
                </a:ext>
              </a:extLst>
            </p:cNvPr>
            <p:cNvSpPr/>
            <p:nvPr/>
          </p:nvSpPr>
          <p:spPr>
            <a:xfrm>
              <a:off x="5148448" y="3395686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752;p35">
              <a:extLst>
                <a:ext uri="{FF2B5EF4-FFF2-40B4-BE49-F238E27FC236}">
                  <a16:creationId xmlns:a16="http://schemas.microsoft.com/office/drawing/2014/main" id="{B6801EEB-8685-205A-44D2-AFFAE4E961C5}"/>
                </a:ext>
              </a:extLst>
            </p:cNvPr>
            <p:cNvSpPr/>
            <p:nvPr/>
          </p:nvSpPr>
          <p:spPr>
            <a:xfrm>
              <a:off x="5148448" y="3309958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753;p35">
              <a:extLst>
                <a:ext uri="{FF2B5EF4-FFF2-40B4-BE49-F238E27FC236}">
                  <a16:creationId xmlns:a16="http://schemas.microsoft.com/office/drawing/2014/main" id="{5C356ACB-E6A0-115E-DBDE-802CC41B95A5}"/>
                </a:ext>
              </a:extLst>
            </p:cNvPr>
            <p:cNvSpPr/>
            <p:nvPr/>
          </p:nvSpPr>
          <p:spPr>
            <a:xfrm>
              <a:off x="5117952" y="3731750"/>
              <a:ext cx="66720" cy="66688"/>
            </a:xfrm>
            <a:custGeom>
              <a:avLst/>
              <a:gdLst/>
              <a:ahLst/>
              <a:cxnLst/>
              <a:rect l="l" t="t" r="r" b="b"/>
              <a:pathLst>
                <a:path w="2085" h="2084" extrusionOk="0">
                  <a:moveTo>
                    <a:pt x="1037" y="0"/>
                  </a:moveTo>
                  <a:cubicBezTo>
                    <a:pt x="465" y="0"/>
                    <a:pt x="1" y="464"/>
                    <a:pt x="1" y="1048"/>
                  </a:cubicBezTo>
                  <a:cubicBezTo>
                    <a:pt x="1" y="1619"/>
                    <a:pt x="465" y="2084"/>
                    <a:pt x="1037" y="2084"/>
                  </a:cubicBezTo>
                  <a:cubicBezTo>
                    <a:pt x="1620" y="2084"/>
                    <a:pt x="2084" y="1619"/>
                    <a:pt x="2084" y="1048"/>
                  </a:cubicBezTo>
                  <a:cubicBezTo>
                    <a:pt x="2084" y="464"/>
                    <a:pt x="1620" y="0"/>
                    <a:pt x="1037" y="0"/>
                  </a:cubicBez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6" name="Google Shape;1827;p35">
            <a:extLst>
              <a:ext uri="{FF2B5EF4-FFF2-40B4-BE49-F238E27FC236}">
                <a16:creationId xmlns:a16="http://schemas.microsoft.com/office/drawing/2014/main" id="{4ED83D83-02B9-319B-1919-BECA1D516EE3}"/>
              </a:ext>
            </a:extLst>
          </p:cNvPr>
          <p:cNvSpPr txBox="1"/>
          <p:nvPr/>
        </p:nvSpPr>
        <p:spPr>
          <a:xfrm>
            <a:off x="1345722" y="4680189"/>
            <a:ext cx="2360851" cy="7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1" algn="ctr"/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</a:rPr>
              <a:t>Intelligent platform that provides traceability metrics and supports compliance aspects</a:t>
            </a:r>
          </a:p>
        </p:txBody>
      </p:sp>
      <p:sp>
        <p:nvSpPr>
          <p:cNvPr id="1117" name="Google Shape;1827;p35">
            <a:extLst>
              <a:ext uri="{FF2B5EF4-FFF2-40B4-BE49-F238E27FC236}">
                <a16:creationId xmlns:a16="http://schemas.microsoft.com/office/drawing/2014/main" id="{602080DD-FFC2-9ACC-49D3-D79300175985}"/>
              </a:ext>
            </a:extLst>
          </p:cNvPr>
          <p:cNvSpPr txBox="1"/>
          <p:nvPr/>
        </p:nvSpPr>
        <p:spPr>
          <a:xfrm>
            <a:off x="3111300" y="1415360"/>
            <a:ext cx="2196191" cy="1159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1" algn="ctr"/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</a:rPr>
              <a:t>Complete Services and MS migration into Script-Less Framework</a:t>
            </a:r>
          </a:p>
          <a:p>
            <a:pPr lvl="1" algn="ctr"/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lvl="1" algn="ctr"/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</a:rPr>
              <a:t>CI/CD integration of Script-Less Framework</a:t>
            </a:r>
          </a:p>
          <a:p>
            <a:pPr lvl="1" algn="ctr"/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lvl="1" algn="ctr"/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</a:rPr>
              <a:t>Start Pega campaign  automation </a:t>
            </a:r>
          </a:p>
        </p:txBody>
      </p:sp>
      <p:sp>
        <p:nvSpPr>
          <p:cNvPr id="1118" name="Google Shape;1847;p35">
            <a:extLst>
              <a:ext uri="{FF2B5EF4-FFF2-40B4-BE49-F238E27FC236}">
                <a16:creationId xmlns:a16="http://schemas.microsoft.com/office/drawing/2014/main" id="{4E6A32A2-5B25-BBFD-538E-5DAEEC593748}"/>
              </a:ext>
            </a:extLst>
          </p:cNvPr>
          <p:cNvSpPr txBox="1"/>
          <p:nvPr/>
        </p:nvSpPr>
        <p:spPr>
          <a:xfrm>
            <a:off x="5350214" y="4684357"/>
            <a:ext cx="1712733" cy="1338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</a:rPr>
              <a:t>Automated test data management (</a:t>
            </a:r>
            <a:r>
              <a:rPr lang="en-US" sz="800" dirty="0" err="1">
                <a:latin typeface="Roboto" panose="02000000000000000000" pitchFamily="2" charset="0"/>
                <a:ea typeface="Roboto" panose="02000000000000000000" pitchFamily="2" charset="0"/>
              </a:rPr>
              <a:t>GenRocket</a:t>
            </a:r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  <a:p>
            <a:pPr algn="ctr"/>
            <a:endParaRPr lang="en-US" sz="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</a:rPr>
              <a:t>Enable Functional testers on Script-Less Framework</a:t>
            </a:r>
          </a:p>
        </p:txBody>
      </p:sp>
      <p:sp>
        <p:nvSpPr>
          <p:cNvPr id="1119" name="Google Shape;1131;p27">
            <a:extLst>
              <a:ext uri="{FF2B5EF4-FFF2-40B4-BE49-F238E27FC236}">
                <a16:creationId xmlns:a16="http://schemas.microsoft.com/office/drawing/2014/main" id="{43F2E0A6-0B01-F8C2-090E-5E0AD1FA5457}"/>
              </a:ext>
            </a:extLst>
          </p:cNvPr>
          <p:cNvSpPr/>
          <p:nvPr/>
        </p:nvSpPr>
        <p:spPr>
          <a:xfrm>
            <a:off x="6037683" y="1316280"/>
            <a:ext cx="95990" cy="202040"/>
          </a:xfrm>
          <a:custGeom>
            <a:avLst/>
            <a:gdLst/>
            <a:ahLst/>
            <a:cxnLst/>
            <a:rect l="l" t="t" r="r" b="b"/>
            <a:pathLst>
              <a:path w="3406" h="7169" extrusionOk="0">
                <a:moveTo>
                  <a:pt x="1382" y="1156"/>
                </a:moveTo>
                <a:lnTo>
                  <a:pt x="1382" y="3227"/>
                </a:lnTo>
                <a:cubicBezTo>
                  <a:pt x="941" y="3084"/>
                  <a:pt x="620" y="2680"/>
                  <a:pt x="620" y="2191"/>
                </a:cubicBezTo>
                <a:cubicBezTo>
                  <a:pt x="620" y="1703"/>
                  <a:pt x="941" y="1286"/>
                  <a:pt x="1382" y="1156"/>
                </a:cubicBezTo>
                <a:close/>
                <a:moveTo>
                  <a:pt x="2025" y="3942"/>
                </a:moveTo>
                <a:cubicBezTo>
                  <a:pt x="2465" y="4084"/>
                  <a:pt x="2787" y="4489"/>
                  <a:pt x="2787" y="4977"/>
                </a:cubicBezTo>
                <a:cubicBezTo>
                  <a:pt x="2787" y="5466"/>
                  <a:pt x="2465" y="5870"/>
                  <a:pt x="2025" y="6013"/>
                </a:cubicBezTo>
                <a:lnTo>
                  <a:pt x="2025" y="3942"/>
                </a:lnTo>
                <a:close/>
                <a:moveTo>
                  <a:pt x="1703" y="1"/>
                </a:moveTo>
                <a:cubicBezTo>
                  <a:pt x="1525" y="1"/>
                  <a:pt x="1382" y="155"/>
                  <a:pt x="1382" y="322"/>
                </a:cubicBezTo>
                <a:lnTo>
                  <a:pt x="1382" y="513"/>
                </a:lnTo>
                <a:cubicBezTo>
                  <a:pt x="596" y="667"/>
                  <a:pt x="1" y="1358"/>
                  <a:pt x="1" y="2191"/>
                </a:cubicBezTo>
                <a:cubicBezTo>
                  <a:pt x="1" y="3025"/>
                  <a:pt x="596" y="3715"/>
                  <a:pt x="1382" y="3858"/>
                </a:cubicBezTo>
                <a:lnTo>
                  <a:pt x="1382" y="6013"/>
                </a:lnTo>
                <a:cubicBezTo>
                  <a:pt x="941" y="5870"/>
                  <a:pt x="620" y="5466"/>
                  <a:pt x="620" y="4977"/>
                </a:cubicBezTo>
                <a:cubicBezTo>
                  <a:pt x="620" y="4811"/>
                  <a:pt x="477" y="4668"/>
                  <a:pt x="310" y="4668"/>
                </a:cubicBezTo>
                <a:cubicBezTo>
                  <a:pt x="132" y="4668"/>
                  <a:pt x="1" y="4811"/>
                  <a:pt x="1" y="4977"/>
                </a:cubicBezTo>
                <a:cubicBezTo>
                  <a:pt x="1" y="5811"/>
                  <a:pt x="596" y="6501"/>
                  <a:pt x="1382" y="6656"/>
                </a:cubicBezTo>
                <a:lnTo>
                  <a:pt x="1382" y="6835"/>
                </a:lnTo>
                <a:cubicBezTo>
                  <a:pt x="1382" y="7013"/>
                  <a:pt x="1525" y="7168"/>
                  <a:pt x="1703" y="7168"/>
                </a:cubicBezTo>
                <a:cubicBezTo>
                  <a:pt x="1882" y="7168"/>
                  <a:pt x="2025" y="7013"/>
                  <a:pt x="2025" y="6835"/>
                </a:cubicBezTo>
                <a:lnTo>
                  <a:pt x="2025" y="6656"/>
                </a:lnTo>
                <a:cubicBezTo>
                  <a:pt x="2811" y="6501"/>
                  <a:pt x="3406" y="5811"/>
                  <a:pt x="3406" y="4977"/>
                </a:cubicBezTo>
                <a:cubicBezTo>
                  <a:pt x="3406" y="4144"/>
                  <a:pt x="2811" y="3453"/>
                  <a:pt x="2025" y="3299"/>
                </a:cubicBezTo>
                <a:lnTo>
                  <a:pt x="2025" y="1156"/>
                </a:lnTo>
                <a:cubicBezTo>
                  <a:pt x="2465" y="1298"/>
                  <a:pt x="2787" y="1703"/>
                  <a:pt x="2787" y="2191"/>
                </a:cubicBezTo>
                <a:cubicBezTo>
                  <a:pt x="2787" y="2358"/>
                  <a:pt x="2918" y="2501"/>
                  <a:pt x="3096" y="2501"/>
                </a:cubicBezTo>
                <a:cubicBezTo>
                  <a:pt x="3263" y="2501"/>
                  <a:pt x="3406" y="2358"/>
                  <a:pt x="3406" y="2191"/>
                </a:cubicBezTo>
                <a:cubicBezTo>
                  <a:pt x="3406" y="1358"/>
                  <a:pt x="2811" y="667"/>
                  <a:pt x="2025" y="513"/>
                </a:cubicBezTo>
                <a:lnTo>
                  <a:pt x="2025" y="322"/>
                </a:lnTo>
                <a:cubicBezTo>
                  <a:pt x="2025" y="155"/>
                  <a:pt x="1882" y="1"/>
                  <a:pt x="1703" y="1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65;p27">
            <a:extLst>
              <a:ext uri="{FF2B5EF4-FFF2-40B4-BE49-F238E27FC236}">
                <a16:creationId xmlns:a16="http://schemas.microsoft.com/office/drawing/2014/main" id="{AE9354EF-8F49-EB16-5392-A53489E45A1F}"/>
              </a:ext>
            </a:extLst>
          </p:cNvPr>
          <p:cNvSpPr/>
          <p:nvPr/>
        </p:nvSpPr>
        <p:spPr>
          <a:xfrm>
            <a:off x="4319873" y="2352405"/>
            <a:ext cx="37595" cy="46332"/>
          </a:xfrm>
          <a:custGeom>
            <a:avLst/>
            <a:gdLst/>
            <a:ahLst/>
            <a:cxnLst/>
            <a:rect l="l" t="t" r="r" b="b"/>
            <a:pathLst>
              <a:path w="1334" h="1644" extrusionOk="0">
                <a:moveTo>
                  <a:pt x="0" y="1"/>
                </a:moveTo>
                <a:lnTo>
                  <a:pt x="0" y="1644"/>
                </a:lnTo>
                <a:lnTo>
                  <a:pt x="1334" y="1644"/>
                </a:lnTo>
                <a:lnTo>
                  <a:pt x="13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780;p35">
            <a:extLst>
              <a:ext uri="{FF2B5EF4-FFF2-40B4-BE49-F238E27FC236}">
                <a16:creationId xmlns:a16="http://schemas.microsoft.com/office/drawing/2014/main" id="{0EB1BE18-7B8C-EFA1-2AFD-A9760E32D536}"/>
              </a:ext>
            </a:extLst>
          </p:cNvPr>
          <p:cNvSpPr txBox="1"/>
          <p:nvPr/>
        </p:nvSpPr>
        <p:spPr>
          <a:xfrm>
            <a:off x="6853235" y="2254305"/>
            <a:ext cx="1915565" cy="532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1"/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</a:rPr>
              <a:t>Support daily releases*</a:t>
            </a:r>
          </a:p>
        </p:txBody>
      </p:sp>
      <p:sp>
        <p:nvSpPr>
          <p:cNvPr id="1122" name="Google Shape;1873;p35">
            <a:extLst>
              <a:ext uri="{FF2B5EF4-FFF2-40B4-BE49-F238E27FC236}">
                <a16:creationId xmlns:a16="http://schemas.microsoft.com/office/drawing/2014/main" id="{B069825D-0B9B-DFB8-9096-FCFA8AD46263}"/>
              </a:ext>
            </a:extLst>
          </p:cNvPr>
          <p:cNvSpPr txBox="1"/>
          <p:nvPr/>
        </p:nvSpPr>
        <p:spPr>
          <a:xfrm>
            <a:off x="10504577" y="2247756"/>
            <a:ext cx="1489932" cy="714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" sz="8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Next Generation Automation (AI/ML) </a:t>
            </a:r>
          </a:p>
          <a:p>
            <a:pPr algn="ctr"/>
            <a:endParaRPr sz="800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</p:txBody>
      </p:sp>
      <p:grpSp>
        <p:nvGrpSpPr>
          <p:cNvPr id="1123" name="Google Shape;1806;p35">
            <a:extLst>
              <a:ext uri="{FF2B5EF4-FFF2-40B4-BE49-F238E27FC236}">
                <a16:creationId xmlns:a16="http://schemas.microsoft.com/office/drawing/2014/main" id="{6564C55F-BA94-50D2-E282-FD25D371091D}"/>
              </a:ext>
            </a:extLst>
          </p:cNvPr>
          <p:cNvGrpSpPr/>
          <p:nvPr/>
        </p:nvGrpSpPr>
        <p:grpSpPr>
          <a:xfrm rot="10800000">
            <a:off x="6003960" y="2678429"/>
            <a:ext cx="66720" cy="831360"/>
            <a:chOff x="5117952" y="2967078"/>
            <a:chExt cx="66720" cy="831360"/>
          </a:xfrm>
        </p:grpSpPr>
        <p:sp>
          <p:nvSpPr>
            <p:cNvPr id="1124" name="Google Shape;1807;p35">
              <a:extLst>
                <a:ext uri="{FF2B5EF4-FFF2-40B4-BE49-F238E27FC236}">
                  <a16:creationId xmlns:a16="http://schemas.microsoft.com/office/drawing/2014/main" id="{6F876786-B273-B8B4-0F86-38FAEA410BAF}"/>
                </a:ext>
              </a:extLst>
            </p:cNvPr>
            <p:cNvSpPr/>
            <p:nvPr/>
          </p:nvSpPr>
          <p:spPr>
            <a:xfrm>
              <a:off x="5148448" y="3052806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808;p35">
              <a:extLst>
                <a:ext uri="{FF2B5EF4-FFF2-40B4-BE49-F238E27FC236}">
                  <a16:creationId xmlns:a16="http://schemas.microsoft.com/office/drawing/2014/main" id="{EDC0DD98-B46E-7EA3-9872-D81810027C8D}"/>
                </a:ext>
              </a:extLst>
            </p:cNvPr>
            <p:cNvSpPr/>
            <p:nvPr/>
          </p:nvSpPr>
          <p:spPr>
            <a:xfrm>
              <a:off x="5148448" y="3138534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809;p35">
              <a:extLst>
                <a:ext uri="{FF2B5EF4-FFF2-40B4-BE49-F238E27FC236}">
                  <a16:creationId xmlns:a16="http://schemas.microsoft.com/office/drawing/2014/main" id="{542ECE65-6742-7ECB-DDB4-48554BC8018A}"/>
                </a:ext>
              </a:extLst>
            </p:cNvPr>
            <p:cNvSpPr/>
            <p:nvPr/>
          </p:nvSpPr>
          <p:spPr>
            <a:xfrm>
              <a:off x="5148448" y="3224262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0"/>
                  </a:moveTo>
                  <a:lnTo>
                    <a:pt x="0" y="1488"/>
                  </a:lnTo>
                  <a:lnTo>
                    <a:pt x="298" y="1488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810;p35">
              <a:extLst>
                <a:ext uri="{FF2B5EF4-FFF2-40B4-BE49-F238E27FC236}">
                  <a16:creationId xmlns:a16="http://schemas.microsoft.com/office/drawing/2014/main" id="{B5141896-53F5-C13E-D957-5ECBDE985A37}"/>
                </a:ext>
              </a:extLst>
            </p:cNvPr>
            <p:cNvSpPr/>
            <p:nvPr/>
          </p:nvSpPr>
          <p:spPr>
            <a:xfrm>
              <a:off x="5148448" y="2967078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811;p35">
              <a:extLst>
                <a:ext uri="{FF2B5EF4-FFF2-40B4-BE49-F238E27FC236}">
                  <a16:creationId xmlns:a16="http://schemas.microsoft.com/office/drawing/2014/main" id="{272614A7-3DDF-6BCA-F6F9-8C268BE97A8A}"/>
                </a:ext>
              </a:extLst>
            </p:cNvPr>
            <p:cNvSpPr/>
            <p:nvPr/>
          </p:nvSpPr>
          <p:spPr>
            <a:xfrm>
              <a:off x="5148448" y="3657830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812;p35">
              <a:extLst>
                <a:ext uri="{FF2B5EF4-FFF2-40B4-BE49-F238E27FC236}">
                  <a16:creationId xmlns:a16="http://schemas.microsoft.com/office/drawing/2014/main" id="{D60204E8-2EFB-E08F-9399-AA43C9BD86C2}"/>
                </a:ext>
              </a:extLst>
            </p:cNvPr>
            <p:cNvSpPr/>
            <p:nvPr/>
          </p:nvSpPr>
          <p:spPr>
            <a:xfrm>
              <a:off x="5148448" y="3572102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813;p35">
              <a:extLst>
                <a:ext uri="{FF2B5EF4-FFF2-40B4-BE49-F238E27FC236}">
                  <a16:creationId xmlns:a16="http://schemas.microsoft.com/office/drawing/2014/main" id="{A3AA3560-D78D-BB64-F653-0C018EF3079E}"/>
                </a:ext>
              </a:extLst>
            </p:cNvPr>
            <p:cNvSpPr/>
            <p:nvPr/>
          </p:nvSpPr>
          <p:spPr>
            <a:xfrm>
              <a:off x="5148448" y="3481414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1" name="Google Shape;1814;p35">
              <a:extLst>
                <a:ext uri="{FF2B5EF4-FFF2-40B4-BE49-F238E27FC236}">
                  <a16:creationId xmlns:a16="http://schemas.microsoft.com/office/drawing/2014/main" id="{1694011D-CB93-D1E6-5851-0EF18752C559}"/>
                </a:ext>
              </a:extLst>
            </p:cNvPr>
            <p:cNvSpPr/>
            <p:nvPr/>
          </p:nvSpPr>
          <p:spPr>
            <a:xfrm>
              <a:off x="5148448" y="3395686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815;p35">
              <a:extLst>
                <a:ext uri="{FF2B5EF4-FFF2-40B4-BE49-F238E27FC236}">
                  <a16:creationId xmlns:a16="http://schemas.microsoft.com/office/drawing/2014/main" id="{DA394954-77BC-AA20-D44F-C9DB2D1BD627}"/>
                </a:ext>
              </a:extLst>
            </p:cNvPr>
            <p:cNvSpPr/>
            <p:nvPr/>
          </p:nvSpPr>
          <p:spPr>
            <a:xfrm>
              <a:off x="5148448" y="3309958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3" name="Google Shape;1816;p35">
              <a:extLst>
                <a:ext uri="{FF2B5EF4-FFF2-40B4-BE49-F238E27FC236}">
                  <a16:creationId xmlns:a16="http://schemas.microsoft.com/office/drawing/2014/main" id="{D73DA36E-F653-D161-B80F-CEB3FC4858F7}"/>
                </a:ext>
              </a:extLst>
            </p:cNvPr>
            <p:cNvSpPr/>
            <p:nvPr/>
          </p:nvSpPr>
          <p:spPr>
            <a:xfrm>
              <a:off x="5117952" y="3731750"/>
              <a:ext cx="66720" cy="66688"/>
            </a:xfrm>
            <a:custGeom>
              <a:avLst/>
              <a:gdLst/>
              <a:ahLst/>
              <a:cxnLst/>
              <a:rect l="l" t="t" r="r" b="b"/>
              <a:pathLst>
                <a:path w="2085" h="2084" extrusionOk="0">
                  <a:moveTo>
                    <a:pt x="1037" y="0"/>
                  </a:moveTo>
                  <a:cubicBezTo>
                    <a:pt x="465" y="0"/>
                    <a:pt x="1" y="464"/>
                    <a:pt x="1" y="1048"/>
                  </a:cubicBezTo>
                  <a:cubicBezTo>
                    <a:pt x="1" y="1619"/>
                    <a:pt x="465" y="2084"/>
                    <a:pt x="1037" y="2084"/>
                  </a:cubicBezTo>
                  <a:cubicBezTo>
                    <a:pt x="1620" y="2084"/>
                    <a:pt x="2084" y="1619"/>
                    <a:pt x="2084" y="1048"/>
                  </a:cubicBezTo>
                  <a:cubicBezTo>
                    <a:pt x="2084" y="464"/>
                    <a:pt x="1620" y="0"/>
                    <a:pt x="1037" y="0"/>
                  </a:cubicBez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34" name="Google Shape;1847;p35">
            <a:extLst>
              <a:ext uri="{FF2B5EF4-FFF2-40B4-BE49-F238E27FC236}">
                <a16:creationId xmlns:a16="http://schemas.microsoft.com/office/drawing/2014/main" id="{167A29A2-DCEB-70C1-7DB8-C679C163D1E4}"/>
              </a:ext>
            </a:extLst>
          </p:cNvPr>
          <p:cNvSpPr txBox="1"/>
          <p:nvPr/>
        </p:nvSpPr>
        <p:spPr>
          <a:xfrm>
            <a:off x="9005473" y="4595453"/>
            <a:ext cx="1390533" cy="468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</a:rPr>
              <a:t>Increase automation coverage using functional testers</a:t>
            </a:r>
          </a:p>
        </p:txBody>
      </p:sp>
      <p:grpSp>
        <p:nvGrpSpPr>
          <p:cNvPr id="1135" name="Google Shape;1828;p35">
            <a:extLst>
              <a:ext uri="{FF2B5EF4-FFF2-40B4-BE49-F238E27FC236}">
                <a16:creationId xmlns:a16="http://schemas.microsoft.com/office/drawing/2014/main" id="{91F15138-F2AA-80D9-1582-E0DDCD18FC4B}"/>
              </a:ext>
            </a:extLst>
          </p:cNvPr>
          <p:cNvGrpSpPr/>
          <p:nvPr/>
        </p:nvGrpSpPr>
        <p:grpSpPr>
          <a:xfrm>
            <a:off x="25345" y="2247756"/>
            <a:ext cx="1802817" cy="1712097"/>
            <a:chOff x="3290435" y="1649940"/>
            <a:chExt cx="1352113" cy="1284078"/>
          </a:xfrm>
        </p:grpSpPr>
        <p:grpSp>
          <p:nvGrpSpPr>
            <p:cNvPr id="1136" name="Google Shape;1829;p35">
              <a:extLst>
                <a:ext uri="{FF2B5EF4-FFF2-40B4-BE49-F238E27FC236}">
                  <a16:creationId xmlns:a16="http://schemas.microsoft.com/office/drawing/2014/main" id="{CC9789F0-0734-BC5C-A58F-C7AF1FEA87D4}"/>
                </a:ext>
              </a:extLst>
            </p:cNvPr>
            <p:cNvGrpSpPr/>
            <p:nvPr/>
          </p:nvGrpSpPr>
          <p:grpSpPr>
            <a:xfrm rot="10800000">
              <a:off x="3915536" y="2635598"/>
              <a:ext cx="9536" cy="214528"/>
              <a:chOff x="5148448" y="2967078"/>
              <a:chExt cx="9536" cy="214528"/>
            </a:xfrm>
          </p:grpSpPr>
          <p:sp>
            <p:nvSpPr>
              <p:cNvPr id="1140" name="Google Shape;1830;p35">
                <a:extLst>
                  <a:ext uri="{FF2B5EF4-FFF2-40B4-BE49-F238E27FC236}">
                    <a16:creationId xmlns:a16="http://schemas.microsoft.com/office/drawing/2014/main" id="{42302518-5888-CAFC-5165-485CFC5F3E97}"/>
                  </a:ext>
                </a:extLst>
              </p:cNvPr>
              <p:cNvSpPr/>
              <p:nvPr/>
            </p:nvSpPr>
            <p:spPr>
              <a:xfrm>
                <a:off x="5148448" y="3052806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41" name="Google Shape;1831;p35">
                <a:extLst>
                  <a:ext uri="{FF2B5EF4-FFF2-40B4-BE49-F238E27FC236}">
                    <a16:creationId xmlns:a16="http://schemas.microsoft.com/office/drawing/2014/main" id="{4B4E0EAE-20F2-9D18-B378-03840263CDEB}"/>
                  </a:ext>
                </a:extLst>
              </p:cNvPr>
              <p:cNvSpPr/>
              <p:nvPr/>
            </p:nvSpPr>
            <p:spPr>
              <a:xfrm>
                <a:off x="5148448" y="3138534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142" name="Google Shape;1833;p35">
                <a:extLst>
                  <a:ext uri="{FF2B5EF4-FFF2-40B4-BE49-F238E27FC236}">
                    <a16:creationId xmlns:a16="http://schemas.microsoft.com/office/drawing/2014/main" id="{B112766B-F38D-F1AD-7892-C33B9770916E}"/>
                  </a:ext>
                </a:extLst>
              </p:cNvPr>
              <p:cNvSpPr/>
              <p:nvPr/>
            </p:nvSpPr>
            <p:spPr>
              <a:xfrm>
                <a:off x="5148448" y="2967078"/>
                <a:ext cx="9536" cy="43072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346" extrusionOk="0">
                    <a:moveTo>
                      <a:pt x="0" y="0"/>
                    </a:moveTo>
                    <a:lnTo>
                      <a:pt x="0" y="1346"/>
                    </a:lnTo>
                    <a:lnTo>
                      <a:pt x="298" y="1346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64646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137" name="Google Shape;1840;p35">
              <a:extLst>
                <a:ext uri="{FF2B5EF4-FFF2-40B4-BE49-F238E27FC236}">
                  <a16:creationId xmlns:a16="http://schemas.microsoft.com/office/drawing/2014/main" id="{4177674E-C715-4F91-2913-81597954E0D0}"/>
                </a:ext>
              </a:extLst>
            </p:cNvPr>
            <p:cNvSpPr/>
            <p:nvPr/>
          </p:nvSpPr>
          <p:spPr>
            <a:xfrm>
              <a:off x="3914752" y="2587999"/>
              <a:ext cx="14528" cy="43072"/>
            </a:xfrm>
            <a:custGeom>
              <a:avLst/>
              <a:gdLst/>
              <a:ahLst/>
              <a:cxnLst/>
              <a:rect l="l" t="t" r="r" b="b"/>
              <a:pathLst>
                <a:path w="454" h="1346" extrusionOk="0">
                  <a:moveTo>
                    <a:pt x="1" y="0"/>
                  </a:moveTo>
                  <a:lnTo>
                    <a:pt x="1" y="1346"/>
                  </a:lnTo>
                  <a:lnTo>
                    <a:pt x="453" y="1346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8" name="Google Shape;1841;p35">
              <a:extLst>
                <a:ext uri="{FF2B5EF4-FFF2-40B4-BE49-F238E27FC236}">
                  <a16:creationId xmlns:a16="http://schemas.microsoft.com/office/drawing/2014/main" id="{FD9E5C7B-919E-835B-A291-A720C5BEF31B}"/>
                </a:ext>
              </a:extLst>
            </p:cNvPr>
            <p:cNvSpPr/>
            <p:nvPr/>
          </p:nvSpPr>
          <p:spPr>
            <a:xfrm>
              <a:off x="3327271" y="2581954"/>
              <a:ext cx="1263040" cy="352064"/>
            </a:xfrm>
            <a:custGeom>
              <a:avLst/>
              <a:gdLst/>
              <a:ahLst/>
              <a:cxnLst/>
              <a:rect l="l" t="t" r="r" b="b"/>
              <a:pathLst>
                <a:path w="39470" h="11002" extrusionOk="0">
                  <a:moveTo>
                    <a:pt x="1227" y="1"/>
                  </a:moveTo>
                  <a:cubicBezTo>
                    <a:pt x="465" y="1"/>
                    <a:pt x="0" y="858"/>
                    <a:pt x="417" y="1501"/>
                  </a:cubicBezTo>
                  <a:lnTo>
                    <a:pt x="6358" y="10561"/>
                  </a:lnTo>
                  <a:cubicBezTo>
                    <a:pt x="6537" y="10835"/>
                    <a:pt x="6846" y="11002"/>
                    <a:pt x="7168" y="11002"/>
                  </a:cubicBezTo>
                  <a:lnTo>
                    <a:pt x="38231" y="11002"/>
                  </a:lnTo>
                  <a:cubicBezTo>
                    <a:pt x="39005" y="11002"/>
                    <a:pt x="39470" y="10145"/>
                    <a:pt x="39041" y="9502"/>
                  </a:cubicBezTo>
                  <a:lnTo>
                    <a:pt x="33112" y="441"/>
                  </a:lnTo>
                  <a:cubicBezTo>
                    <a:pt x="32933" y="167"/>
                    <a:pt x="32623" y="1"/>
                    <a:pt x="3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-US" sz="1400" b="1" dirty="0">
                  <a:latin typeface="Fira Sans Extra Condensed Medium"/>
                  <a:sym typeface="Fira Sans Extra Condensed Medium"/>
                </a:rPr>
                <a:t>2021 Q4</a:t>
              </a:r>
              <a:endParaRPr sz="1400" b="1" dirty="0">
                <a:latin typeface="Fira Sans Extra Condensed Medium"/>
                <a:sym typeface="Fira Sans Extra Condensed Medium"/>
              </a:endParaRPr>
            </a:p>
          </p:txBody>
        </p:sp>
        <p:sp>
          <p:nvSpPr>
            <p:cNvPr id="1139" name="Google Shape;1847;p35">
              <a:extLst>
                <a:ext uri="{FF2B5EF4-FFF2-40B4-BE49-F238E27FC236}">
                  <a16:creationId xmlns:a16="http://schemas.microsoft.com/office/drawing/2014/main" id="{C7B4DA95-867A-0C5F-D2F6-BD3510970647}"/>
                </a:ext>
              </a:extLst>
            </p:cNvPr>
            <p:cNvSpPr txBox="1"/>
            <p:nvPr/>
          </p:nvSpPr>
          <p:spPr>
            <a:xfrm>
              <a:off x="3290435" y="1649940"/>
              <a:ext cx="1352113" cy="7875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en-US" sz="900" b="1" dirty="0">
                  <a:latin typeface="Roboto" panose="02000000000000000000" pitchFamily="2" charset="0"/>
                  <a:ea typeface="Roboto" panose="02000000000000000000" pitchFamily="2" charset="0"/>
                </a:rPr>
                <a:t>Pilot Project (611611) </a:t>
              </a:r>
            </a:p>
          </p:txBody>
        </p:sp>
      </p:grpSp>
      <p:grpSp>
        <p:nvGrpSpPr>
          <p:cNvPr id="1143" name="Google Shape;1743;p35">
            <a:extLst>
              <a:ext uri="{FF2B5EF4-FFF2-40B4-BE49-F238E27FC236}">
                <a16:creationId xmlns:a16="http://schemas.microsoft.com/office/drawing/2014/main" id="{9FA4E8F5-70CB-1E22-1954-85E5A0A8E771}"/>
              </a:ext>
            </a:extLst>
          </p:cNvPr>
          <p:cNvGrpSpPr/>
          <p:nvPr/>
        </p:nvGrpSpPr>
        <p:grpSpPr>
          <a:xfrm>
            <a:off x="820097" y="3945293"/>
            <a:ext cx="66720" cy="831360"/>
            <a:chOff x="5117952" y="2967078"/>
            <a:chExt cx="66720" cy="831360"/>
          </a:xfrm>
        </p:grpSpPr>
        <p:sp>
          <p:nvSpPr>
            <p:cNvPr id="1144" name="Google Shape;1744;p35">
              <a:extLst>
                <a:ext uri="{FF2B5EF4-FFF2-40B4-BE49-F238E27FC236}">
                  <a16:creationId xmlns:a16="http://schemas.microsoft.com/office/drawing/2014/main" id="{5018DF60-86B0-6635-3795-C7864FA58E57}"/>
                </a:ext>
              </a:extLst>
            </p:cNvPr>
            <p:cNvSpPr/>
            <p:nvPr/>
          </p:nvSpPr>
          <p:spPr>
            <a:xfrm>
              <a:off x="5148448" y="3052806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745;p35">
              <a:extLst>
                <a:ext uri="{FF2B5EF4-FFF2-40B4-BE49-F238E27FC236}">
                  <a16:creationId xmlns:a16="http://schemas.microsoft.com/office/drawing/2014/main" id="{BB3E31F3-DC1C-0A78-24C1-CDC53C81C468}"/>
                </a:ext>
              </a:extLst>
            </p:cNvPr>
            <p:cNvSpPr/>
            <p:nvPr/>
          </p:nvSpPr>
          <p:spPr>
            <a:xfrm>
              <a:off x="5148448" y="3138534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746;p35">
              <a:extLst>
                <a:ext uri="{FF2B5EF4-FFF2-40B4-BE49-F238E27FC236}">
                  <a16:creationId xmlns:a16="http://schemas.microsoft.com/office/drawing/2014/main" id="{5386FEAC-2F9D-1E9B-A81A-B42FC233ED0F}"/>
                </a:ext>
              </a:extLst>
            </p:cNvPr>
            <p:cNvSpPr/>
            <p:nvPr/>
          </p:nvSpPr>
          <p:spPr>
            <a:xfrm>
              <a:off x="5148448" y="3224262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0"/>
                  </a:moveTo>
                  <a:lnTo>
                    <a:pt x="0" y="1488"/>
                  </a:lnTo>
                  <a:lnTo>
                    <a:pt x="298" y="1488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747;p35">
              <a:extLst>
                <a:ext uri="{FF2B5EF4-FFF2-40B4-BE49-F238E27FC236}">
                  <a16:creationId xmlns:a16="http://schemas.microsoft.com/office/drawing/2014/main" id="{6260EDEB-44C2-47E9-7E84-D1CE88DC8DB9}"/>
                </a:ext>
              </a:extLst>
            </p:cNvPr>
            <p:cNvSpPr/>
            <p:nvPr/>
          </p:nvSpPr>
          <p:spPr>
            <a:xfrm>
              <a:off x="5148448" y="2967078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748;p35">
              <a:extLst>
                <a:ext uri="{FF2B5EF4-FFF2-40B4-BE49-F238E27FC236}">
                  <a16:creationId xmlns:a16="http://schemas.microsoft.com/office/drawing/2014/main" id="{15F5AFFE-96FC-F726-B43F-29583D90D44C}"/>
                </a:ext>
              </a:extLst>
            </p:cNvPr>
            <p:cNvSpPr/>
            <p:nvPr/>
          </p:nvSpPr>
          <p:spPr>
            <a:xfrm>
              <a:off x="5148448" y="3657830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749;p35">
              <a:extLst>
                <a:ext uri="{FF2B5EF4-FFF2-40B4-BE49-F238E27FC236}">
                  <a16:creationId xmlns:a16="http://schemas.microsoft.com/office/drawing/2014/main" id="{37C1838D-6EB8-1DBE-DF84-98AE1DD60BA0}"/>
                </a:ext>
              </a:extLst>
            </p:cNvPr>
            <p:cNvSpPr/>
            <p:nvPr/>
          </p:nvSpPr>
          <p:spPr>
            <a:xfrm>
              <a:off x="5148448" y="3572102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750;p35">
              <a:extLst>
                <a:ext uri="{FF2B5EF4-FFF2-40B4-BE49-F238E27FC236}">
                  <a16:creationId xmlns:a16="http://schemas.microsoft.com/office/drawing/2014/main" id="{244C85EE-5572-482E-CFF5-39302E66CBD8}"/>
                </a:ext>
              </a:extLst>
            </p:cNvPr>
            <p:cNvSpPr/>
            <p:nvPr/>
          </p:nvSpPr>
          <p:spPr>
            <a:xfrm>
              <a:off x="5148448" y="3481414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751;p35">
              <a:extLst>
                <a:ext uri="{FF2B5EF4-FFF2-40B4-BE49-F238E27FC236}">
                  <a16:creationId xmlns:a16="http://schemas.microsoft.com/office/drawing/2014/main" id="{5126D0DC-1749-3B75-652C-F75CAE1A38A7}"/>
                </a:ext>
              </a:extLst>
            </p:cNvPr>
            <p:cNvSpPr/>
            <p:nvPr/>
          </p:nvSpPr>
          <p:spPr>
            <a:xfrm>
              <a:off x="5148448" y="3395686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752;p35">
              <a:extLst>
                <a:ext uri="{FF2B5EF4-FFF2-40B4-BE49-F238E27FC236}">
                  <a16:creationId xmlns:a16="http://schemas.microsoft.com/office/drawing/2014/main" id="{0A4AAF66-784D-43A8-164B-0BB22DB4C178}"/>
                </a:ext>
              </a:extLst>
            </p:cNvPr>
            <p:cNvSpPr/>
            <p:nvPr/>
          </p:nvSpPr>
          <p:spPr>
            <a:xfrm>
              <a:off x="5148448" y="3309958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753;p35">
              <a:extLst>
                <a:ext uri="{FF2B5EF4-FFF2-40B4-BE49-F238E27FC236}">
                  <a16:creationId xmlns:a16="http://schemas.microsoft.com/office/drawing/2014/main" id="{57FBE1AD-F17C-0D31-FBA7-1E9787F1C62A}"/>
                </a:ext>
              </a:extLst>
            </p:cNvPr>
            <p:cNvSpPr/>
            <p:nvPr/>
          </p:nvSpPr>
          <p:spPr>
            <a:xfrm>
              <a:off x="5117952" y="3731750"/>
              <a:ext cx="66720" cy="66688"/>
            </a:xfrm>
            <a:custGeom>
              <a:avLst/>
              <a:gdLst/>
              <a:ahLst/>
              <a:cxnLst/>
              <a:rect l="l" t="t" r="r" b="b"/>
              <a:pathLst>
                <a:path w="2085" h="2084" extrusionOk="0">
                  <a:moveTo>
                    <a:pt x="1037" y="0"/>
                  </a:moveTo>
                  <a:cubicBezTo>
                    <a:pt x="465" y="0"/>
                    <a:pt x="1" y="464"/>
                    <a:pt x="1" y="1048"/>
                  </a:cubicBezTo>
                  <a:cubicBezTo>
                    <a:pt x="1" y="1619"/>
                    <a:pt x="465" y="2084"/>
                    <a:pt x="1037" y="2084"/>
                  </a:cubicBezTo>
                  <a:cubicBezTo>
                    <a:pt x="1620" y="2084"/>
                    <a:pt x="2084" y="1619"/>
                    <a:pt x="2084" y="1048"/>
                  </a:cubicBezTo>
                  <a:cubicBezTo>
                    <a:pt x="2084" y="464"/>
                    <a:pt x="1620" y="0"/>
                    <a:pt x="1037" y="0"/>
                  </a:cubicBez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4" name="Google Shape;1847;p35">
            <a:extLst>
              <a:ext uri="{FF2B5EF4-FFF2-40B4-BE49-F238E27FC236}">
                <a16:creationId xmlns:a16="http://schemas.microsoft.com/office/drawing/2014/main" id="{71DDC2F7-CEF5-12C0-6C5E-FEC4079AEF78}"/>
              </a:ext>
            </a:extLst>
          </p:cNvPr>
          <p:cNvSpPr txBox="1"/>
          <p:nvPr/>
        </p:nvSpPr>
        <p:spPr>
          <a:xfrm>
            <a:off x="28236" y="4692402"/>
            <a:ext cx="1712733" cy="620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</a:rPr>
              <a:t>Business case and initiate the pilot project (service automation) </a:t>
            </a:r>
          </a:p>
        </p:txBody>
      </p:sp>
      <p:grpSp>
        <p:nvGrpSpPr>
          <p:cNvPr id="1155" name="Google Shape;1806;p35">
            <a:extLst>
              <a:ext uri="{FF2B5EF4-FFF2-40B4-BE49-F238E27FC236}">
                <a16:creationId xmlns:a16="http://schemas.microsoft.com/office/drawing/2014/main" id="{97F1E5BD-20EC-A06B-287B-A6245142C46E}"/>
              </a:ext>
            </a:extLst>
          </p:cNvPr>
          <p:cNvGrpSpPr/>
          <p:nvPr/>
        </p:nvGrpSpPr>
        <p:grpSpPr>
          <a:xfrm rot="10800000">
            <a:off x="800732" y="2686474"/>
            <a:ext cx="66720" cy="831360"/>
            <a:chOff x="5117952" y="2967078"/>
            <a:chExt cx="66720" cy="831360"/>
          </a:xfrm>
        </p:grpSpPr>
        <p:sp>
          <p:nvSpPr>
            <p:cNvPr id="1156" name="Google Shape;1807;p35">
              <a:extLst>
                <a:ext uri="{FF2B5EF4-FFF2-40B4-BE49-F238E27FC236}">
                  <a16:creationId xmlns:a16="http://schemas.microsoft.com/office/drawing/2014/main" id="{D6F1750D-1ECB-ADCD-6835-88B1364F1B12}"/>
                </a:ext>
              </a:extLst>
            </p:cNvPr>
            <p:cNvSpPr/>
            <p:nvPr/>
          </p:nvSpPr>
          <p:spPr>
            <a:xfrm>
              <a:off x="5148448" y="3052806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808;p35">
              <a:extLst>
                <a:ext uri="{FF2B5EF4-FFF2-40B4-BE49-F238E27FC236}">
                  <a16:creationId xmlns:a16="http://schemas.microsoft.com/office/drawing/2014/main" id="{3632B7A7-2C0A-1F3B-321A-46C62C2B52F8}"/>
                </a:ext>
              </a:extLst>
            </p:cNvPr>
            <p:cNvSpPr/>
            <p:nvPr/>
          </p:nvSpPr>
          <p:spPr>
            <a:xfrm>
              <a:off x="5148448" y="3138534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809;p35">
              <a:extLst>
                <a:ext uri="{FF2B5EF4-FFF2-40B4-BE49-F238E27FC236}">
                  <a16:creationId xmlns:a16="http://schemas.microsoft.com/office/drawing/2014/main" id="{F4F9DEBE-AD5E-0FD4-D9FB-A48D6706D5D8}"/>
                </a:ext>
              </a:extLst>
            </p:cNvPr>
            <p:cNvSpPr/>
            <p:nvPr/>
          </p:nvSpPr>
          <p:spPr>
            <a:xfrm>
              <a:off x="5148448" y="3224262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0"/>
                  </a:moveTo>
                  <a:lnTo>
                    <a:pt x="0" y="1488"/>
                  </a:lnTo>
                  <a:lnTo>
                    <a:pt x="298" y="1488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810;p35">
              <a:extLst>
                <a:ext uri="{FF2B5EF4-FFF2-40B4-BE49-F238E27FC236}">
                  <a16:creationId xmlns:a16="http://schemas.microsoft.com/office/drawing/2014/main" id="{B922E533-76B7-7667-B7B8-37E9BBDD5F89}"/>
                </a:ext>
              </a:extLst>
            </p:cNvPr>
            <p:cNvSpPr/>
            <p:nvPr/>
          </p:nvSpPr>
          <p:spPr>
            <a:xfrm>
              <a:off x="5148448" y="2967078"/>
              <a:ext cx="9536" cy="43072"/>
            </a:xfrm>
            <a:custGeom>
              <a:avLst/>
              <a:gdLst/>
              <a:ahLst/>
              <a:cxnLst/>
              <a:rect l="l" t="t" r="r" b="b"/>
              <a:pathLst>
                <a:path w="298" h="1346" extrusionOk="0">
                  <a:moveTo>
                    <a:pt x="0" y="0"/>
                  </a:moveTo>
                  <a:lnTo>
                    <a:pt x="0" y="1346"/>
                  </a:lnTo>
                  <a:lnTo>
                    <a:pt x="298" y="1346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811;p35">
              <a:extLst>
                <a:ext uri="{FF2B5EF4-FFF2-40B4-BE49-F238E27FC236}">
                  <a16:creationId xmlns:a16="http://schemas.microsoft.com/office/drawing/2014/main" id="{413BBBDD-28CC-BE90-C26B-F042FE147872}"/>
                </a:ext>
              </a:extLst>
            </p:cNvPr>
            <p:cNvSpPr/>
            <p:nvPr/>
          </p:nvSpPr>
          <p:spPr>
            <a:xfrm>
              <a:off x="5148448" y="3657830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812;p35">
              <a:extLst>
                <a:ext uri="{FF2B5EF4-FFF2-40B4-BE49-F238E27FC236}">
                  <a16:creationId xmlns:a16="http://schemas.microsoft.com/office/drawing/2014/main" id="{FA2ABC39-1F6D-4528-A1A6-8F6E60F7851E}"/>
                </a:ext>
              </a:extLst>
            </p:cNvPr>
            <p:cNvSpPr/>
            <p:nvPr/>
          </p:nvSpPr>
          <p:spPr>
            <a:xfrm>
              <a:off x="5148448" y="3572102"/>
              <a:ext cx="9536" cy="42688"/>
            </a:xfrm>
            <a:custGeom>
              <a:avLst/>
              <a:gdLst/>
              <a:ahLst/>
              <a:cxnLst/>
              <a:rect l="l" t="t" r="r" b="b"/>
              <a:pathLst>
                <a:path w="298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298" y="1334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813;p35">
              <a:extLst>
                <a:ext uri="{FF2B5EF4-FFF2-40B4-BE49-F238E27FC236}">
                  <a16:creationId xmlns:a16="http://schemas.microsoft.com/office/drawing/2014/main" id="{A429E31C-9C68-7E84-5B99-8D295424BACA}"/>
                </a:ext>
              </a:extLst>
            </p:cNvPr>
            <p:cNvSpPr/>
            <p:nvPr/>
          </p:nvSpPr>
          <p:spPr>
            <a:xfrm>
              <a:off x="5148448" y="3481414"/>
              <a:ext cx="9536" cy="47648"/>
            </a:xfrm>
            <a:custGeom>
              <a:avLst/>
              <a:gdLst/>
              <a:ahLst/>
              <a:cxnLst/>
              <a:rect l="l" t="t" r="r" b="b"/>
              <a:pathLst>
                <a:path w="298" h="1489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" name="Google Shape;1814;p35">
              <a:extLst>
                <a:ext uri="{FF2B5EF4-FFF2-40B4-BE49-F238E27FC236}">
                  <a16:creationId xmlns:a16="http://schemas.microsoft.com/office/drawing/2014/main" id="{7DD5F2E6-D29D-190E-DD2A-7D9EE99A4939}"/>
                </a:ext>
              </a:extLst>
            </p:cNvPr>
            <p:cNvSpPr/>
            <p:nvPr/>
          </p:nvSpPr>
          <p:spPr>
            <a:xfrm>
              <a:off x="5148448" y="3395686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815;p35">
              <a:extLst>
                <a:ext uri="{FF2B5EF4-FFF2-40B4-BE49-F238E27FC236}">
                  <a16:creationId xmlns:a16="http://schemas.microsoft.com/office/drawing/2014/main" id="{E3B52BA5-371A-2F26-9B1A-3081444D9BE5}"/>
                </a:ext>
              </a:extLst>
            </p:cNvPr>
            <p:cNvSpPr/>
            <p:nvPr/>
          </p:nvSpPr>
          <p:spPr>
            <a:xfrm>
              <a:off x="5148448" y="3309958"/>
              <a:ext cx="9536" cy="47680"/>
            </a:xfrm>
            <a:custGeom>
              <a:avLst/>
              <a:gdLst/>
              <a:ahLst/>
              <a:cxnLst/>
              <a:rect l="l" t="t" r="r" b="b"/>
              <a:pathLst>
                <a:path w="298" h="1490" extrusionOk="0">
                  <a:moveTo>
                    <a:pt x="0" y="1"/>
                  </a:moveTo>
                  <a:lnTo>
                    <a:pt x="0" y="1489"/>
                  </a:lnTo>
                  <a:lnTo>
                    <a:pt x="298" y="1489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" name="Google Shape;1816;p35">
              <a:extLst>
                <a:ext uri="{FF2B5EF4-FFF2-40B4-BE49-F238E27FC236}">
                  <a16:creationId xmlns:a16="http://schemas.microsoft.com/office/drawing/2014/main" id="{EEF6C398-59F5-EEC9-B5BD-52E081D81863}"/>
                </a:ext>
              </a:extLst>
            </p:cNvPr>
            <p:cNvSpPr/>
            <p:nvPr/>
          </p:nvSpPr>
          <p:spPr>
            <a:xfrm>
              <a:off x="5117952" y="3731750"/>
              <a:ext cx="66720" cy="66688"/>
            </a:xfrm>
            <a:custGeom>
              <a:avLst/>
              <a:gdLst/>
              <a:ahLst/>
              <a:cxnLst/>
              <a:rect l="l" t="t" r="r" b="b"/>
              <a:pathLst>
                <a:path w="2085" h="2084" extrusionOk="0">
                  <a:moveTo>
                    <a:pt x="1037" y="0"/>
                  </a:moveTo>
                  <a:cubicBezTo>
                    <a:pt x="465" y="0"/>
                    <a:pt x="1" y="464"/>
                    <a:pt x="1" y="1048"/>
                  </a:cubicBezTo>
                  <a:cubicBezTo>
                    <a:pt x="1" y="1619"/>
                    <a:pt x="465" y="2084"/>
                    <a:pt x="1037" y="2084"/>
                  </a:cubicBezTo>
                  <a:cubicBezTo>
                    <a:pt x="1620" y="2084"/>
                    <a:pt x="2084" y="1619"/>
                    <a:pt x="2084" y="1048"/>
                  </a:cubicBezTo>
                  <a:cubicBezTo>
                    <a:pt x="2084" y="464"/>
                    <a:pt x="1620" y="0"/>
                    <a:pt x="1037" y="0"/>
                  </a:cubicBezTo>
                  <a:close/>
                </a:path>
              </a:pathLst>
            </a:custGeom>
            <a:solidFill>
              <a:srgbClr val="646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736744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>
          <a:extLst>
            <a:ext uri="{FF2B5EF4-FFF2-40B4-BE49-F238E27FC236}">
              <a16:creationId xmlns:a16="http://schemas.microsoft.com/office/drawing/2014/main" id="{AD0CB15A-F716-A6D4-58D7-87911D0D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>
            <a:extLst>
              <a:ext uri="{FF2B5EF4-FFF2-40B4-BE49-F238E27FC236}">
                <a16:creationId xmlns:a16="http://schemas.microsoft.com/office/drawing/2014/main" id="{8FA30171-BF10-8169-B1B7-101E5CEFE6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r">
              <a:buClr>
                <a:srgbClr val="000000"/>
              </a:buClr>
            </a:pPr>
            <a:fld id="{00000000-1234-1234-1234-123412341234}" type="slidenum">
              <a:rPr lang="en"/>
              <a:pPr algn="r">
                <a:buClr>
                  <a:srgbClr val="000000"/>
                </a:buClr>
              </a:pPr>
              <a:t>5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344A3B-18C3-AB4A-186A-3D6ECBE1068B}"/>
              </a:ext>
            </a:extLst>
          </p:cNvPr>
          <p:cNvSpPr/>
          <p:nvPr/>
        </p:nvSpPr>
        <p:spPr>
          <a:xfrm>
            <a:off x="0" y="0"/>
            <a:ext cx="12192000" cy="6517341"/>
          </a:xfrm>
          <a:prstGeom prst="rect">
            <a:avLst/>
          </a:prstGeom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hape 141">
            <a:extLst>
              <a:ext uri="{FF2B5EF4-FFF2-40B4-BE49-F238E27FC236}">
                <a16:creationId xmlns:a16="http://schemas.microsoft.com/office/drawing/2014/main" id="{59E427F7-E508-6363-500E-5242803613D9}"/>
              </a:ext>
            </a:extLst>
          </p:cNvPr>
          <p:cNvSpPr/>
          <p:nvPr/>
        </p:nvSpPr>
        <p:spPr>
          <a:xfrm>
            <a:off x="230747" y="169067"/>
            <a:ext cx="11469248" cy="362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rgbClr val="4D4D4D"/>
                </a:solidFill>
                <a:latin typeface="Lato Light"/>
                <a:ea typeface="Lato Light"/>
                <a:cs typeface="Lato Light"/>
                <a:sym typeface="Lato Light"/>
              </a:defRPr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Lato Light"/>
              </a:rPr>
              <a:t>CloudTestr: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Lato Light"/>
              </a:rPr>
              <a:t>Key Features Driving our Prepaid Value Success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B47C6B-2431-6FA1-5C35-79A7435681BD}"/>
              </a:ext>
            </a:extLst>
          </p:cNvPr>
          <p:cNvGrpSpPr/>
          <p:nvPr/>
        </p:nvGrpSpPr>
        <p:grpSpPr>
          <a:xfrm>
            <a:off x="4598894" y="1813599"/>
            <a:ext cx="1262959" cy="1576118"/>
            <a:chOff x="-1530396" y="1540509"/>
            <a:chExt cx="1284883" cy="1928029"/>
          </a:xfrm>
        </p:grpSpPr>
        <p:sp>
          <p:nvSpPr>
            <p:cNvPr id="5" name="object 42">
              <a:extLst>
                <a:ext uri="{FF2B5EF4-FFF2-40B4-BE49-F238E27FC236}">
                  <a16:creationId xmlns:a16="http://schemas.microsoft.com/office/drawing/2014/main" id="{8C359605-9749-836B-B408-496877DF0CB4}"/>
                </a:ext>
              </a:extLst>
            </p:cNvPr>
            <p:cNvSpPr/>
            <p:nvPr/>
          </p:nvSpPr>
          <p:spPr>
            <a:xfrm>
              <a:off x="-518985" y="2062733"/>
              <a:ext cx="273472" cy="82973"/>
            </a:xfrm>
            <a:custGeom>
              <a:avLst/>
              <a:gdLst/>
              <a:ahLst/>
              <a:cxnLst/>
              <a:rect l="l" t="t" r="r" b="b"/>
              <a:pathLst>
                <a:path w="205105" h="62230">
                  <a:moveTo>
                    <a:pt x="102234" y="0"/>
                  </a:moveTo>
                  <a:lnTo>
                    <a:pt x="93009" y="486"/>
                  </a:lnTo>
                  <a:lnTo>
                    <a:pt x="82248" y="2651"/>
                  </a:lnTo>
                  <a:lnTo>
                    <a:pt x="71034" y="5840"/>
                  </a:lnTo>
                  <a:lnTo>
                    <a:pt x="60451" y="9398"/>
                  </a:lnTo>
                  <a:lnTo>
                    <a:pt x="51942" y="9398"/>
                  </a:lnTo>
                  <a:lnTo>
                    <a:pt x="44195" y="10160"/>
                  </a:lnTo>
                  <a:lnTo>
                    <a:pt x="38734" y="10160"/>
                  </a:lnTo>
                  <a:lnTo>
                    <a:pt x="16341" y="15968"/>
                  </a:lnTo>
                  <a:lnTo>
                    <a:pt x="4841" y="24907"/>
                  </a:lnTo>
                  <a:lnTo>
                    <a:pt x="605" y="33109"/>
                  </a:lnTo>
                  <a:lnTo>
                    <a:pt x="0" y="36703"/>
                  </a:lnTo>
                  <a:lnTo>
                    <a:pt x="48767" y="61722"/>
                  </a:lnTo>
                  <a:lnTo>
                    <a:pt x="55135" y="59027"/>
                  </a:lnTo>
                  <a:lnTo>
                    <a:pt x="74660" y="52450"/>
                  </a:lnTo>
                  <a:lnTo>
                    <a:pt x="107971" y="44255"/>
                  </a:lnTo>
                  <a:lnTo>
                    <a:pt x="155701" y="36703"/>
                  </a:lnTo>
                  <a:lnTo>
                    <a:pt x="193647" y="29287"/>
                  </a:lnTo>
                  <a:lnTo>
                    <a:pt x="204565" y="20526"/>
                  </a:lnTo>
                  <a:lnTo>
                    <a:pt x="201529" y="13217"/>
                  </a:lnTo>
                  <a:lnTo>
                    <a:pt x="197612" y="10160"/>
                  </a:lnTo>
                  <a:lnTo>
                    <a:pt x="103885" y="8636"/>
                  </a:lnTo>
                  <a:lnTo>
                    <a:pt x="108457" y="4699"/>
                  </a:lnTo>
                  <a:lnTo>
                    <a:pt x="111632" y="762"/>
                  </a:lnTo>
                  <a:lnTo>
                    <a:pt x="102234" y="0"/>
                  </a:lnTo>
                  <a:close/>
                </a:path>
              </a:pathLst>
            </a:custGeom>
            <a:solidFill>
              <a:srgbClr val="FCD0AB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9773DC-A5FD-A2E3-CB75-3C80E43945C1}"/>
                </a:ext>
              </a:extLst>
            </p:cNvPr>
            <p:cNvGrpSpPr/>
            <p:nvPr/>
          </p:nvGrpSpPr>
          <p:grpSpPr>
            <a:xfrm>
              <a:off x="-1530396" y="1540509"/>
              <a:ext cx="1086594" cy="1928029"/>
              <a:chOff x="876317" y="992631"/>
              <a:chExt cx="1086594" cy="1928029"/>
            </a:xfrm>
          </p:grpSpPr>
          <p:sp>
            <p:nvSpPr>
              <p:cNvPr id="8" name="object 16">
                <a:extLst>
                  <a:ext uri="{FF2B5EF4-FFF2-40B4-BE49-F238E27FC236}">
                    <a16:creationId xmlns:a16="http://schemas.microsoft.com/office/drawing/2014/main" id="{5E4B2321-E122-5AD7-C48F-209C77D4D7C9}"/>
                  </a:ext>
                </a:extLst>
              </p:cNvPr>
              <p:cNvSpPr/>
              <p:nvPr/>
            </p:nvSpPr>
            <p:spPr>
              <a:xfrm>
                <a:off x="1505711" y="1558544"/>
                <a:ext cx="457200" cy="364067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73050">
                    <a:moveTo>
                      <a:pt x="43916" y="63372"/>
                    </a:moveTo>
                    <a:lnTo>
                      <a:pt x="0" y="116712"/>
                    </a:lnTo>
                    <a:lnTo>
                      <a:pt x="179578" y="265049"/>
                    </a:lnTo>
                    <a:lnTo>
                      <a:pt x="185674" y="269747"/>
                    </a:lnTo>
                    <a:lnTo>
                      <a:pt x="193421" y="272795"/>
                    </a:lnTo>
                    <a:lnTo>
                      <a:pt x="203453" y="272795"/>
                    </a:lnTo>
                    <a:lnTo>
                      <a:pt x="206502" y="272033"/>
                    </a:lnTo>
                    <a:lnTo>
                      <a:pt x="208787" y="272033"/>
                    </a:lnTo>
                    <a:lnTo>
                      <a:pt x="266103" y="184657"/>
                    </a:lnTo>
                    <a:lnTo>
                      <a:pt x="190372" y="184657"/>
                    </a:lnTo>
                    <a:lnTo>
                      <a:pt x="43916" y="63372"/>
                    </a:lnTo>
                    <a:close/>
                  </a:path>
                  <a:path w="342900" h="273050">
                    <a:moveTo>
                      <a:pt x="282066" y="0"/>
                    </a:moveTo>
                    <a:lnTo>
                      <a:pt x="190372" y="184657"/>
                    </a:lnTo>
                    <a:lnTo>
                      <a:pt x="266103" y="184657"/>
                    </a:lnTo>
                    <a:lnTo>
                      <a:pt x="342900" y="30099"/>
                    </a:lnTo>
                    <a:lnTo>
                      <a:pt x="282066" y="0"/>
                    </a:lnTo>
                    <a:close/>
                  </a:path>
                </a:pathLst>
              </a:custGeom>
              <a:solidFill>
                <a:srgbClr val="082C40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9" name="object 17">
                <a:extLst>
                  <a:ext uri="{FF2B5EF4-FFF2-40B4-BE49-F238E27FC236}">
                    <a16:creationId xmlns:a16="http://schemas.microsoft.com/office/drawing/2014/main" id="{04758AD0-79B7-5525-102A-6D1F151084F3}"/>
                  </a:ext>
                </a:extLst>
              </p:cNvPr>
              <p:cNvSpPr/>
              <p:nvPr/>
            </p:nvSpPr>
            <p:spPr>
              <a:xfrm>
                <a:off x="1176529" y="1579880"/>
                <a:ext cx="187113" cy="0"/>
              </a:xfrm>
              <a:custGeom>
                <a:avLst/>
                <a:gdLst/>
                <a:ahLst/>
                <a:cxnLst/>
                <a:rect l="l" t="t" r="r" b="b"/>
                <a:pathLst>
                  <a:path w="140334">
                    <a:moveTo>
                      <a:pt x="0" y="0"/>
                    </a:moveTo>
                    <a:lnTo>
                      <a:pt x="140208" y="0"/>
                    </a:lnTo>
                  </a:path>
                </a:pathLst>
              </a:custGeom>
              <a:ln w="35051">
                <a:solidFill>
                  <a:srgbClr val="F4C7A9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0" name="object 18">
                <a:extLst>
                  <a:ext uri="{FF2B5EF4-FFF2-40B4-BE49-F238E27FC236}">
                    <a16:creationId xmlns:a16="http://schemas.microsoft.com/office/drawing/2014/main" id="{5B24D152-3480-4605-6437-7C80C1836DB1}"/>
                  </a:ext>
                </a:extLst>
              </p:cNvPr>
              <p:cNvSpPr/>
              <p:nvPr/>
            </p:nvSpPr>
            <p:spPr>
              <a:xfrm>
                <a:off x="997711" y="1127759"/>
                <a:ext cx="331893" cy="460587"/>
              </a:xfrm>
              <a:custGeom>
                <a:avLst/>
                <a:gdLst/>
                <a:ahLst/>
                <a:cxnLst/>
                <a:rect l="l" t="t" r="r" b="b"/>
                <a:pathLst>
                  <a:path w="248919" h="345440">
                    <a:moveTo>
                      <a:pt x="248412" y="0"/>
                    </a:moveTo>
                    <a:lnTo>
                      <a:pt x="48755" y="0"/>
                    </a:lnTo>
                    <a:lnTo>
                      <a:pt x="48137" y="11725"/>
                    </a:lnTo>
                    <a:lnTo>
                      <a:pt x="46721" y="42275"/>
                    </a:lnTo>
                    <a:lnTo>
                      <a:pt x="45160" y="84707"/>
                    </a:lnTo>
                    <a:lnTo>
                      <a:pt x="44107" y="132079"/>
                    </a:lnTo>
                    <a:lnTo>
                      <a:pt x="43332" y="132079"/>
                    </a:lnTo>
                    <a:lnTo>
                      <a:pt x="43332" y="132841"/>
                    </a:lnTo>
                    <a:lnTo>
                      <a:pt x="42557" y="132841"/>
                    </a:lnTo>
                    <a:lnTo>
                      <a:pt x="25787" y="136076"/>
                    </a:lnTo>
                    <a:lnTo>
                      <a:pt x="12282" y="144811"/>
                    </a:lnTo>
                    <a:lnTo>
                      <a:pt x="3276" y="157595"/>
                    </a:lnTo>
                    <a:lnTo>
                      <a:pt x="0" y="172974"/>
                    </a:lnTo>
                    <a:lnTo>
                      <a:pt x="3276" y="188233"/>
                    </a:lnTo>
                    <a:lnTo>
                      <a:pt x="12282" y="200755"/>
                    </a:lnTo>
                    <a:lnTo>
                      <a:pt x="25787" y="209228"/>
                    </a:lnTo>
                    <a:lnTo>
                      <a:pt x="42557" y="212343"/>
                    </a:lnTo>
                    <a:lnTo>
                      <a:pt x="44881" y="212343"/>
                    </a:lnTo>
                    <a:lnTo>
                      <a:pt x="52609" y="229177"/>
                    </a:lnTo>
                    <a:lnTo>
                      <a:pt x="75355" y="268239"/>
                    </a:lnTo>
                    <a:lnTo>
                      <a:pt x="112465" y="312374"/>
                    </a:lnTo>
                    <a:lnTo>
                      <a:pt x="163283" y="344424"/>
                    </a:lnTo>
                    <a:lnTo>
                      <a:pt x="207390" y="344424"/>
                    </a:lnTo>
                    <a:lnTo>
                      <a:pt x="214363" y="345185"/>
                    </a:lnTo>
                    <a:lnTo>
                      <a:pt x="214363" y="251713"/>
                    </a:lnTo>
                    <a:lnTo>
                      <a:pt x="234480" y="239394"/>
                    </a:lnTo>
                    <a:lnTo>
                      <a:pt x="214363" y="228600"/>
                    </a:lnTo>
                    <a:lnTo>
                      <a:pt x="214363" y="24764"/>
                    </a:lnTo>
                    <a:lnTo>
                      <a:pt x="216854" y="23502"/>
                    </a:lnTo>
                    <a:lnTo>
                      <a:pt x="223843" y="19335"/>
                    </a:lnTo>
                    <a:lnTo>
                      <a:pt x="234605" y="11691"/>
                    </a:lnTo>
                    <a:lnTo>
                      <a:pt x="248412" y="0"/>
                    </a:lnTo>
                    <a:close/>
                  </a:path>
                  <a:path w="248919" h="345440">
                    <a:moveTo>
                      <a:pt x="201980" y="344424"/>
                    </a:moveTo>
                    <a:lnTo>
                      <a:pt x="164058" y="344424"/>
                    </a:lnTo>
                    <a:lnTo>
                      <a:pt x="173900" y="345066"/>
                    </a:lnTo>
                    <a:lnTo>
                      <a:pt x="186501" y="344995"/>
                    </a:lnTo>
                    <a:lnTo>
                      <a:pt x="197360" y="344638"/>
                    </a:lnTo>
                    <a:lnTo>
                      <a:pt x="201980" y="344424"/>
                    </a:lnTo>
                    <a:close/>
                  </a:path>
                </a:pathLst>
              </a:custGeom>
              <a:solidFill>
                <a:srgbClr val="FCD0AB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1" name="object 19">
                <a:extLst>
                  <a:ext uri="{FF2B5EF4-FFF2-40B4-BE49-F238E27FC236}">
                    <a16:creationId xmlns:a16="http://schemas.microsoft.com/office/drawing/2014/main" id="{3392235F-58C1-F929-C6E5-7CED32D07660}"/>
                  </a:ext>
                </a:extLst>
              </p:cNvPr>
              <p:cNvSpPr/>
              <p:nvPr/>
            </p:nvSpPr>
            <p:spPr>
              <a:xfrm>
                <a:off x="1298449" y="1580896"/>
                <a:ext cx="33020" cy="6773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5080">
                    <a:moveTo>
                      <a:pt x="24383" y="0"/>
                    </a:moveTo>
                    <a:lnTo>
                      <a:pt x="14477" y="2286"/>
                    </a:lnTo>
                    <a:lnTo>
                      <a:pt x="6095" y="3810"/>
                    </a:lnTo>
                    <a:lnTo>
                      <a:pt x="0" y="4572"/>
                    </a:lnTo>
                    <a:lnTo>
                      <a:pt x="12191" y="4572"/>
                    </a:lnTo>
                    <a:lnTo>
                      <a:pt x="18287" y="3048"/>
                    </a:lnTo>
                    <a:lnTo>
                      <a:pt x="24383" y="0"/>
                    </a:lnTo>
                    <a:close/>
                  </a:path>
                </a:pathLst>
              </a:custGeom>
              <a:solidFill>
                <a:srgbClr val="FCD0AB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2" name="object 20">
                <a:extLst>
                  <a:ext uri="{FF2B5EF4-FFF2-40B4-BE49-F238E27FC236}">
                    <a16:creationId xmlns:a16="http://schemas.microsoft.com/office/drawing/2014/main" id="{E3425153-09D1-E82F-643C-612D6D817339}"/>
                  </a:ext>
                </a:extLst>
              </p:cNvPr>
              <p:cNvSpPr/>
              <p:nvPr/>
            </p:nvSpPr>
            <p:spPr>
              <a:xfrm>
                <a:off x="1282192" y="1127759"/>
                <a:ext cx="254000" cy="45974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44805">
                    <a:moveTo>
                      <a:pt x="140944" y="0"/>
                    </a:moveTo>
                    <a:lnTo>
                      <a:pt x="34848" y="0"/>
                    </a:lnTo>
                    <a:lnTo>
                      <a:pt x="20868" y="11701"/>
                    </a:lnTo>
                    <a:lnTo>
                      <a:pt x="9875" y="19272"/>
                    </a:lnTo>
                    <a:lnTo>
                      <a:pt x="2614" y="23395"/>
                    </a:lnTo>
                    <a:lnTo>
                      <a:pt x="0" y="24637"/>
                    </a:lnTo>
                    <a:lnTo>
                      <a:pt x="0" y="344424"/>
                    </a:lnTo>
                    <a:lnTo>
                      <a:pt x="10071" y="344424"/>
                    </a:lnTo>
                    <a:lnTo>
                      <a:pt x="16256" y="343662"/>
                    </a:lnTo>
                    <a:lnTo>
                      <a:pt x="82086" y="306647"/>
                    </a:lnTo>
                    <a:lnTo>
                      <a:pt x="116544" y="264429"/>
                    </a:lnTo>
                    <a:lnTo>
                      <a:pt x="137643" y="228141"/>
                    </a:lnTo>
                    <a:lnTo>
                      <a:pt x="144805" y="212725"/>
                    </a:lnTo>
                    <a:lnTo>
                      <a:pt x="147904" y="212725"/>
                    </a:lnTo>
                    <a:lnTo>
                      <a:pt x="164364" y="209609"/>
                    </a:lnTo>
                    <a:lnTo>
                      <a:pt x="177917" y="201136"/>
                    </a:lnTo>
                    <a:lnTo>
                      <a:pt x="187112" y="188614"/>
                    </a:lnTo>
                    <a:lnTo>
                      <a:pt x="190500" y="173354"/>
                    </a:lnTo>
                    <a:lnTo>
                      <a:pt x="187112" y="157793"/>
                    </a:lnTo>
                    <a:lnTo>
                      <a:pt x="177917" y="145351"/>
                    </a:lnTo>
                    <a:lnTo>
                      <a:pt x="164364" y="137100"/>
                    </a:lnTo>
                    <a:lnTo>
                      <a:pt x="147904" y="134112"/>
                    </a:lnTo>
                    <a:lnTo>
                      <a:pt x="147129" y="134112"/>
                    </a:lnTo>
                    <a:lnTo>
                      <a:pt x="146354" y="131699"/>
                    </a:lnTo>
                    <a:lnTo>
                      <a:pt x="144855" y="84492"/>
                    </a:lnTo>
                    <a:lnTo>
                      <a:pt x="143068" y="42179"/>
                    </a:lnTo>
                    <a:lnTo>
                      <a:pt x="141570" y="11672"/>
                    </a:lnTo>
                    <a:lnTo>
                      <a:pt x="140944" y="0"/>
                    </a:lnTo>
                    <a:close/>
                  </a:path>
                </a:pathLst>
              </a:custGeom>
              <a:solidFill>
                <a:srgbClr val="FFE9D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3" name="object 21">
                <a:extLst>
                  <a:ext uri="{FF2B5EF4-FFF2-40B4-BE49-F238E27FC236}">
                    <a16:creationId xmlns:a16="http://schemas.microsoft.com/office/drawing/2014/main" id="{075984F1-522A-0479-9BF2-E8B69CFB5258}"/>
                  </a:ext>
                </a:extLst>
              </p:cNvPr>
              <p:cNvSpPr/>
              <p:nvPr/>
            </p:nvSpPr>
            <p:spPr>
              <a:xfrm>
                <a:off x="1257807" y="2186432"/>
                <a:ext cx="171027" cy="684953"/>
              </a:xfrm>
              <a:custGeom>
                <a:avLst/>
                <a:gdLst/>
                <a:ahLst/>
                <a:cxnLst/>
                <a:rect l="l" t="t" r="r" b="b"/>
                <a:pathLst>
                  <a:path w="128269" h="513714">
                    <a:moveTo>
                      <a:pt x="128015" y="0"/>
                    </a:moveTo>
                    <a:lnTo>
                      <a:pt x="0" y="0"/>
                    </a:lnTo>
                    <a:lnTo>
                      <a:pt x="35115" y="513588"/>
                    </a:lnTo>
                    <a:lnTo>
                      <a:pt x="109893" y="513588"/>
                    </a:lnTo>
                    <a:lnTo>
                      <a:pt x="128015" y="0"/>
                    </a:lnTo>
                    <a:close/>
                  </a:path>
                </a:pathLst>
              </a:custGeom>
              <a:solidFill>
                <a:srgbClr val="373844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4" name="object 22">
                <a:extLst>
                  <a:ext uri="{FF2B5EF4-FFF2-40B4-BE49-F238E27FC236}">
                    <a16:creationId xmlns:a16="http://schemas.microsoft.com/office/drawing/2014/main" id="{517FAFDC-AF7C-AA97-FDAE-A49C91E2E47B}"/>
                  </a:ext>
                </a:extLst>
              </p:cNvPr>
              <p:cNvSpPr/>
              <p:nvPr/>
            </p:nvSpPr>
            <p:spPr>
              <a:xfrm>
                <a:off x="1113536" y="2186432"/>
                <a:ext cx="171027" cy="684953"/>
              </a:xfrm>
              <a:custGeom>
                <a:avLst/>
                <a:gdLst/>
                <a:ahLst/>
                <a:cxnLst/>
                <a:rect l="l" t="t" r="r" b="b"/>
                <a:pathLst>
                  <a:path w="128269" h="513714">
                    <a:moveTo>
                      <a:pt x="128015" y="0"/>
                    </a:moveTo>
                    <a:lnTo>
                      <a:pt x="0" y="0"/>
                    </a:lnTo>
                    <a:lnTo>
                      <a:pt x="19088" y="513588"/>
                    </a:lnTo>
                    <a:lnTo>
                      <a:pt x="92087" y="513588"/>
                    </a:lnTo>
                    <a:lnTo>
                      <a:pt x="128015" y="0"/>
                    </a:lnTo>
                    <a:close/>
                  </a:path>
                </a:pathLst>
              </a:custGeom>
              <a:solidFill>
                <a:srgbClr val="2C2D3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5" name="object 23">
                <a:extLst>
                  <a:ext uri="{FF2B5EF4-FFF2-40B4-BE49-F238E27FC236}">
                    <a16:creationId xmlns:a16="http://schemas.microsoft.com/office/drawing/2014/main" id="{5D30B32C-7596-E871-D085-76ED83B9C884}"/>
                  </a:ext>
                </a:extLst>
              </p:cNvPr>
              <p:cNvSpPr/>
              <p:nvPr/>
            </p:nvSpPr>
            <p:spPr>
              <a:xfrm>
                <a:off x="1097281" y="1643889"/>
                <a:ext cx="339513" cy="329353"/>
              </a:xfrm>
              <a:custGeom>
                <a:avLst/>
                <a:gdLst/>
                <a:ahLst/>
                <a:cxnLst/>
                <a:rect l="l" t="t" r="r" b="b"/>
                <a:pathLst>
                  <a:path w="254634" h="247015">
                    <a:moveTo>
                      <a:pt x="0" y="246887"/>
                    </a:moveTo>
                    <a:lnTo>
                      <a:pt x="254508" y="246887"/>
                    </a:lnTo>
                    <a:lnTo>
                      <a:pt x="254508" y="0"/>
                    </a:lnTo>
                    <a:lnTo>
                      <a:pt x="0" y="0"/>
                    </a:lnTo>
                    <a:lnTo>
                      <a:pt x="0" y="246887"/>
                    </a:lnTo>
                    <a:close/>
                  </a:path>
                </a:pathLst>
              </a:custGeom>
              <a:solidFill>
                <a:srgbClr val="E8E0E4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6" name="object 24">
                <a:extLst>
                  <a:ext uri="{FF2B5EF4-FFF2-40B4-BE49-F238E27FC236}">
                    <a16:creationId xmlns:a16="http://schemas.microsoft.com/office/drawing/2014/main" id="{C11AC330-65EC-089C-6B57-EB1383C2B8E5}"/>
                  </a:ext>
                </a:extLst>
              </p:cNvPr>
              <p:cNvSpPr/>
              <p:nvPr/>
            </p:nvSpPr>
            <p:spPr>
              <a:xfrm>
                <a:off x="1225297" y="1603248"/>
                <a:ext cx="85513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64134" h="38100">
                    <a:moveTo>
                      <a:pt x="0" y="38100"/>
                    </a:moveTo>
                    <a:lnTo>
                      <a:pt x="64008" y="38100"/>
                    </a:lnTo>
                    <a:lnTo>
                      <a:pt x="64008" y="0"/>
                    </a:lnTo>
                    <a:lnTo>
                      <a:pt x="0" y="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016485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7" name="object 25">
                <a:extLst>
                  <a:ext uri="{FF2B5EF4-FFF2-40B4-BE49-F238E27FC236}">
                    <a16:creationId xmlns:a16="http://schemas.microsoft.com/office/drawing/2014/main" id="{FA1CB881-78A9-E04D-3F1F-176783F19AC2}"/>
                  </a:ext>
                </a:extLst>
              </p:cNvPr>
              <p:cNvSpPr/>
              <p:nvPr/>
            </p:nvSpPr>
            <p:spPr>
              <a:xfrm>
                <a:off x="1217167" y="1643888"/>
                <a:ext cx="104140" cy="542712"/>
              </a:xfrm>
              <a:custGeom>
                <a:avLst/>
                <a:gdLst/>
                <a:ahLst/>
                <a:cxnLst/>
                <a:rect l="l" t="t" r="r" b="b"/>
                <a:pathLst>
                  <a:path w="78105" h="407035">
                    <a:moveTo>
                      <a:pt x="49568" y="0"/>
                    </a:moveTo>
                    <a:lnTo>
                      <a:pt x="27038" y="0"/>
                    </a:lnTo>
                    <a:lnTo>
                      <a:pt x="0" y="373125"/>
                    </a:lnTo>
                    <a:lnTo>
                      <a:pt x="39420" y="406908"/>
                    </a:lnTo>
                    <a:lnTo>
                      <a:pt x="77724" y="373125"/>
                    </a:lnTo>
                    <a:lnTo>
                      <a:pt x="49568" y="0"/>
                    </a:lnTo>
                    <a:close/>
                  </a:path>
                </a:pathLst>
              </a:custGeom>
              <a:solidFill>
                <a:srgbClr val="016485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8" name="object 26">
                <a:extLst>
                  <a:ext uri="{FF2B5EF4-FFF2-40B4-BE49-F238E27FC236}">
                    <a16:creationId xmlns:a16="http://schemas.microsoft.com/office/drawing/2014/main" id="{C3E9FC32-C462-6D9C-BA15-322BF2BAE4CE}"/>
                  </a:ext>
                </a:extLst>
              </p:cNvPr>
              <p:cNvSpPr/>
              <p:nvPr/>
            </p:nvSpPr>
            <p:spPr>
              <a:xfrm>
                <a:off x="1294384" y="1603248"/>
                <a:ext cx="99907" cy="67733"/>
              </a:xfrm>
              <a:custGeom>
                <a:avLst/>
                <a:gdLst/>
                <a:ahLst/>
                <a:cxnLst/>
                <a:rect l="l" t="t" r="r" b="b"/>
                <a:pathLst>
                  <a:path w="74930" h="50800">
                    <a:moveTo>
                      <a:pt x="74675" y="0"/>
                    </a:moveTo>
                    <a:lnTo>
                      <a:pt x="0" y="0"/>
                    </a:lnTo>
                    <a:lnTo>
                      <a:pt x="16967" y="50291"/>
                    </a:lnTo>
                    <a:lnTo>
                      <a:pt x="74675" y="29717"/>
                    </a:lnTo>
                    <a:lnTo>
                      <a:pt x="74675" y="0"/>
                    </a:lnTo>
                    <a:close/>
                  </a:path>
                </a:pathLst>
              </a:custGeom>
              <a:solidFill>
                <a:srgbClr val="FDF6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9" name="object 27">
                <a:extLst>
                  <a:ext uri="{FF2B5EF4-FFF2-40B4-BE49-F238E27FC236}">
                    <a16:creationId xmlns:a16="http://schemas.microsoft.com/office/drawing/2014/main" id="{96794EA5-14D2-8206-A260-C65413FECEDD}"/>
                  </a:ext>
                </a:extLst>
              </p:cNvPr>
              <p:cNvSpPr/>
              <p:nvPr/>
            </p:nvSpPr>
            <p:spPr>
              <a:xfrm>
                <a:off x="1141984" y="1603248"/>
                <a:ext cx="98213" cy="67733"/>
              </a:xfrm>
              <a:custGeom>
                <a:avLst/>
                <a:gdLst/>
                <a:ahLst/>
                <a:cxnLst/>
                <a:rect l="l" t="t" r="r" b="b"/>
                <a:pathLst>
                  <a:path w="73659" h="50800">
                    <a:moveTo>
                      <a:pt x="73152" y="0"/>
                    </a:moveTo>
                    <a:lnTo>
                      <a:pt x="0" y="0"/>
                    </a:lnTo>
                    <a:lnTo>
                      <a:pt x="0" y="29717"/>
                    </a:lnTo>
                    <a:lnTo>
                      <a:pt x="57391" y="50291"/>
                    </a:lnTo>
                    <a:lnTo>
                      <a:pt x="73152" y="0"/>
                    </a:lnTo>
                    <a:close/>
                  </a:path>
                </a:pathLst>
              </a:custGeom>
              <a:solidFill>
                <a:srgbClr val="FDF6F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0" name="object 28">
                <a:extLst>
                  <a:ext uri="{FF2B5EF4-FFF2-40B4-BE49-F238E27FC236}">
                    <a16:creationId xmlns:a16="http://schemas.microsoft.com/office/drawing/2014/main" id="{C7F1EA80-60BC-CB56-2B4B-D1C54E97B5E0}"/>
                  </a:ext>
                </a:extLst>
              </p:cNvPr>
              <p:cNvSpPr/>
              <p:nvPr/>
            </p:nvSpPr>
            <p:spPr>
              <a:xfrm>
                <a:off x="876317" y="1643888"/>
                <a:ext cx="182880" cy="616373"/>
              </a:xfrm>
              <a:custGeom>
                <a:avLst/>
                <a:gdLst/>
                <a:ahLst/>
                <a:cxnLst/>
                <a:rect l="l" t="t" r="r" b="b"/>
                <a:pathLst>
                  <a:path w="137159" h="462280">
                    <a:moveTo>
                      <a:pt x="73342" y="0"/>
                    </a:moveTo>
                    <a:lnTo>
                      <a:pt x="51944" y="49761"/>
                    </a:lnTo>
                    <a:lnTo>
                      <a:pt x="34182" y="100164"/>
                    </a:lnTo>
                    <a:lnTo>
                      <a:pt x="20081" y="151101"/>
                    </a:lnTo>
                    <a:lnTo>
                      <a:pt x="9667" y="202462"/>
                    </a:lnTo>
                    <a:lnTo>
                      <a:pt x="2965" y="254135"/>
                    </a:lnTo>
                    <a:lnTo>
                      <a:pt x="0" y="306013"/>
                    </a:lnTo>
                    <a:lnTo>
                      <a:pt x="796" y="357985"/>
                    </a:lnTo>
                    <a:lnTo>
                      <a:pt x="5381" y="409941"/>
                    </a:lnTo>
                    <a:lnTo>
                      <a:pt x="13779" y="461772"/>
                    </a:lnTo>
                    <a:lnTo>
                      <a:pt x="30590" y="460496"/>
                    </a:lnTo>
                    <a:lnTo>
                      <a:pt x="47330" y="458993"/>
                    </a:lnTo>
                    <a:lnTo>
                      <a:pt x="80301" y="455549"/>
                    </a:lnTo>
                    <a:lnTo>
                      <a:pt x="72307" y="406098"/>
                    </a:lnTo>
                    <a:lnTo>
                      <a:pt x="67910" y="356611"/>
                    </a:lnTo>
                    <a:lnTo>
                      <a:pt x="67096" y="307170"/>
                    </a:lnTo>
                    <a:lnTo>
                      <a:pt x="69853" y="257861"/>
                    </a:lnTo>
                    <a:lnTo>
                      <a:pt x="76169" y="208769"/>
                    </a:lnTo>
                    <a:lnTo>
                      <a:pt x="86030" y="159977"/>
                    </a:lnTo>
                    <a:lnTo>
                      <a:pt x="99425" y="111571"/>
                    </a:lnTo>
                    <a:lnTo>
                      <a:pt x="116341" y="63636"/>
                    </a:lnTo>
                    <a:lnTo>
                      <a:pt x="136765" y="16256"/>
                    </a:lnTo>
                    <a:lnTo>
                      <a:pt x="73342" y="0"/>
                    </a:lnTo>
                    <a:close/>
                  </a:path>
                </a:pathLst>
              </a:custGeom>
              <a:solidFill>
                <a:srgbClr val="082C40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1" name="object 29">
                <a:extLst>
                  <a:ext uri="{FF2B5EF4-FFF2-40B4-BE49-F238E27FC236}">
                    <a16:creationId xmlns:a16="http://schemas.microsoft.com/office/drawing/2014/main" id="{6CFCDB36-0DD2-DF0F-69AB-E35DA64C26B1}"/>
                  </a:ext>
                </a:extLst>
              </p:cNvPr>
              <p:cNvSpPr/>
              <p:nvPr/>
            </p:nvSpPr>
            <p:spPr>
              <a:xfrm>
                <a:off x="894079" y="2249423"/>
                <a:ext cx="121920" cy="85344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2" name="object 30">
                <a:extLst>
                  <a:ext uri="{FF2B5EF4-FFF2-40B4-BE49-F238E27FC236}">
                    <a16:creationId xmlns:a16="http://schemas.microsoft.com/office/drawing/2014/main" id="{B48F326B-03A5-8B76-3C24-3B1B97D11E82}"/>
                  </a:ext>
                </a:extLst>
              </p:cNvPr>
              <p:cNvSpPr/>
              <p:nvPr/>
            </p:nvSpPr>
            <p:spPr>
              <a:xfrm>
                <a:off x="1251711" y="1643889"/>
                <a:ext cx="311572" cy="634153"/>
              </a:xfrm>
              <a:custGeom>
                <a:avLst/>
                <a:gdLst/>
                <a:ahLst/>
                <a:cxnLst/>
                <a:rect l="l" t="t" r="r" b="b"/>
                <a:pathLst>
                  <a:path w="233680" h="475614">
                    <a:moveTo>
                      <a:pt x="233172" y="0"/>
                    </a:moveTo>
                    <a:lnTo>
                      <a:pt x="103454" y="0"/>
                    </a:lnTo>
                    <a:lnTo>
                      <a:pt x="0" y="233934"/>
                    </a:lnTo>
                    <a:lnTo>
                      <a:pt x="0" y="446278"/>
                    </a:lnTo>
                    <a:lnTo>
                      <a:pt x="774" y="446278"/>
                    </a:lnTo>
                    <a:lnTo>
                      <a:pt x="5079" y="457967"/>
                    </a:lnTo>
                    <a:lnTo>
                      <a:pt x="13801" y="467217"/>
                    </a:lnTo>
                    <a:lnTo>
                      <a:pt x="25852" y="473299"/>
                    </a:lnTo>
                    <a:lnTo>
                      <a:pt x="40144" y="475488"/>
                    </a:lnTo>
                    <a:lnTo>
                      <a:pt x="182219" y="475488"/>
                    </a:lnTo>
                    <a:lnTo>
                      <a:pt x="182219" y="233934"/>
                    </a:lnTo>
                    <a:lnTo>
                      <a:pt x="233172" y="0"/>
                    </a:lnTo>
                    <a:close/>
                  </a:path>
                </a:pathLst>
              </a:custGeom>
              <a:solidFill>
                <a:srgbClr val="082C40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3" name="object 31">
                <a:extLst>
                  <a:ext uri="{FF2B5EF4-FFF2-40B4-BE49-F238E27FC236}">
                    <a16:creationId xmlns:a16="http://schemas.microsoft.com/office/drawing/2014/main" id="{6A688FBB-1E11-A2C4-0BE5-C58E0B8CC679}"/>
                  </a:ext>
                </a:extLst>
              </p:cNvPr>
              <p:cNvSpPr/>
              <p:nvPr/>
            </p:nvSpPr>
            <p:spPr>
              <a:xfrm>
                <a:off x="1251711" y="1621536"/>
                <a:ext cx="215392" cy="333248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4" name="object 32">
                <a:extLst>
                  <a:ext uri="{FF2B5EF4-FFF2-40B4-BE49-F238E27FC236}">
                    <a16:creationId xmlns:a16="http://schemas.microsoft.com/office/drawing/2014/main" id="{67E8DE25-18FE-0F06-325C-51438B6E10F9}"/>
                  </a:ext>
                </a:extLst>
              </p:cNvPr>
              <p:cNvSpPr/>
              <p:nvPr/>
            </p:nvSpPr>
            <p:spPr>
              <a:xfrm>
                <a:off x="973327" y="1643889"/>
                <a:ext cx="311572" cy="634153"/>
              </a:xfrm>
              <a:custGeom>
                <a:avLst/>
                <a:gdLst/>
                <a:ahLst/>
                <a:cxnLst/>
                <a:rect l="l" t="t" r="r" b="b"/>
                <a:pathLst>
                  <a:path w="233680" h="475614">
                    <a:moveTo>
                      <a:pt x="129717" y="0"/>
                    </a:moveTo>
                    <a:lnTo>
                      <a:pt x="0" y="0"/>
                    </a:lnTo>
                    <a:lnTo>
                      <a:pt x="50952" y="233934"/>
                    </a:lnTo>
                    <a:lnTo>
                      <a:pt x="50952" y="475488"/>
                    </a:lnTo>
                    <a:lnTo>
                      <a:pt x="193027" y="475488"/>
                    </a:lnTo>
                    <a:lnTo>
                      <a:pt x="207319" y="473299"/>
                    </a:lnTo>
                    <a:lnTo>
                      <a:pt x="219370" y="467217"/>
                    </a:lnTo>
                    <a:lnTo>
                      <a:pt x="228092" y="457967"/>
                    </a:lnTo>
                    <a:lnTo>
                      <a:pt x="232397" y="446278"/>
                    </a:lnTo>
                    <a:lnTo>
                      <a:pt x="233172" y="446278"/>
                    </a:lnTo>
                    <a:lnTo>
                      <a:pt x="233172" y="233934"/>
                    </a:lnTo>
                    <a:lnTo>
                      <a:pt x="129717" y="0"/>
                    </a:lnTo>
                    <a:close/>
                  </a:path>
                </a:pathLst>
              </a:custGeom>
              <a:solidFill>
                <a:srgbClr val="082C40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5" name="object 33">
                <a:extLst>
                  <a:ext uri="{FF2B5EF4-FFF2-40B4-BE49-F238E27FC236}">
                    <a16:creationId xmlns:a16="http://schemas.microsoft.com/office/drawing/2014/main" id="{2182ED58-BC86-22DF-BF6F-4FBFF0BD45FE}"/>
                  </a:ext>
                </a:extLst>
              </p:cNvPr>
              <p:cNvSpPr/>
              <p:nvPr/>
            </p:nvSpPr>
            <p:spPr>
              <a:xfrm>
                <a:off x="1068831" y="1621536"/>
                <a:ext cx="215900" cy="333587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50190">
                    <a:moveTo>
                      <a:pt x="51968" y="0"/>
                    </a:moveTo>
                    <a:lnTo>
                      <a:pt x="0" y="15748"/>
                    </a:lnTo>
                    <a:lnTo>
                      <a:pt x="161544" y="249936"/>
                    </a:lnTo>
                    <a:lnTo>
                      <a:pt x="51968" y="0"/>
                    </a:lnTo>
                    <a:close/>
                  </a:path>
                </a:pathLst>
              </a:custGeom>
              <a:solidFill>
                <a:srgbClr val="204252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6" name="object 34">
                <a:extLst>
                  <a:ext uri="{FF2B5EF4-FFF2-40B4-BE49-F238E27FC236}">
                    <a16:creationId xmlns:a16="http://schemas.microsoft.com/office/drawing/2014/main" id="{D9384F03-7AAD-6FD4-485C-ED50320965DB}"/>
                  </a:ext>
                </a:extLst>
              </p:cNvPr>
              <p:cNvSpPr/>
              <p:nvPr/>
            </p:nvSpPr>
            <p:spPr>
              <a:xfrm>
                <a:off x="1020065" y="1345185"/>
                <a:ext cx="3302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>
                    <a:moveTo>
                      <a:pt x="18097" y="0"/>
                    </a:moveTo>
                    <a:lnTo>
                      <a:pt x="5511" y="0"/>
                    </a:lnTo>
                    <a:lnTo>
                      <a:pt x="0" y="6350"/>
                    </a:lnTo>
                    <a:lnTo>
                      <a:pt x="0" y="18034"/>
                    </a:lnTo>
                    <a:lnTo>
                      <a:pt x="2362" y="22860"/>
                    </a:lnTo>
                    <a:lnTo>
                      <a:pt x="7073" y="24384"/>
                    </a:lnTo>
                    <a:lnTo>
                      <a:pt x="6286" y="22860"/>
                    </a:lnTo>
                    <a:lnTo>
                      <a:pt x="5511" y="21209"/>
                    </a:lnTo>
                    <a:lnTo>
                      <a:pt x="5511" y="11811"/>
                    </a:lnTo>
                    <a:lnTo>
                      <a:pt x="11010" y="5461"/>
                    </a:lnTo>
                    <a:lnTo>
                      <a:pt x="23393" y="5461"/>
                    </a:lnTo>
                    <a:lnTo>
                      <a:pt x="22021" y="3175"/>
                    </a:lnTo>
                    <a:lnTo>
                      <a:pt x="18097" y="0"/>
                    </a:lnTo>
                    <a:close/>
                  </a:path>
                  <a:path w="24765" h="24765">
                    <a:moveTo>
                      <a:pt x="23393" y="5461"/>
                    </a:moveTo>
                    <a:lnTo>
                      <a:pt x="20446" y="5461"/>
                    </a:lnTo>
                    <a:lnTo>
                      <a:pt x="22809" y="6350"/>
                    </a:lnTo>
                    <a:lnTo>
                      <a:pt x="24383" y="7112"/>
                    </a:lnTo>
                    <a:lnTo>
                      <a:pt x="23393" y="5461"/>
                    </a:lnTo>
                    <a:close/>
                  </a:path>
                </a:pathLst>
              </a:custGeom>
              <a:solidFill>
                <a:srgbClr val="D2AB90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7" name="object 35">
                <a:extLst>
                  <a:ext uri="{FF2B5EF4-FFF2-40B4-BE49-F238E27FC236}">
                    <a16:creationId xmlns:a16="http://schemas.microsoft.com/office/drawing/2014/main" id="{76259F6D-4648-99E0-523E-F654C0AA4679}"/>
                  </a:ext>
                </a:extLst>
              </p:cNvPr>
              <p:cNvSpPr/>
              <p:nvPr/>
            </p:nvSpPr>
            <p:spPr>
              <a:xfrm>
                <a:off x="1481329" y="1345185"/>
                <a:ext cx="33020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>
                    <a:moveTo>
                      <a:pt x="23503" y="5461"/>
                    </a:moveTo>
                    <a:lnTo>
                      <a:pt x="12585" y="5461"/>
                    </a:lnTo>
                    <a:lnTo>
                      <a:pt x="18872" y="11811"/>
                    </a:lnTo>
                    <a:lnTo>
                      <a:pt x="18872" y="21209"/>
                    </a:lnTo>
                    <a:lnTo>
                      <a:pt x="18097" y="22860"/>
                    </a:lnTo>
                    <a:lnTo>
                      <a:pt x="17310" y="24384"/>
                    </a:lnTo>
                    <a:lnTo>
                      <a:pt x="21234" y="22860"/>
                    </a:lnTo>
                    <a:lnTo>
                      <a:pt x="24384" y="18034"/>
                    </a:lnTo>
                    <a:lnTo>
                      <a:pt x="24384" y="6350"/>
                    </a:lnTo>
                    <a:lnTo>
                      <a:pt x="23503" y="5461"/>
                    </a:lnTo>
                    <a:close/>
                  </a:path>
                  <a:path w="24765" h="24765">
                    <a:moveTo>
                      <a:pt x="18097" y="0"/>
                    </a:moveTo>
                    <a:lnTo>
                      <a:pt x="6286" y="0"/>
                    </a:lnTo>
                    <a:lnTo>
                      <a:pt x="1574" y="3175"/>
                    </a:lnTo>
                    <a:lnTo>
                      <a:pt x="0" y="7112"/>
                    </a:lnTo>
                    <a:lnTo>
                      <a:pt x="1574" y="6350"/>
                    </a:lnTo>
                    <a:lnTo>
                      <a:pt x="3149" y="5461"/>
                    </a:lnTo>
                    <a:lnTo>
                      <a:pt x="23503" y="5461"/>
                    </a:lnTo>
                    <a:lnTo>
                      <a:pt x="18097" y="0"/>
                    </a:lnTo>
                    <a:close/>
                  </a:path>
                </a:pathLst>
              </a:custGeom>
              <a:solidFill>
                <a:srgbClr val="DDAA86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8" name="object 36">
                <a:extLst>
                  <a:ext uri="{FF2B5EF4-FFF2-40B4-BE49-F238E27FC236}">
                    <a16:creationId xmlns:a16="http://schemas.microsoft.com/office/drawing/2014/main" id="{A4BA1611-43D1-FF1F-2718-88FD3CE876E6}"/>
                  </a:ext>
                </a:extLst>
              </p:cNvPr>
              <p:cNvSpPr/>
              <p:nvPr/>
            </p:nvSpPr>
            <p:spPr>
              <a:xfrm>
                <a:off x="1016000" y="1345185"/>
                <a:ext cx="34712" cy="33020"/>
              </a:xfrm>
              <a:custGeom>
                <a:avLst/>
                <a:gdLst/>
                <a:ahLst/>
                <a:cxnLst/>
                <a:rect l="l" t="t" r="r" b="b"/>
                <a:pathLst>
                  <a:path w="26034" h="24765">
                    <a:moveTo>
                      <a:pt x="19227" y="0"/>
                    </a:moveTo>
                    <a:lnTo>
                      <a:pt x="5854" y="0"/>
                    </a:lnTo>
                    <a:lnTo>
                      <a:pt x="0" y="6350"/>
                    </a:lnTo>
                    <a:lnTo>
                      <a:pt x="0" y="18034"/>
                    </a:lnTo>
                    <a:lnTo>
                      <a:pt x="3340" y="22860"/>
                    </a:lnTo>
                    <a:lnTo>
                      <a:pt x="7518" y="24384"/>
                    </a:lnTo>
                    <a:lnTo>
                      <a:pt x="6680" y="22860"/>
                    </a:lnTo>
                    <a:lnTo>
                      <a:pt x="5854" y="21209"/>
                    </a:lnTo>
                    <a:lnTo>
                      <a:pt x="5854" y="11811"/>
                    </a:lnTo>
                    <a:lnTo>
                      <a:pt x="12534" y="5461"/>
                    </a:lnTo>
                    <a:lnTo>
                      <a:pt x="24858" y="5461"/>
                    </a:lnTo>
                    <a:lnTo>
                      <a:pt x="23406" y="3175"/>
                    </a:lnTo>
                    <a:lnTo>
                      <a:pt x="19227" y="0"/>
                    </a:lnTo>
                    <a:close/>
                  </a:path>
                  <a:path w="26034" h="24765">
                    <a:moveTo>
                      <a:pt x="24858" y="5461"/>
                    </a:moveTo>
                    <a:lnTo>
                      <a:pt x="21729" y="5461"/>
                    </a:lnTo>
                    <a:lnTo>
                      <a:pt x="24231" y="6350"/>
                    </a:lnTo>
                    <a:lnTo>
                      <a:pt x="25907" y="7112"/>
                    </a:lnTo>
                    <a:lnTo>
                      <a:pt x="24858" y="5461"/>
                    </a:lnTo>
                    <a:close/>
                  </a:path>
                </a:pathLst>
              </a:custGeom>
              <a:solidFill>
                <a:srgbClr val="DDAA86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9" name="object 37">
                <a:extLst>
                  <a:ext uri="{FF2B5EF4-FFF2-40B4-BE49-F238E27FC236}">
                    <a16:creationId xmlns:a16="http://schemas.microsoft.com/office/drawing/2014/main" id="{BD655C21-A95F-ADAD-6730-0C6E4894FFAA}"/>
                  </a:ext>
                </a:extLst>
              </p:cNvPr>
              <p:cNvSpPr/>
              <p:nvPr/>
            </p:nvSpPr>
            <p:spPr>
              <a:xfrm>
                <a:off x="1041441" y="992631"/>
                <a:ext cx="457200" cy="34036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55269">
                    <a:moveTo>
                      <a:pt x="340874" y="146558"/>
                    </a:moveTo>
                    <a:lnTo>
                      <a:pt x="298837" y="146558"/>
                    </a:lnTo>
                    <a:lnTo>
                      <a:pt x="306558" y="156590"/>
                    </a:lnTo>
                    <a:lnTo>
                      <a:pt x="308778" y="168640"/>
                    </a:lnTo>
                    <a:lnTo>
                      <a:pt x="310791" y="179040"/>
                    </a:lnTo>
                    <a:lnTo>
                      <a:pt x="312731" y="188213"/>
                    </a:lnTo>
                    <a:lnTo>
                      <a:pt x="315305" y="202818"/>
                    </a:lnTo>
                    <a:lnTo>
                      <a:pt x="318614" y="225218"/>
                    </a:lnTo>
                    <a:lnTo>
                      <a:pt x="321521" y="246096"/>
                    </a:lnTo>
                    <a:lnTo>
                      <a:pt x="322764" y="255270"/>
                    </a:lnTo>
                    <a:lnTo>
                      <a:pt x="329711" y="249047"/>
                    </a:lnTo>
                    <a:lnTo>
                      <a:pt x="337860" y="183681"/>
                    </a:lnTo>
                    <a:lnTo>
                      <a:pt x="340545" y="150272"/>
                    </a:lnTo>
                    <a:lnTo>
                      <a:pt x="340874" y="146558"/>
                    </a:lnTo>
                    <a:close/>
                  </a:path>
                  <a:path w="342900" h="255269">
                    <a:moveTo>
                      <a:pt x="91192" y="0"/>
                    </a:moveTo>
                    <a:lnTo>
                      <a:pt x="73866" y="8977"/>
                    </a:lnTo>
                    <a:lnTo>
                      <a:pt x="59150" y="18097"/>
                    </a:lnTo>
                    <a:lnTo>
                      <a:pt x="47329" y="26646"/>
                    </a:lnTo>
                    <a:lnTo>
                      <a:pt x="38690" y="33909"/>
                    </a:lnTo>
                    <a:lnTo>
                      <a:pt x="35604" y="36195"/>
                    </a:lnTo>
                    <a:lnTo>
                      <a:pt x="33293" y="38608"/>
                    </a:lnTo>
                    <a:lnTo>
                      <a:pt x="30206" y="41655"/>
                    </a:lnTo>
                    <a:lnTo>
                      <a:pt x="21859" y="52855"/>
                    </a:lnTo>
                    <a:lnTo>
                      <a:pt x="17273" y="64293"/>
                    </a:lnTo>
                    <a:lnTo>
                      <a:pt x="15871" y="75588"/>
                    </a:lnTo>
                    <a:lnTo>
                      <a:pt x="17075" y="86360"/>
                    </a:lnTo>
                    <a:lnTo>
                      <a:pt x="6040" y="115018"/>
                    </a:lnTo>
                    <a:lnTo>
                      <a:pt x="0" y="150272"/>
                    </a:lnTo>
                    <a:lnTo>
                      <a:pt x="1341" y="192337"/>
                    </a:lnTo>
                    <a:lnTo>
                      <a:pt x="12452" y="241426"/>
                    </a:lnTo>
                    <a:lnTo>
                      <a:pt x="12452" y="242188"/>
                    </a:lnTo>
                    <a:lnTo>
                      <a:pt x="14763" y="249047"/>
                    </a:lnTo>
                    <a:lnTo>
                      <a:pt x="20935" y="239013"/>
                    </a:lnTo>
                    <a:lnTo>
                      <a:pt x="21238" y="236180"/>
                    </a:lnTo>
                    <a:lnTo>
                      <a:pt x="22193" y="228441"/>
                    </a:lnTo>
                    <a:lnTo>
                      <a:pt x="23872" y="216939"/>
                    </a:lnTo>
                    <a:lnTo>
                      <a:pt x="26395" y="202602"/>
                    </a:lnTo>
                    <a:lnTo>
                      <a:pt x="42551" y="131825"/>
                    </a:lnTo>
                    <a:lnTo>
                      <a:pt x="342079" y="131825"/>
                    </a:lnTo>
                    <a:lnTo>
                      <a:pt x="342682" y="118586"/>
                    </a:lnTo>
                    <a:lnTo>
                      <a:pt x="321778" y="67636"/>
                    </a:lnTo>
                    <a:lnTo>
                      <a:pt x="289231" y="40214"/>
                    </a:lnTo>
                    <a:lnTo>
                      <a:pt x="247920" y="22979"/>
                    </a:lnTo>
                    <a:lnTo>
                      <a:pt x="217558" y="17017"/>
                    </a:lnTo>
                    <a:lnTo>
                      <a:pt x="80384" y="17017"/>
                    </a:lnTo>
                    <a:lnTo>
                      <a:pt x="79609" y="10795"/>
                    </a:lnTo>
                    <a:lnTo>
                      <a:pt x="91192" y="0"/>
                    </a:lnTo>
                    <a:close/>
                  </a:path>
                  <a:path w="342900" h="255269">
                    <a:moveTo>
                      <a:pt x="342079" y="131825"/>
                    </a:moveTo>
                    <a:lnTo>
                      <a:pt x="44875" y="131825"/>
                    </a:lnTo>
                    <a:lnTo>
                      <a:pt x="47961" y="132714"/>
                    </a:lnTo>
                    <a:lnTo>
                      <a:pt x="84130" y="144508"/>
                    </a:lnTo>
                    <a:lnTo>
                      <a:pt x="131232" y="156098"/>
                    </a:lnTo>
                    <a:lnTo>
                      <a:pt x="187453" y="164665"/>
                    </a:lnTo>
                    <a:lnTo>
                      <a:pt x="250983" y="167386"/>
                    </a:lnTo>
                    <a:lnTo>
                      <a:pt x="242487" y="160400"/>
                    </a:lnTo>
                    <a:lnTo>
                      <a:pt x="245744" y="159565"/>
                    </a:lnTo>
                    <a:lnTo>
                      <a:pt x="254646" y="157146"/>
                    </a:lnTo>
                    <a:lnTo>
                      <a:pt x="267888" y="153275"/>
                    </a:lnTo>
                    <a:lnTo>
                      <a:pt x="284168" y="148081"/>
                    </a:lnTo>
                    <a:lnTo>
                      <a:pt x="288804" y="148081"/>
                    </a:lnTo>
                    <a:lnTo>
                      <a:pt x="294201" y="147320"/>
                    </a:lnTo>
                    <a:lnTo>
                      <a:pt x="298837" y="146558"/>
                    </a:lnTo>
                    <a:lnTo>
                      <a:pt x="340874" y="146558"/>
                    </a:lnTo>
                    <a:lnTo>
                      <a:pt x="341972" y="134175"/>
                    </a:lnTo>
                    <a:lnTo>
                      <a:pt x="342079" y="131825"/>
                    </a:lnTo>
                    <a:close/>
                  </a:path>
                  <a:path w="342900" h="255269">
                    <a:moveTo>
                      <a:pt x="156076" y="11290"/>
                    </a:moveTo>
                    <a:lnTo>
                      <a:pt x="114077" y="12948"/>
                    </a:lnTo>
                    <a:lnTo>
                      <a:pt x="80384" y="17017"/>
                    </a:lnTo>
                    <a:lnTo>
                      <a:pt x="217558" y="17017"/>
                    </a:lnTo>
                    <a:lnTo>
                      <a:pt x="202113" y="13985"/>
                    </a:lnTo>
                    <a:lnTo>
                      <a:pt x="156076" y="11290"/>
                    </a:lnTo>
                    <a:close/>
                  </a:path>
                </a:pathLst>
              </a:custGeom>
              <a:solidFill>
                <a:srgbClr val="753B2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30" name="object 38">
                <a:extLst>
                  <a:ext uri="{FF2B5EF4-FFF2-40B4-BE49-F238E27FC236}">
                    <a16:creationId xmlns:a16="http://schemas.microsoft.com/office/drawing/2014/main" id="{5524BD96-6F6B-1F8D-081E-D39C2DB6D1F5}"/>
                  </a:ext>
                </a:extLst>
              </p:cNvPr>
              <p:cNvSpPr/>
              <p:nvPr/>
            </p:nvSpPr>
            <p:spPr>
              <a:xfrm>
                <a:off x="1050545" y="2852927"/>
                <a:ext cx="185420" cy="67733"/>
              </a:xfrm>
              <a:custGeom>
                <a:avLst/>
                <a:gdLst/>
                <a:ahLst/>
                <a:cxnLst/>
                <a:rect l="l" t="t" r="r" b="b"/>
                <a:pathLst>
                  <a:path w="139065" h="50800">
                    <a:moveTo>
                      <a:pt x="138683" y="762"/>
                    </a:moveTo>
                    <a:lnTo>
                      <a:pt x="65125" y="762"/>
                    </a:lnTo>
                    <a:lnTo>
                      <a:pt x="39433" y="5447"/>
                    </a:lnTo>
                    <a:lnTo>
                      <a:pt x="18770" y="16240"/>
                    </a:lnTo>
                    <a:lnTo>
                      <a:pt x="5003" y="31676"/>
                    </a:lnTo>
                    <a:lnTo>
                      <a:pt x="0" y="50292"/>
                    </a:lnTo>
                    <a:lnTo>
                      <a:pt x="138683" y="50292"/>
                    </a:lnTo>
                    <a:lnTo>
                      <a:pt x="138683" y="762"/>
                    </a:lnTo>
                    <a:close/>
                  </a:path>
                  <a:path w="139065" h="50800">
                    <a:moveTo>
                      <a:pt x="70485" y="0"/>
                    </a:moveTo>
                    <a:lnTo>
                      <a:pt x="68198" y="0"/>
                    </a:lnTo>
                    <a:lnTo>
                      <a:pt x="67424" y="762"/>
                    </a:lnTo>
                    <a:lnTo>
                      <a:pt x="71259" y="762"/>
                    </a:lnTo>
                    <a:lnTo>
                      <a:pt x="70485" y="0"/>
                    </a:lnTo>
                    <a:close/>
                  </a:path>
                </a:pathLst>
              </a:custGeom>
              <a:solidFill>
                <a:srgbClr val="373844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31" name="object 39">
                <a:extLst>
                  <a:ext uri="{FF2B5EF4-FFF2-40B4-BE49-F238E27FC236}">
                    <a16:creationId xmlns:a16="http://schemas.microsoft.com/office/drawing/2014/main" id="{D003DA55-65AF-BBE9-822D-1380B54C8067}"/>
                  </a:ext>
                </a:extLst>
              </p:cNvPr>
              <p:cNvSpPr/>
              <p:nvPr/>
            </p:nvSpPr>
            <p:spPr>
              <a:xfrm>
                <a:off x="1304545" y="2852927"/>
                <a:ext cx="187113" cy="67733"/>
              </a:xfrm>
              <a:custGeom>
                <a:avLst/>
                <a:gdLst/>
                <a:ahLst/>
                <a:cxnLst/>
                <a:rect l="l" t="t" r="r" b="b"/>
                <a:pathLst>
                  <a:path w="140334" h="50800">
                    <a:moveTo>
                      <a:pt x="74358" y="762"/>
                    </a:moveTo>
                    <a:lnTo>
                      <a:pt x="0" y="762"/>
                    </a:lnTo>
                    <a:lnTo>
                      <a:pt x="0" y="50292"/>
                    </a:lnTo>
                    <a:lnTo>
                      <a:pt x="140207" y="50292"/>
                    </a:lnTo>
                    <a:lnTo>
                      <a:pt x="135148" y="31676"/>
                    </a:lnTo>
                    <a:lnTo>
                      <a:pt x="121227" y="16240"/>
                    </a:lnTo>
                    <a:lnTo>
                      <a:pt x="100335" y="5447"/>
                    </a:lnTo>
                    <a:lnTo>
                      <a:pt x="74358" y="762"/>
                    </a:lnTo>
                    <a:close/>
                  </a:path>
                  <a:path w="140334" h="50800">
                    <a:moveTo>
                      <a:pt x="71259" y="0"/>
                    </a:moveTo>
                    <a:lnTo>
                      <a:pt x="68948" y="0"/>
                    </a:lnTo>
                    <a:lnTo>
                      <a:pt x="68173" y="762"/>
                    </a:lnTo>
                    <a:lnTo>
                      <a:pt x="72034" y="762"/>
                    </a:lnTo>
                    <a:lnTo>
                      <a:pt x="71259" y="0"/>
                    </a:lnTo>
                    <a:close/>
                  </a:path>
                </a:pathLst>
              </a:custGeom>
              <a:solidFill>
                <a:srgbClr val="2C2D39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32" name="object 40">
                <a:extLst>
                  <a:ext uri="{FF2B5EF4-FFF2-40B4-BE49-F238E27FC236}">
                    <a16:creationId xmlns:a16="http://schemas.microsoft.com/office/drawing/2014/main" id="{EF8D9890-FA9F-F037-04D1-E8CEB9CB85B6}"/>
                  </a:ext>
                </a:extLst>
              </p:cNvPr>
              <p:cNvSpPr/>
              <p:nvPr/>
            </p:nvSpPr>
            <p:spPr>
              <a:xfrm>
                <a:off x="1320800" y="2107184"/>
                <a:ext cx="171027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8269">
                    <a:moveTo>
                      <a:pt x="0" y="0"/>
                    </a:moveTo>
                    <a:lnTo>
                      <a:pt x="128015" y="0"/>
                    </a:lnTo>
                  </a:path>
                </a:pathLst>
              </a:custGeom>
              <a:ln w="30479">
                <a:solidFill>
                  <a:srgbClr val="DFDFDF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33" name="object 41">
                <a:extLst>
                  <a:ext uri="{FF2B5EF4-FFF2-40B4-BE49-F238E27FC236}">
                    <a16:creationId xmlns:a16="http://schemas.microsoft.com/office/drawing/2014/main" id="{A56A628D-E6D0-0779-1DC7-A5A3A8B4D9EA}"/>
                  </a:ext>
                </a:extLst>
              </p:cNvPr>
              <p:cNvSpPr/>
              <p:nvPr/>
            </p:nvSpPr>
            <p:spPr>
              <a:xfrm>
                <a:off x="1044448" y="2107184"/>
                <a:ext cx="169333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7000">
                    <a:moveTo>
                      <a:pt x="0" y="0"/>
                    </a:moveTo>
                    <a:lnTo>
                      <a:pt x="126492" y="0"/>
                    </a:lnTo>
                  </a:path>
                </a:pathLst>
              </a:custGeom>
              <a:ln w="30479">
                <a:solidFill>
                  <a:srgbClr val="DFDFDF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34" name="object 43">
                <a:extLst>
                  <a:ext uri="{FF2B5EF4-FFF2-40B4-BE49-F238E27FC236}">
                    <a16:creationId xmlns:a16="http://schemas.microsoft.com/office/drawing/2014/main" id="{F03FF930-9483-18DD-8067-7F98349CF520}"/>
                  </a:ext>
                </a:extLst>
              </p:cNvPr>
              <p:cNvSpPr/>
              <p:nvPr/>
            </p:nvSpPr>
            <p:spPr>
              <a:xfrm>
                <a:off x="1235455" y="1487423"/>
                <a:ext cx="98213" cy="18627"/>
              </a:xfrm>
              <a:custGeom>
                <a:avLst/>
                <a:gdLst/>
                <a:ahLst/>
                <a:cxnLst/>
                <a:rect l="l" t="t" r="r" b="b"/>
                <a:pathLst>
                  <a:path w="73659" h="13969">
                    <a:moveTo>
                      <a:pt x="73152" y="0"/>
                    </a:moveTo>
                    <a:lnTo>
                      <a:pt x="0" y="0"/>
                    </a:lnTo>
                    <a:lnTo>
                      <a:pt x="0" y="635"/>
                    </a:lnTo>
                    <a:lnTo>
                      <a:pt x="2870" y="5572"/>
                    </a:lnTo>
                    <a:lnTo>
                      <a:pt x="10701" y="9747"/>
                    </a:lnTo>
                    <a:lnTo>
                      <a:pt x="22326" y="12636"/>
                    </a:lnTo>
                    <a:lnTo>
                      <a:pt x="36576" y="13716"/>
                    </a:lnTo>
                    <a:lnTo>
                      <a:pt x="50825" y="12636"/>
                    </a:lnTo>
                    <a:lnTo>
                      <a:pt x="62450" y="9747"/>
                    </a:lnTo>
                    <a:lnTo>
                      <a:pt x="70281" y="5572"/>
                    </a:lnTo>
                    <a:lnTo>
                      <a:pt x="73152" y="635"/>
                    </a:lnTo>
                    <a:lnTo>
                      <a:pt x="73152" y="0"/>
                    </a:lnTo>
                    <a:close/>
                  </a:path>
                </a:pathLst>
              </a:custGeom>
              <a:solidFill>
                <a:srgbClr val="DDAA86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35" name="object 44">
                <a:extLst>
                  <a:ext uri="{FF2B5EF4-FFF2-40B4-BE49-F238E27FC236}">
                    <a16:creationId xmlns:a16="http://schemas.microsoft.com/office/drawing/2014/main" id="{37663B13-980D-135B-AADC-46B858B3C4C4}"/>
                  </a:ext>
                </a:extLst>
              </p:cNvPr>
              <p:cNvSpPr/>
              <p:nvPr/>
            </p:nvSpPr>
            <p:spPr>
              <a:xfrm>
                <a:off x="1058673" y="1298067"/>
                <a:ext cx="419100" cy="120227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90169">
                    <a:moveTo>
                      <a:pt x="55135" y="0"/>
                    </a:moveTo>
                    <a:lnTo>
                      <a:pt x="27901" y="1047"/>
                    </a:lnTo>
                    <a:lnTo>
                      <a:pt x="3098" y="1047"/>
                    </a:lnTo>
                    <a:lnTo>
                      <a:pt x="0" y="12477"/>
                    </a:lnTo>
                    <a:lnTo>
                      <a:pt x="2324" y="21621"/>
                    </a:lnTo>
                    <a:lnTo>
                      <a:pt x="3873" y="23145"/>
                    </a:lnTo>
                    <a:lnTo>
                      <a:pt x="7746" y="23145"/>
                    </a:lnTo>
                    <a:lnTo>
                      <a:pt x="10071" y="27717"/>
                    </a:lnTo>
                    <a:lnTo>
                      <a:pt x="12063" y="32504"/>
                    </a:lnTo>
                    <a:lnTo>
                      <a:pt x="13762" y="39719"/>
                    </a:lnTo>
                    <a:lnTo>
                      <a:pt x="15748" y="48934"/>
                    </a:lnTo>
                    <a:lnTo>
                      <a:pt x="18605" y="59721"/>
                    </a:lnTo>
                    <a:lnTo>
                      <a:pt x="20929" y="66579"/>
                    </a:lnTo>
                    <a:lnTo>
                      <a:pt x="25577" y="74199"/>
                    </a:lnTo>
                    <a:lnTo>
                      <a:pt x="31000" y="78771"/>
                    </a:lnTo>
                    <a:lnTo>
                      <a:pt x="37211" y="84105"/>
                    </a:lnTo>
                    <a:lnTo>
                      <a:pt x="44183" y="87153"/>
                    </a:lnTo>
                    <a:lnTo>
                      <a:pt x="48831" y="87915"/>
                    </a:lnTo>
                    <a:lnTo>
                      <a:pt x="58839" y="89356"/>
                    </a:lnTo>
                    <a:lnTo>
                      <a:pt x="73059" y="89725"/>
                    </a:lnTo>
                    <a:lnTo>
                      <a:pt x="88732" y="88237"/>
                    </a:lnTo>
                    <a:lnTo>
                      <a:pt x="102519" y="84272"/>
                    </a:lnTo>
                    <a:lnTo>
                      <a:pt x="76681" y="84272"/>
                    </a:lnTo>
                    <a:lnTo>
                      <a:pt x="59977" y="84105"/>
                    </a:lnTo>
                    <a:lnTo>
                      <a:pt x="22093" y="50482"/>
                    </a:lnTo>
                    <a:lnTo>
                      <a:pt x="18799" y="30372"/>
                    </a:lnTo>
                    <a:lnTo>
                      <a:pt x="20154" y="17049"/>
                    </a:lnTo>
                    <a:lnTo>
                      <a:pt x="25604" y="11322"/>
                    </a:lnTo>
                    <a:lnTo>
                      <a:pt x="35269" y="8381"/>
                    </a:lnTo>
                    <a:lnTo>
                      <a:pt x="49585" y="7298"/>
                    </a:lnTo>
                    <a:lnTo>
                      <a:pt x="121880" y="7143"/>
                    </a:lnTo>
                    <a:lnTo>
                      <a:pt x="120832" y="6977"/>
                    </a:lnTo>
                    <a:lnTo>
                      <a:pt x="117830" y="6381"/>
                    </a:lnTo>
                    <a:lnTo>
                      <a:pt x="81867" y="1154"/>
                    </a:lnTo>
                    <a:lnTo>
                      <a:pt x="55135" y="0"/>
                    </a:lnTo>
                    <a:close/>
                  </a:path>
                  <a:path w="314325" h="90169">
                    <a:moveTo>
                      <a:pt x="188422" y="23145"/>
                    </a:moveTo>
                    <a:lnTo>
                      <a:pt x="159689" y="23145"/>
                    </a:lnTo>
                    <a:lnTo>
                      <a:pt x="161844" y="23538"/>
                    </a:lnTo>
                    <a:lnTo>
                      <a:pt x="167051" y="25717"/>
                    </a:lnTo>
                    <a:lnTo>
                      <a:pt x="173421" y="31182"/>
                    </a:lnTo>
                    <a:lnTo>
                      <a:pt x="179070" y="41433"/>
                    </a:lnTo>
                    <a:lnTo>
                      <a:pt x="184251" y="54423"/>
                    </a:lnTo>
                    <a:lnTo>
                      <a:pt x="190885" y="66484"/>
                    </a:lnTo>
                    <a:lnTo>
                      <a:pt x="199556" y="76688"/>
                    </a:lnTo>
                    <a:lnTo>
                      <a:pt x="210845" y="84105"/>
                    </a:lnTo>
                    <a:lnTo>
                      <a:pt x="225211" y="88237"/>
                    </a:lnTo>
                    <a:lnTo>
                      <a:pt x="240884" y="89725"/>
                    </a:lnTo>
                    <a:lnTo>
                      <a:pt x="255104" y="89356"/>
                    </a:lnTo>
                    <a:lnTo>
                      <a:pt x="265112" y="87915"/>
                    </a:lnTo>
                    <a:lnTo>
                      <a:pt x="269760" y="87153"/>
                    </a:lnTo>
                    <a:lnTo>
                      <a:pt x="276351" y="84272"/>
                    </a:lnTo>
                    <a:lnTo>
                      <a:pt x="237262" y="84272"/>
                    </a:lnTo>
                    <a:lnTo>
                      <a:pt x="216268" y="80295"/>
                    </a:lnTo>
                    <a:lnTo>
                      <a:pt x="190654" y="51042"/>
                    </a:lnTo>
                    <a:lnTo>
                      <a:pt x="187010" y="34016"/>
                    </a:lnTo>
                    <a:lnTo>
                      <a:pt x="187399" y="25336"/>
                    </a:lnTo>
                    <a:lnTo>
                      <a:pt x="188422" y="23145"/>
                    </a:lnTo>
                    <a:close/>
                  </a:path>
                  <a:path w="314325" h="90169">
                    <a:moveTo>
                      <a:pt x="121880" y="7143"/>
                    </a:moveTo>
                    <a:lnTo>
                      <a:pt x="68986" y="7143"/>
                    </a:lnTo>
                    <a:lnTo>
                      <a:pt x="88235" y="7977"/>
                    </a:lnTo>
                    <a:lnTo>
                      <a:pt x="102611" y="9810"/>
                    </a:lnTo>
                    <a:lnTo>
                      <a:pt x="126933" y="34016"/>
                    </a:lnTo>
                    <a:lnTo>
                      <a:pt x="125577" y="42195"/>
                    </a:lnTo>
                    <a:lnTo>
                      <a:pt x="97675" y="80295"/>
                    </a:lnTo>
                    <a:lnTo>
                      <a:pt x="76681" y="84272"/>
                    </a:lnTo>
                    <a:lnTo>
                      <a:pt x="102519" y="84272"/>
                    </a:lnTo>
                    <a:lnTo>
                      <a:pt x="129366" y="54423"/>
                    </a:lnTo>
                    <a:lnTo>
                      <a:pt x="134873" y="41433"/>
                    </a:lnTo>
                    <a:lnTo>
                      <a:pt x="140401" y="31182"/>
                    </a:lnTo>
                    <a:lnTo>
                      <a:pt x="146505" y="25717"/>
                    </a:lnTo>
                    <a:lnTo>
                      <a:pt x="151445" y="23538"/>
                    </a:lnTo>
                    <a:lnTo>
                      <a:pt x="153479" y="23145"/>
                    </a:lnTo>
                    <a:lnTo>
                      <a:pt x="188422" y="23145"/>
                    </a:lnTo>
                    <a:lnTo>
                      <a:pt x="190986" y="17656"/>
                    </a:lnTo>
                    <a:lnTo>
                      <a:pt x="199224" y="12477"/>
                    </a:lnTo>
                    <a:lnTo>
                      <a:pt x="202336" y="11644"/>
                    </a:lnTo>
                    <a:lnTo>
                      <a:pt x="209463" y="10191"/>
                    </a:lnTo>
                    <a:lnTo>
                      <a:pt x="156578" y="10191"/>
                    </a:lnTo>
                    <a:lnTo>
                      <a:pt x="141367" y="9596"/>
                    </a:lnTo>
                    <a:lnTo>
                      <a:pt x="129065" y="8286"/>
                    </a:lnTo>
                    <a:lnTo>
                      <a:pt x="121880" y="7143"/>
                    </a:lnTo>
                    <a:close/>
                  </a:path>
                  <a:path w="314325" h="90169">
                    <a:moveTo>
                      <a:pt x="312497" y="7143"/>
                    </a:moveTo>
                    <a:lnTo>
                      <a:pt x="244957" y="7143"/>
                    </a:lnTo>
                    <a:lnTo>
                      <a:pt x="264358" y="7298"/>
                    </a:lnTo>
                    <a:lnTo>
                      <a:pt x="278674" y="8381"/>
                    </a:lnTo>
                    <a:lnTo>
                      <a:pt x="288339" y="11322"/>
                    </a:lnTo>
                    <a:lnTo>
                      <a:pt x="293789" y="17049"/>
                    </a:lnTo>
                    <a:lnTo>
                      <a:pt x="295144" y="30372"/>
                    </a:lnTo>
                    <a:lnTo>
                      <a:pt x="291850" y="50482"/>
                    </a:lnTo>
                    <a:lnTo>
                      <a:pt x="268986" y="81057"/>
                    </a:lnTo>
                    <a:lnTo>
                      <a:pt x="237262" y="84272"/>
                    </a:lnTo>
                    <a:lnTo>
                      <a:pt x="276351" y="84272"/>
                    </a:lnTo>
                    <a:lnTo>
                      <a:pt x="276732" y="84105"/>
                    </a:lnTo>
                    <a:lnTo>
                      <a:pt x="282943" y="78771"/>
                    </a:lnTo>
                    <a:lnTo>
                      <a:pt x="288366" y="74199"/>
                    </a:lnTo>
                    <a:lnTo>
                      <a:pt x="301548" y="32504"/>
                    </a:lnTo>
                    <a:lnTo>
                      <a:pt x="303085" y="27717"/>
                    </a:lnTo>
                    <a:lnTo>
                      <a:pt x="306196" y="23145"/>
                    </a:lnTo>
                    <a:lnTo>
                      <a:pt x="310070" y="23145"/>
                    </a:lnTo>
                    <a:lnTo>
                      <a:pt x="311619" y="21621"/>
                    </a:lnTo>
                    <a:lnTo>
                      <a:pt x="313943" y="12477"/>
                    </a:lnTo>
                    <a:lnTo>
                      <a:pt x="312497" y="7143"/>
                    </a:lnTo>
                    <a:close/>
                  </a:path>
                  <a:path w="314325" h="90169">
                    <a:moveTo>
                      <a:pt x="258808" y="0"/>
                    </a:moveTo>
                    <a:lnTo>
                      <a:pt x="232076" y="1154"/>
                    </a:lnTo>
                    <a:lnTo>
                      <a:pt x="196113" y="6381"/>
                    </a:lnTo>
                    <a:lnTo>
                      <a:pt x="193098" y="6977"/>
                    </a:lnTo>
                    <a:lnTo>
                      <a:pt x="184780" y="8286"/>
                    </a:lnTo>
                    <a:lnTo>
                      <a:pt x="172244" y="9596"/>
                    </a:lnTo>
                    <a:lnTo>
                      <a:pt x="156578" y="10191"/>
                    </a:lnTo>
                    <a:lnTo>
                      <a:pt x="209463" y="10191"/>
                    </a:lnTo>
                    <a:lnTo>
                      <a:pt x="211332" y="9810"/>
                    </a:lnTo>
                    <a:lnTo>
                      <a:pt x="225708" y="7977"/>
                    </a:lnTo>
                    <a:lnTo>
                      <a:pt x="244957" y="7143"/>
                    </a:lnTo>
                    <a:lnTo>
                      <a:pt x="312497" y="7143"/>
                    </a:lnTo>
                    <a:lnTo>
                      <a:pt x="310845" y="1047"/>
                    </a:lnTo>
                    <a:lnTo>
                      <a:pt x="286042" y="1047"/>
                    </a:lnTo>
                    <a:lnTo>
                      <a:pt x="258808" y="0"/>
                    </a:lnTo>
                    <a:close/>
                  </a:path>
                </a:pathLst>
              </a:custGeom>
              <a:solidFill>
                <a:srgbClr val="404041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04DA46ED-78EF-5288-FCB8-8556855C884A}"/>
              </a:ext>
            </a:extLst>
          </p:cNvPr>
          <p:cNvSpPr/>
          <p:nvPr/>
        </p:nvSpPr>
        <p:spPr>
          <a:xfrm>
            <a:off x="5845436" y="302222"/>
            <a:ext cx="6313131" cy="614014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Platform as a Service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Subscription &amp; Consumption Based Pricing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Pre-built Test Cases for Packaged Applications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Enterprise Automation Platform – SaaS, On-Prem, Web, Mobile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Quality Metrics Dashboard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Automated Test Data Management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On-boarding in 6-8 weeks &amp; &lt;5 days execution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Auto Health Checks – Process or Security breakdowns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Performance Testing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Auto Generation of Test Documentation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Modular Testing Capability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lang="en-US" sz="14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Integrate with CI/CD Pipeline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Integrations – Services &amp; Microservices Automation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Auto Scale– Containerization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SzTx/>
              <a:buFont typeface="Lucida Grande" pitchFamily="2" charset="0"/>
              <a:buChar char="⇢"/>
              <a:tabLst/>
              <a:defRPr/>
            </a:pPr>
            <a:r>
              <a:rPr lang="en-US" sz="14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Test Driven Development and In-Sprint automation capabilities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2B8FA562-F27E-95E6-6CBE-609D724F7D78}"/>
              </a:ext>
            </a:extLst>
          </p:cNvPr>
          <p:cNvSpPr/>
          <p:nvPr/>
        </p:nvSpPr>
        <p:spPr>
          <a:xfrm>
            <a:off x="3661253" y="2202227"/>
            <a:ext cx="547688" cy="3224511"/>
          </a:xfrm>
          <a:prstGeom prst="rightBrace">
            <a:avLst/>
          </a:prstGeom>
          <a:ln>
            <a:solidFill>
              <a:srgbClr val="16A2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0CBFF55-9392-0947-9CE5-17F621AD4843}"/>
              </a:ext>
            </a:extLst>
          </p:cNvPr>
          <p:cNvSpPr/>
          <p:nvPr/>
        </p:nvSpPr>
        <p:spPr>
          <a:xfrm>
            <a:off x="4289751" y="3468283"/>
            <a:ext cx="14605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2CFF9F7-E004-065B-29EC-3BA1F6C573CF}"/>
              </a:ext>
            </a:extLst>
          </p:cNvPr>
          <p:cNvGrpSpPr/>
          <p:nvPr/>
        </p:nvGrpSpPr>
        <p:grpSpPr>
          <a:xfrm>
            <a:off x="361376" y="3653877"/>
            <a:ext cx="3421753" cy="482600"/>
            <a:chOff x="1622105" y="1769086"/>
            <a:chExt cx="3421753" cy="482600"/>
          </a:xfrm>
          <a:solidFill>
            <a:srgbClr val="00B0F0"/>
          </a:solidFill>
        </p:grpSpPr>
        <p:sp>
          <p:nvSpPr>
            <p:cNvPr id="40" name="Rectangle 13">
              <a:extLst>
                <a:ext uri="{FF2B5EF4-FFF2-40B4-BE49-F238E27FC236}">
                  <a16:creationId xmlns:a16="http://schemas.microsoft.com/office/drawing/2014/main" id="{B853B65B-B56D-787B-65DA-C8BFBFD4A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105" y="1769086"/>
              <a:ext cx="3379389" cy="482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41" name="Text Placeholder 89">
              <a:extLst>
                <a:ext uri="{FF2B5EF4-FFF2-40B4-BE49-F238E27FC236}">
                  <a16:creationId xmlns:a16="http://schemas.microsoft.com/office/drawing/2014/main" id="{CC8425DF-17FB-7CC0-35E7-45D388DFDF32}"/>
                </a:ext>
              </a:extLst>
            </p:cNvPr>
            <p:cNvSpPr txBox="1">
              <a:spLocks/>
            </p:cNvSpPr>
            <p:nvPr/>
          </p:nvSpPr>
          <p:spPr>
            <a:xfrm>
              <a:off x="1950048" y="1857026"/>
              <a:ext cx="3093810" cy="276999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kumimoji="0" lang="en-US" sz="1800" b="1" i="0" u="none" strike="noStrike" kern="1200" cap="none" normalizeH="0" baseline="0" dirty="0">
                  <a:ln>
                    <a:noFill/>
                  </a:ln>
                  <a:solidFill>
                    <a:srgbClr val="5E5E5D"/>
                  </a:solidFill>
                  <a:effectLst/>
                  <a:latin typeface="Open Sans Semibold" panose="020B0706030804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marR="0" lvl="0" indent="-2286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I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CloudTestr Platform</a:t>
              </a:r>
            </a:p>
          </p:txBody>
        </p:sp>
      </p:grpSp>
      <p:pic>
        <p:nvPicPr>
          <p:cNvPr id="42" name="Graphic 41">
            <a:extLst>
              <a:ext uri="{FF2B5EF4-FFF2-40B4-BE49-F238E27FC236}">
                <a16:creationId xmlns:a16="http://schemas.microsoft.com/office/drawing/2014/main" id="{B20F6508-E8C0-326F-B67B-60C04B265D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97547" y="4218538"/>
            <a:ext cx="986911" cy="82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16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>
          <a:extLst>
            <a:ext uri="{FF2B5EF4-FFF2-40B4-BE49-F238E27FC236}">
              <a16:creationId xmlns:a16="http://schemas.microsoft.com/office/drawing/2014/main" id="{E3EE23E4-9022-03E8-B8AC-0338D52A2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>
            <a:extLst>
              <a:ext uri="{FF2B5EF4-FFF2-40B4-BE49-F238E27FC236}">
                <a16:creationId xmlns:a16="http://schemas.microsoft.com/office/drawing/2014/main" id="{FB8C5A1B-65E4-9F51-5692-4094769B42C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369985" y="6143610"/>
            <a:ext cx="365123" cy="371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888" b="0" i="0" u="none" strike="noStrike" kern="120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6</a:t>
            </a:fld>
            <a:endParaRPr kumimoji="0" sz="888" b="0" i="0" u="none" strike="noStrike" kern="1200" cap="none" spc="0" normalizeH="0" baseline="0" noProof="0" dirty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65302C5-26ED-359F-3795-10C30E543ABC}"/>
              </a:ext>
            </a:extLst>
          </p:cNvPr>
          <p:cNvSpPr txBox="1">
            <a:spLocks/>
          </p:cNvSpPr>
          <p:nvPr/>
        </p:nvSpPr>
        <p:spPr>
          <a:xfrm>
            <a:off x="184375" y="126434"/>
            <a:ext cx="11485747" cy="9423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6235E"/>
                </a:solidFill>
                <a:effectLst/>
                <a:uLnTx/>
                <a:uFillTx/>
                <a:latin typeface="Arial" panose="020B0604020202020204" pitchFamily="34" charset="0"/>
                <a:ea typeface="Helvetica Neue Medium"/>
                <a:cs typeface="Arial" panose="020B0604020202020204" pitchFamily="34" charset="0"/>
              </a:rPr>
              <a:t>CloudTestr @ Verizon – </a:t>
            </a:r>
            <a:r>
              <a:rPr lang="en-US" sz="2800" dirty="0">
                <a:solidFill>
                  <a:srgbClr val="26235E"/>
                </a:solidFill>
                <a:ea typeface="Helvetica Neue Medium"/>
              </a:rPr>
              <a:t>New Enhancements (In-progress)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6235E"/>
              </a:solidFill>
              <a:effectLst/>
              <a:uLnTx/>
              <a:uFillTx/>
              <a:latin typeface="Arial" panose="020B0604020202020204" pitchFamily="34" charset="0"/>
              <a:ea typeface="Helvetica Neue Medium"/>
              <a:cs typeface="Arial" panose="020B0604020202020204" pitchFamily="34" charset="0"/>
            </a:endParaRPr>
          </a:p>
        </p:txBody>
      </p:sp>
      <p:pic>
        <p:nvPicPr>
          <p:cNvPr id="1034" name="Picture 8" descr="Current Location&quot; Images – Browse 493 Stock Photos, Vectors, and Video |  Adobe Stock">
            <a:extLst>
              <a:ext uri="{FF2B5EF4-FFF2-40B4-BE49-F238E27FC236}">
                <a16:creationId xmlns:a16="http://schemas.microsoft.com/office/drawing/2014/main" id="{C61AE7EC-CCE0-285B-DEAC-93B525DAA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871" y="795631"/>
            <a:ext cx="719884" cy="63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8" name="Rectangle: Rounded Corners 52">
            <a:extLst>
              <a:ext uri="{FF2B5EF4-FFF2-40B4-BE49-F238E27FC236}">
                <a16:creationId xmlns:a16="http://schemas.microsoft.com/office/drawing/2014/main" id="{216A5A65-B125-76F3-738A-68BAEFFF62FB}"/>
              </a:ext>
            </a:extLst>
          </p:cNvPr>
          <p:cNvSpPr/>
          <p:nvPr/>
        </p:nvSpPr>
        <p:spPr>
          <a:xfrm>
            <a:off x="1826048" y="1454477"/>
            <a:ext cx="3243532" cy="413626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 Features</a:t>
            </a:r>
          </a:p>
        </p:txBody>
      </p:sp>
      <p:sp>
        <p:nvSpPr>
          <p:cNvPr id="1049" name="Rectangle: Rounded Corners 53">
            <a:extLst>
              <a:ext uri="{FF2B5EF4-FFF2-40B4-BE49-F238E27FC236}">
                <a16:creationId xmlns:a16="http://schemas.microsoft.com/office/drawing/2014/main" id="{54227507-61F6-1325-15B2-9AADCF99B927}"/>
              </a:ext>
            </a:extLst>
          </p:cNvPr>
          <p:cNvSpPr/>
          <p:nvPr/>
        </p:nvSpPr>
        <p:spPr>
          <a:xfrm>
            <a:off x="6971396" y="1454477"/>
            <a:ext cx="3243532" cy="41362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 Features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D89B7CD1-2920-90AF-43F8-50FCF30D5197}"/>
              </a:ext>
            </a:extLst>
          </p:cNvPr>
          <p:cNvSpPr/>
          <p:nvPr/>
        </p:nvSpPr>
        <p:spPr>
          <a:xfrm>
            <a:off x="1826048" y="2038707"/>
            <a:ext cx="3243532" cy="32200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A3334175-FE51-B2A0-6911-91C8B8D35E0C}"/>
              </a:ext>
            </a:extLst>
          </p:cNvPr>
          <p:cNvSpPr/>
          <p:nvPr/>
        </p:nvSpPr>
        <p:spPr>
          <a:xfrm>
            <a:off x="6971396" y="2038707"/>
            <a:ext cx="3243532" cy="32200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041" name="Straight Connector 1040">
            <a:extLst>
              <a:ext uri="{FF2B5EF4-FFF2-40B4-BE49-F238E27FC236}">
                <a16:creationId xmlns:a16="http://schemas.microsoft.com/office/drawing/2014/main" id="{805D20A9-4178-A7FF-6FAC-ADD8D96C20CC}"/>
              </a:ext>
            </a:extLst>
          </p:cNvPr>
          <p:cNvCxnSpPr>
            <a:cxnSpLocks/>
          </p:cNvCxnSpPr>
          <p:nvPr/>
        </p:nvCxnSpPr>
        <p:spPr>
          <a:xfrm>
            <a:off x="2007202" y="5251689"/>
            <a:ext cx="2881223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8544E75B-C7FB-13C9-225D-563362063AEC}"/>
              </a:ext>
            </a:extLst>
          </p:cNvPr>
          <p:cNvCxnSpPr>
            <a:cxnSpLocks/>
          </p:cNvCxnSpPr>
          <p:nvPr/>
        </p:nvCxnSpPr>
        <p:spPr>
          <a:xfrm>
            <a:off x="7184477" y="5258799"/>
            <a:ext cx="2881223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BB56AB9F-2A9A-E0E2-CDCB-EE8641FDE20B}"/>
              </a:ext>
            </a:extLst>
          </p:cNvPr>
          <p:cNvCxnSpPr>
            <a:cxnSpLocks/>
            <a:endCxn id="1048" idx="0"/>
          </p:cNvCxnSpPr>
          <p:nvPr/>
        </p:nvCxnSpPr>
        <p:spPr>
          <a:xfrm>
            <a:off x="3447813" y="1256787"/>
            <a:ext cx="1" cy="1976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47B3032E-28A1-0C4A-F426-6195F67B6EE0}"/>
              </a:ext>
            </a:extLst>
          </p:cNvPr>
          <p:cNvCxnSpPr/>
          <p:nvPr/>
        </p:nvCxnSpPr>
        <p:spPr>
          <a:xfrm>
            <a:off x="8532778" y="1242571"/>
            <a:ext cx="1" cy="1976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9" name="Picture 1038">
            <a:extLst>
              <a:ext uri="{FF2B5EF4-FFF2-40B4-BE49-F238E27FC236}">
                <a16:creationId xmlns:a16="http://schemas.microsoft.com/office/drawing/2014/main" id="{31BDAA3A-9044-84E0-C969-752B5ACD5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313" y="841389"/>
            <a:ext cx="481013" cy="48958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934E92DA-1EF9-F653-A969-3458941F7E29}"/>
              </a:ext>
            </a:extLst>
          </p:cNvPr>
          <p:cNvGrpSpPr/>
          <p:nvPr/>
        </p:nvGrpSpPr>
        <p:grpSpPr>
          <a:xfrm>
            <a:off x="2007202" y="2863279"/>
            <a:ext cx="2786632" cy="2395519"/>
            <a:chOff x="664232" y="3031958"/>
            <a:chExt cx="2786632" cy="2703093"/>
          </a:xfrm>
        </p:grpSpPr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92A0AA58-BD83-CA58-C872-1606CED1DF65}"/>
                </a:ext>
              </a:extLst>
            </p:cNvPr>
            <p:cNvCxnSpPr/>
            <p:nvPr/>
          </p:nvCxnSpPr>
          <p:spPr>
            <a:xfrm>
              <a:off x="664232" y="3031958"/>
              <a:ext cx="2775284" cy="0"/>
            </a:xfrm>
            <a:prstGeom prst="line">
              <a:avLst/>
            </a:prstGeom>
            <a:ln>
              <a:solidFill>
                <a:schemeClr val="accent1">
                  <a:alpha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1B253EEB-6DDC-EDF3-9AF2-8214DD57E798}"/>
                </a:ext>
              </a:extLst>
            </p:cNvPr>
            <p:cNvCxnSpPr/>
            <p:nvPr/>
          </p:nvCxnSpPr>
          <p:spPr>
            <a:xfrm>
              <a:off x="664232" y="4852738"/>
              <a:ext cx="2775284" cy="0"/>
            </a:xfrm>
            <a:prstGeom prst="line">
              <a:avLst/>
            </a:prstGeom>
            <a:ln>
              <a:solidFill>
                <a:schemeClr val="accent1">
                  <a:alpha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597201A0-B7A3-930A-C780-D0314BA08DFC}"/>
                </a:ext>
              </a:extLst>
            </p:cNvPr>
            <p:cNvCxnSpPr/>
            <p:nvPr/>
          </p:nvCxnSpPr>
          <p:spPr>
            <a:xfrm>
              <a:off x="675580" y="3938335"/>
              <a:ext cx="2775284" cy="0"/>
            </a:xfrm>
            <a:prstGeom prst="line">
              <a:avLst/>
            </a:prstGeom>
            <a:ln>
              <a:solidFill>
                <a:schemeClr val="accent1">
                  <a:alpha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50363AC8-A6CE-D765-8832-4AF953945213}"/>
                </a:ext>
              </a:extLst>
            </p:cNvPr>
            <p:cNvCxnSpPr/>
            <p:nvPr/>
          </p:nvCxnSpPr>
          <p:spPr>
            <a:xfrm>
              <a:off x="675580" y="5735051"/>
              <a:ext cx="2775284" cy="0"/>
            </a:xfrm>
            <a:prstGeom prst="line">
              <a:avLst/>
            </a:prstGeom>
            <a:ln>
              <a:solidFill>
                <a:schemeClr val="accent1">
                  <a:alpha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26" name="Straight Connector 1025">
            <a:extLst>
              <a:ext uri="{FF2B5EF4-FFF2-40B4-BE49-F238E27FC236}">
                <a16:creationId xmlns:a16="http://schemas.microsoft.com/office/drawing/2014/main" id="{9B225C38-E052-ED8A-A1B8-C5138D9E9871}"/>
              </a:ext>
            </a:extLst>
          </p:cNvPr>
          <p:cNvCxnSpPr/>
          <p:nvPr/>
        </p:nvCxnSpPr>
        <p:spPr>
          <a:xfrm>
            <a:off x="7199770" y="2856171"/>
            <a:ext cx="2775284" cy="0"/>
          </a:xfrm>
          <a:prstGeom prst="line">
            <a:avLst/>
          </a:prstGeom>
          <a:ln>
            <a:solidFill>
              <a:schemeClr val="accent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5EC8E921-C8BA-029A-2A49-97AB9949B623}"/>
              </a:ext>
            </a:extLst>
          </p:cNvPr>
          <p:cNvCxnSpPr/>
          <p:nvPr/>
        </p:nvCxnSpPr>
        <p:spPr>
          <a:xfrm>
            <a:off x="7199770" y="4469772"/>
            <a:ext cx="2775284" cy="0"/>
          </a:xfrm>
          <a:prstGeom prst="line">
            <a:avLst/>
          </a:prstGeom>
          <a:ln>
            <a:solidFill>
              <a:schemeClr val="accent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7918210B-240D-5D53-1095-6C1C4CFFACC7}"/>
              </a:ext>
            </a:extLst>
          </p:cNvPr>
          <p:cNvCxnSpPr/>
          <p:nvPr/>
        </p:nvCxnSpPr>
        <p:spPr>
          <a:xfrm>
            <a:off x="7211118" y="3659415"/>
            <a:ext cx="2775284" cy="0"/>
          </a:xfrm>
          <a:prstGeom prst="line">
            <a:avLst/>
          </a:prstGeom>
          <a:ln>
            <a:solidFill>
              <a:schemeClr val="accent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0AD9AF61-8A88-1343-E541-548ACB3E93CF}"/>
              </a:ext>
            </a:extLst>
          </p:cNvPr>
          <p:cNvCxnSpPr/>
          <p:nvPr/>
        </p:nvCxnSpPr>
        <p:spPr>
          <a:xfrm>
            <a:off x="7211118" y="5251690"/>
            <a:ext cx="2775284" cy="0"/>
          </a:xfrm>
          <a:prstGeom prst="line">
            <a:avLst/>
          </a:prstGeom>
          <a:ln>
            <a:solidFill>
              <a:schemeClr val="accent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D0BD48B-7E53-2603-E71D-B05BEBAA1A96}"/>
              </a:ext>
            </a:extLst>
          </p:cNvPr>
          <p:cNvGrpSpPr/>
          <p:nvPr/>
        </p:nvGrpSpPr>
        <p:grpSpPr>
          <a:xfrm>
            <a:off x="2007202" y="2115557"/>
            <a:ext cx="2775284" cy="2318643"/>
            <a:chOff x="664232" y="2188232"/>
            <a:chExt cx="2775284" cy="2616347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FE73202-90DB-43DA-0E26-F2A1545989E2}"/>
                </a:ext>
              </a:extLst>
            </p:cNvPr>
            <p:cNvSpPr/>
            <p:nvPr/>
          </p:nvSpPr>
          <p:spPr>
            <a:xfrm>
              <a:off x="675580" y="2188232"/>
              <a:ext cx="2763936" cy="8356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AI Driven Test Case Generation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55E6B43-C097-A931-C172-4BDD85ACD18C}"/>
                </a:ext>
              </a:extLst>
            </p:cNvPr>
            <p:cNvSpPr/>
            <p:nvPr/>
          </p:nvSpPr>
          <p:spPr>
            <a:xfrm>
              <a:off x="664232" y="3078600"/>
              <a:ext cx="2763936" cy="8356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AI Driven Test Case Maintenance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45D70C4-EB23-399D-B270-488940D636F7}"/>
                </a:ext>
              </a:extLst>
            </p:cNvPr>
            <p:cNvSpPr/>
            <p:nvPr/>
          </p:nvSpPr>
          <p:spPr>
            <a:xfrm>
              <a:off x="675580" y="3968908"/>
              <a:ext cx="2763936" cy="8356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AI Powered Self-healing Capability</a:t>
              </a:r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998C6E72-82D7-472E-26A3-7CE05C53A09F}"/>
              </a:ext>
            </a:extLst>
          </p:cNvPr>
          <p:cNvSpPr/>
          <p:nvPr/>
        </p:nvSpPr>
        <p:spPr>
          <a:xfrm>
            <a:off x="7227157" y="2122666"/>
            <a:ext cx="2763936" cy="740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Enhanced Defect Analysis and Reporting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F10F8F-D28B-D4AF-4B94-69C367390FEF}"/>
              </a:ext>
            </a:extLst>
          </p:cNvPr>
          <p:cNvSpPr/>
          <p:nvPr/>
        </p:nvSpPr>
        <p:spPr>
          <a:xfrm>
            <a:off x="6803578" y="2923821"/>
            <a:ext cx="3703905" cy="740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 Analytics for Test Optimization / Risk Based Testing 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4A3B9B0-E78B-BA02-4129-C128D1A42A36}"/>
              </a:ext>
            </a:extLst>
          </p:cNvPr>
          <p:cNvSpPr/>
          <p:nvPr/>
        </p:nvSpPr>
        <p:spPr>
          <a:xfrm>
            <a:off x="7227157" y="3700726"/>
            <a:ext cx="2763936" cy="740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 Root Cause Analysis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F74D42C-326F-D23F-A445-CACA6A401F44}"/>
              </a:ext>
            </a:extLst>
          </p:cNvPr>
          <p:cNvSpPr/>
          <p:nvPr/>
        </p:nvSpPr>
        <p:spPr>
          <a:xfrm>
            <a:off x="7184477" y="4503997"/>
            <a:ext cx="2763936" cy="740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Enhanced UI Design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599D16-0C61-4D81-D536-07E4A88DE2F7}"/>
              </a:ext>
            </a:extLst>
          </p:cNvPr>
          <p:cNvSpPr/>
          <p:nvPr/>
        </p:nvSpPr>
        <p:spPr>
          <a:xfrm>
            <a:off x="1955900" y="4441309"/>
            <a:ext cx="3104970" cy="8844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Intelligent Test Execution (Chatbot based interaction)</a:t>
            </a:r>
          </a:p>
        </p:txBody>
      </p:sp>
    </p:spTree>
    <p:extLst>
      <p:ext uri="{BB962C8B-B14F-4D97-AF65-F5344CB8AC3E}">
        <p14:creationId xmlns:p14="http://schemas.microsoft.com/office/powerpoint/2010/main" val="2998806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>
          <a:extLst>
            <a:ext uri="{FF2B5EF4-FFF2-40B4-BE49-F238E27FC236}">
              <a16:creationId xmlns:a16="http://schemas.microsoft.com/office/drawing/2014/main" id="{968D8A8D-5C6B-D188-FC1B-5E3753D6A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>
            <a:extLst>
              <a:ext uri="{FF2B5EF4-FFF2-40B4-BE49-F238E27FC236}">
                <a16:creationId xmlns:a16="http://schemas.microsoft.com/office/drawing/2014/main" id="{EB8BCD9D-84AF-DECB-9585-065935878D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r">
              <a:buClr>
                <a:srgbClr val="000000"/>
              </a:buClr>
            </a:pPr>
            <a:fld id="{00000000-1234-1234-1234-123412341234}" type="slidenum">
              <a:rPr lang="en"/>
              <a:pPr algn="r">
                <a:buClr>
                  <a:srgbClr val="000000"/>
                </a:buClr>
              </a:pPr>
              <a:t>7</a:t>
            </a:fld>
            <a:endParaRPr/>
          </a:p>
        </p:txBody>
      </p:sp>
      <p:sp>
        <p:nvSpPr>
          <p:cNvPr id="2" name="Shape 141">
            <a:extLst>
              <a:ext uri="{FF2B5EF4-FFF2-40B4-BE49-F238E27FC236}">
                <a16:creationId xmlns:a16="http://schemas.microsoft.com/office/drawing/2014/main" id="{BE347BC8-9650-600B-50DC-542B9BB49ED2}"/>
              </a:ext>
            </a:extLst>
          </p:cNvPr>
          <p:cNvSpPr/>
          <p:nvPr/>
        </p:nvSpPr>
        <p:spPr>
          <a:xfrm>
            <a:off x="361376" y="284938"/>
            <a:ext cx="11469248" cy="36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rgbClr val="4D4D4D"/>
                </a:solidFill>
                <a:latin typeface="Lato Light"/>
                <a:ea typeface="Lato Light"/>
                <a:cs typeface="Lato Light"/>
                <a:sym typeface="Lato Light"/>
              </a:defRPr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F4F4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Lato Light"/>
              </a:rPr>
              <a:t>Verizon Value Automation/Integration -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E4D05C-1669-4247-494C-17586FF46D5A}"/>
              </a:ext>
            </a:extLst>
          </p:cNvPr>
          <p:cNvSpPr/>
          <p:nvPr/>
        </p:nvSpPr>
        <p:spPr>
          <a:xfrm>
            <a:off x="5606310" y="3313698"/>
            <a:ext cx="1776439" cy="53999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B31D4A-B50B-7A5E-18EE-2E36EA7BA33A}"/>
              </a:ext>
            </a:extLst>
          </p:cNvPr>
          <p:cNvSpPr/>
          <p:nvPr/>
        </p:nvSpPr>
        <p:spPr>
          <a:xfrm>
            <a:off x="5599446" y="2088113"/>
            <a:ext cx="1776439" cy="10707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Magnetic Disk 143">
            <a:extLst>
              <a:ext uri="{FF2B5EF4-FFF2-40B4-BE49-F238E27FC236}">
                <a16:creationId xmlns:a16="http://schemas.microsoft.com/office/drawing/2014/main" id="{1B51BCEC-AF45-0C15-C926-4FF54333B6B0}"/>
              </a:ext>
            </a:extLst>
          </p:cNvPr>
          <p:cNvSpPr/>
          <p:nvPr/>
        </p:nvSpPr>
        <p:spPr>
          <a:xfrm>
            <a:off x="3089263" y="3505998"/>
            <a:ext cx="402243" cy="301318"/>
          </a:xfrm>
          <a:prstGeom prst="flowChartMagneticDisk">
            <a:avLst/>
          </a:prstGeom>
          <a:solidFill>
            <a:srgbClr val="1D499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90260-79B9-D3F8-D19F-2E6944469C4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1D4999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130949" y="2342277"/>
            <a:ext cx="1804650" cy="62797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778810-6601-2B91-48BB-3F2686CD0194}"/>
              </a:ext>
            </a:extLst>
          </p:cNvPr>
          <p:cNvCxnSpPr>
            <a:cxnSpLocks/>
          </p:cNvCxnSpPr>
          <p:nvPr/>
        </p:nvCxnSpPr>
        <p:spPr>
          <a:xfrm>
            <a:off x="3278145" y="3066691"/>
            <a:ext cx="0" cy="410209"/>
          </a:xfrm>
          <a:prstGeom prst="straightConnector1">
            <a:avLst/>
          </a:prstGeom>
          <a:ln>
            <a:solidFill>
              <a:srgbClr val="1D499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Magnetic Disk 203">
            <a:extLst>
              <a:ext uri="{FF2B5EF4-FFF2-40B4-BE49-F238E27FC236}">
                <a16:creationId xmlns:a16="http://schemas.microsoft.com/office/drawing/2014/main" id="{BD9F902D-9617-24E8-7D66-7A625B98859A}"/>
              </a:ext>
            </a:extLst>
          </p:cNvPr>
          <p:cNvSpPr/>
          <p:nvPr/>
        </p:nvSpPr>
        <p:spPr>
          <a:xfrm>
            <a:off x="3545102" y="3505998"/>
            <a:ext cx="402243" cy="301318"/>
          </a:xfrm>
          <a:prstGeom prst="flowChartMagneticDisk">
            <a:avLst/>
          </a:prstGeom>
          <a:solidFill>
            <a:srgbClr val="BE510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8DA0F8-EF62-083C-8856-C75B2144B3B1}"/>
              </a:ext>
            </a:extLst>
          </p:cNvPr>
          <p:cNvCxnSpPr>
            <a:cxnSpLocks/>
          </p:cNvCxnSpPr>
          <p:nvPr/>
        </p:nvCxnSpPr>
        <p:spPr>
          <a:xfrm>
            <a:off x="3739319" y="3066691"/>
            <a:ext cx="0" cy="410209"/>
          </a:xfrm>
          <a:prstGeom prst="straightConnector1">
            <a:avLst/>
          </a:prstGeom>
          <a:ln>
            <a:solidFill>
              <a:srgbClr val="BE510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Magnetic Disk 214">
            <a:extLst>
              <a:ext uri="{FF2B5EF4-FFF2-40B4-BE49-F238E27FC236}">
                <a16:creationId xmlns:a16="http://schemas.microsoft.com/office/drawing/2014/main" id="{BF62A7C3-0749-BCF7-096E-970134C886BA}"/>
              </a:ext>
            </a:extLst>
          </p:cNvPr>
          <p:cNvSpPr/>
          <p:nvPr/>
        </p:nvSpPr>
        <p:spPr>
          <a:xfrm>
            <a:off x="4000941" y="3505998"/>
            <a:ext cx="402243" cy="301318"/>
          </a:xfrm>
          <a:prstGeom prst="flowChartMagneticDisk">
            <a:avLst/>
          </a:prstGeom>
          <a:solidFill>
            <a:srgbClr val="D295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531325-966F-A114-2A6B-159EB384E185}"/>
              </a:ext>
            </a:extLst>
          </p:cNvPr>
          <p:cNvCxnSpPr>
            <a:cxnSpLocks/>
          </p:cNvCxnSpPr>
          <p:nvPr/>
        </p:nvCxnSpPr>
        <p:spPr>
          <a:xfrm>
            <a:off x="4200493" y="3066691"/>
            <a:ext cx="0" cy="410209"/>
          </a:xfrm>
          <a:prstGeom prst="straightConnector1">
            <a:avLst/>
          </a:prstGeom>
          <a:ln>
            <a:solidFill>
              <a:srgbClr val="D295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Magnetic Disk 216">
            <a:extLst>
              <a:ext uri="{FF2B5EF4-FFF2-40B4-BE49-F238E27FC236}">
                <a16:creationId xmlns:a16="http://schemas.microsoft.com/office/drawing/2014/main" id="{35FA6F17-4C41-FB3B-6ECB-7C61ADC40A8F}"/>
              </a:ext>
            </a:extLst>
          </p:cNvPr>
          <p:cNvSpPr/>
          <p:nvPr/>
        </p:nvSpPr>
        <p:spPr>
          <a:xfrm>
            <a:off x="4456780" y="3505998"/>
            <a:ext cx="402243" cy="301318"/>
          </a:xfrm>
          <a:prstGeom prst="flowChartMagneticDisk">
            <a:avLst/>
          </a:prstGeom>
          <a:solidFill>
            <a:srgbClr val="4A852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875995-EC4E-3FB8-8A8E-6A271D6F2F33}"/>
              </a:ext>
            </a:extLst>
          </p:cNvPr>
          <p:cNvCxnSpPr>
            <a:cxnSpLocks/>
          </p:cNvCxnSpPr>
          <p:nvPr/>
        </p:nvCxnSpPr>
        <p:spPr>
          <a:xfrm>
            <a:off x="4661667" y="3066691"/>
            <a:ext cx="0" cy="410209"/>
          </a:xfrm>
          <a:prstGeom prst="straightConnector1">
            <a:avLst/>
          </a:prstGeom>
          <a:ln>
            <a:solidFill>
              <a:srgbClr val="4A852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07">
            <a:extLst>
              <a:ext uri="{FF2B5EF4-FFF2-40B4-BE49-F238E27FC236}">
                <a16:creationId xmlns:a16="http://schemas.microsoft.com/office/drawing/2014/main" id="{4A9846A9-62C0-F05B-EFB5-054785414C29}"/>
              </a:ext>
            </a:extLst>
          </p:cNvPr>
          <p:cNvSpPr/>
          <p:nvPr/>
        </p:nvSpPr>
        <p:spPr>
          <a:xfrm>
            <a:off x="2806916" y="2227148"/>
            <a:ext cx="2404147" cy="2403703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0B18C8-8612-581B-C1B3-FF1D2AF42424}"/>
              </a:ext>
            </a:extLst>
          </p:cNvPr>
          <p:cNvSpPr txBox="1"/>
          <p:nvPr/>
        </p:nvSpPr>
        <p:spPr>
          <a:xfrm>
            <a:off x="3305892" y="3762357"/>
            <a:ext cx="1787237" cy="26840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defTabSz="1218987">
              <a:lnSpc>
                <a:spcPct val="110000"/>
              </a:lnSpc>
              <a:defRPr/>
            </a:pPr>
            <a:r>
              <a:rPr lang="en-US" sz="11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CloudTestr Database</a:t>
            </a:r>
          </a:p>
        </p:txBody>
      </p:sp>
      <p:pic>
        <p:nvPicPr>
          <p:cNvPr id="17" name="Picture 4" descr="Image result for virtual machine logo png">
            <a:extLst>
              <a:ext uri="{FF2B5EF4-FFF2-40B4-BE49-F238E27FC236}">
                <a16:creationId xmlns:a16="http://schemas.microsoft.com/office/drawing/2014/main" id="{81D8B933-E7CE-762E-86E8-410AB0483E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6" r="10921"/>
          <a:stretch/>
        </p:blipFill>
        <p:spPr bwMode="auto">
          <a:xfrm>
            <a:off x="3263023" y="4047440"/>
            <a:ext cx="455358" cy="45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Image result for virtual machine logo png">
            <a:extLst>
              <a:ext uri="{FF2B5EF4-FFF2-40B4-BE49-F238E27FC236}">
                <a16:creationId xmlns:a16="http://schemas.microsoft.com/office/drawing/2014/main" id="{920E4DBE-E445-107F-B867-3F36C629A0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6" r="10921"/>
          <a:stretch/>
        </p:blipFill>
        <p:spPr bwMode="auto">
          <a:xfrm>
            <a:off x="3805595" y="4049793"/>
            <a:ext cx="455358" cy="45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Image result for virtual machine logo png">
            <a:extLst>
              <a:ext uri="{FF2B5EF4-FFF2-40B4-BE49-F238E27FC236}">
                <a16:creationId xmlns:a16="http://schemas.microsoft.com/office/drawing/2014/main" id="{232286BC-7FF7-592E-F67F-F8F5A1F916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6" r="10921"/>
          <a:stretch/>
        </p:blipFill>
        <p:spPr bwMode="auto">
          <a:xfrm>
            <a:off x="4307299" y="4047439"/>
            <a:ext cx="455358" cy="45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03C9947-5FA9-C111-1D11-A55DA200D181}"/>
              </a:ext>
            </a:extLst>
          </p:cNvPr>
          <p:cNvSpPr/>
          <p:nvPr/>
        </p:nvSpPr>
        <p:spPr>
          <a:xfrm>
            <a:off x="2857465" y="4675161"/>
            <a:ext cx="2347442" cy="54614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18B928-97E0-57C0-C76C-23FA09BAEA08}"/>
              </a:ext>
            </a:extLst>
          </p:cNvPr>
          <p:cNvSpPr txBox="1"/>
          <p:nvPr/>
        </p:nvSpPr>
        <p:spPr>
          <a:xfrm>
            <a:off x="3027428" y="5209936"/>
            <a:ext cx="1963121" cy="26840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defTabSz="1218987">
              <a:lnSpc>
                <a:spcPct val="110000"/>
              </a:lnSpc>
              <a:defRPr/>
            </a:pPr>
            <a:r>
              <a:rPr lang="en-US" sz="11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Containers in host VM</a:t>
            </a:r>
          </a:p>
        </p:txBody>
      </p:sp>
      <p:pic>
        <p:nvPicPr>
          <p:cNvPr id="22" name="Picture 21" descr="A blue cube with black background&#10;&#10;Description automatically generated">
            <a:extLst>
              <a:ext uri="{FF2B5EF4-FFF2-40B4-BE49-F238E27FC236}">
                <a16:creationId xmlns:a16="http://schemas.microsoft.com/office/drawing/2014/main" id="{C1366D99-EBF2-F193-DDCC-ADD24E671B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976" y="4687543"/>
            <a:ext cx="455359" cy="510011"/>
          </a:xfrm>
          <a:prstGeom prst="rect">
            <a:avLst/>
          </a:prstGeom>
        </p:spPr>
      </p:pic>
      <p:pic>
        <p:nvPicPr>
          <p:cNvPr id="23" name="Picture 22" descr="A blue cube with black background&#10;&#10;Description automatically generated">
            <a:extLst>
              <a:ext uri="{FF2B5EF4-FFF2-40B4-BE49-F238E27FC236}">
                <a16:creationId xmlns:a16="http://schemas.microsoft.com/office/drawing/2014/main" id="{D3BA7F4A-A536-8D8E-1A10-1935D1D2E9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680" y="4710395"/>
            <a:ext cx="455359" cy="510011"/>
          </a:xfrm>
          <a:prstGeom prst="rect">
            <a:avLst/>
          </a:prstGeom>
        </p:spPr>
      </p:pic>
      <p:pic>
        <p:nvPicPr>
          <p:cNvPr id="24" name="Picture 23" descr="A blue cube with black background&#10;&#10;Description automatically generated">
            <a:extLst>
              <a:ext uri="{FF2B5EF4-FFF2-40B4-BE49-F238E27FC236}">
                <a16:creationId xmlns:a16="http://schemas.microsoft.com/office/drawing/2014/main" id="{EB23FA18-F106-E56D-9022-72BE590310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736" y="4687543"/>
            <a:ext cx="455359" cy="510011"/>
          </a:xfrm>
          <a:prstGeom prst="rect">
            <a:avLst/>
          </a:prstGeom>
        </p:spPr>
      </p:pic>
      <p:pic>
        <p:nvPicPr>
          <p:cNvPr id="25" name="Picture 24" descr="A blue cube with black background&#10;&#10;Description automatically generated">
            <a:extLst>
              <a:ext uri="{FF2B5EF4-FFF2-40B4-BE49-F238E27FC236}">
                <a16:creationId xmlns:a16="http://schemas.microsoft.com/office/drawing/2014/main" id="{BE3D48BC-6D83-B9DF-5682-70DDE2623D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440" y="4719718"/>
            <a:ext cx="455359" cy="51001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BA8C047-0E4C-8D32-9B28-71EBF6B57235}"/>
              </a:ext>
            </a:extLst>
          </p:cNvPr>
          <p:cNvSpPr txBox="1"/>
          <p:nvPr/>
        </p:nvSpPr>
        <p:spPr>
          <a:xfrm>
            <a:off x="3313268" y="4420293"/>
            <a:ext cx="1435836" cy="26840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defTabSz="1218987">
              <a:lnSpc>
                <a:spcPct val="110000"/>
              </a:lnSpc>
              <a:defRPr/>
            </a:pPr>
            <a:r>
              <a:rPr lang="en-US" sz="1100" b="1" kern="0" dirty="0">
                <a:solidFill>
                  <a:prstClr val="black">
                    <a:lumMod val="65000"/>
                    <a:lumOff val="35000"/>
                  </a:prst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Container Host VM’s</a:t>
            </a:r>
          </a:p>
        </p:txBody>
      </p:sp>
      <p:sp>
        <p:nvSpPr>
          <p:cNvPr id="27" name="Rectangle: Rounded Corners 107">
            <a:extLst>
              <a:ext uri="{FF2B5EF4-FFF2-40B4-BE49-F238E27FC236}">
                <a16:creationId xmlns:a16="http://schemas.microsoft.com/office/drawing/2014/main" id="{97A08B23-F493-113F-8A58-F9068ED34006}"/>
              </a:ext>
            </a:extLst>
          </p:cNvPr>
          <p:cNvSpPr/>
          <p:nvPr/>
        </p:nvSpPr>
        <p:spPr>
          <a:xfrm>
            <a:off x="807522" y="2187837"/>
            <a:ext cx="1762709" cy="131816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107">
            <a:extLst>
              <a:ext uri="{FF2B5EF4-FFF2-40B4-BE49-F238E27FC236}">
                <a16:creationId xmlns:a16="http://schemas.microsoft.com/office/drawing/2014/main" id="{E0B73DCF-F573-436A-3DF5-469888E03E70}"/>
              </a:ext>
            </a:extLst>
          </p:cNvPr>
          <p:cNvSpPr/>
          <p:nvPr/>
        </p:nvSpPr>
        <p:spPr>
          <a:xfrm>
            <a:off x="807370" y="3921985"/>
            <a:ext cx="1762709" cy="131816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559C7C-91EA-6709-ABAD-774B546E504E}"/>
              </a:ext>
            </a:extLst>
          </p:cNvPr>
          <p:cNvSpPr txBox="1"/>
          <p:nvPr/>
        </p:nvSpPr>
        <p:spPr>
          <a:xfrm>
            <a:off x="859910" y="2140530"/>
            <a:ext cx="165762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CI/CD Pipeline - Jenkins </a:t>
            </a:r>
            <a:endParaRPr lang="en-IN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On Demand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Scheduled (Cron Jobs)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Release Code Commit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690E0DFC-D866-68A7-3F29-E5C3D7C337FD}"/>
              </a:ext>
            </a:extLst>
          </p:cNvPr>
          <p:cNvCxnSpPr>
            <a:cxnSpLocks/>
          </p:cNvCxnSpPr>
          <p:nvPr/>
        </p:nvCxnSpPr>
        <p:spPr>
          <a:xfrm>
            <a:off x="1567542" y="3454538"/>
            <a:ext cx="1239374" cy="256359"/>
          </a:xfrm>
          <a:prstGeom prst="bentConnector3">
            <a:avLst>
              <a:gd name="adj1" fmla="val -784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B71F16E5-59E9-3A2B-199D-E1ADA2AA8B20}"/>
              </a:ext>
            </a:extLst>
          </p:cNvPr>
          <p:cNvCxnSpPr>
            <a:cxnSpLocks/>
          </p:cNvCxnSpPr>
          <p:nvPr/>
        </p:nvCxnSpPr>
        <p:spPr>
          <a:xfrm flipV="1">
            <a:off x="1567542" y="3710897"/>
            <a:ext cx="1239374" cy="197233"/>
          </a:xfrm>
          <a:prstGeom prst="bentConnector3">
            <a:avLst>
              <a:gd name="adj1" fmla="val -304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82C5B4D-AC93-565A-179E-836B95589CFA}"/>
              </a:ext>
            </a:extLst>
          </p:cNvPr>
          <p:cNvSpPr txBox="1"/>
          <p:nvPr/>
        </p:nvSpPr>
        <p:spPr>
          <a:xfrm>
            <a:off x="826259" y="4047439"/>
            <a:ext cx="176270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/>
            </a:lvl1pPr>
          </a:lstStyle>
          <a:p>
            <a:r>
              <a:rPr lang="en-US" dirty="0"/>
              <a:t>CloudTestr Portal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0" dirty="0"/>
              <a:t>On-Demand Run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b="0" dirty="0"/>
              <a:t>Scheduled </a:t>
            </a:r>
          </a:p>
        </p:txBody>
      </p:sp>
      <p:sp>
        <p:nvSpPr>
          <p:cNvPr id="33" name="Rectangle: Rounded Corners 107">
            <a:extLst>
              <a:ext uri="{FF2B5EF4-FFF2-40B4-BE49-F238E27FC236}">
                <a16:creationId xmlns:a16="http://schemas.microsoft.com/office/drawing/2014/main" id="{83E1105B-9DB3-BDB5-5B3B-01763ECBC987}"/>
              </a:ext>
            </a:extLst>
          </p:cNvPr>
          <p:cNvSpPr/>
          <p:nvPr/>
        </p:nvSpPr>
        <p:spPr>
          <a:xfrm>
            <a:off x="5599446" y="1518282"/>
            <a:ext cx="1762710" cy="4253126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5D08E2-3C47-5CB1-B9A1-4D1669B2617D}"/>
              </a:ext>
            </a:extLst>
          </p:cNvPr>
          <p:cNvSpPr txBox="1"/>
          <p:nvPr/>
        </p:nvSpPr>
        <p:spPr>
          <a:xfrm>
            <a:off x="5613176" y="2102264"/>
            <a:ext cx="176270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WEB (8)</a:t>
            </a:r>
          </a:p>
          <a:p>
            <a:pPr marL="176213" indent="-176213" algn="l">
              <a:buFont typeface="Arial" panose="020B0604020202020204" pitchFamily="34" charset="0"/>
              <a:buChar char="•"/>
            </a:pPr>
            <a:r>
              <a:rPr lang="en-US" sz="1100" dirty="0"/>
              <a:t>Angular – SM, WFM</a:t>
            </a:r>
          </a:p>
          <a:p>
            <a:pPr marL="176213" indent="-176213" algn="l">
              <a:buFont typeface="Arial" panose="020B0604020202020204" pitchFamily="34" charset="0"/>
              <a:buChar char="•"/>
            </a:pPr>
            <a:r>
              <a:rPr lang="en-US" sz="1100" dirty="0"/>
              <a:t>AEM – ST, TW, TF</a:t>
            </a:r>
          </a:p>
          <a:p>
            <a:pPr marL="176213" indent="-176213" algn="l">
              <a:buFont typeface="Arial" panose="020B0604020202020204" pitchFamily="34" charset="0"/>
              <a:buChar char="•"/>
            </a:pPr>
            <a:r>
              <a:rPr lang="en-US" sz="1100" dirty="0"/>
              <a:t>IBM Portal – GS, </a:t>
            </a:r>
            <a:r>
              <a:rPr lang="en-US" sz="1100" dirty="0" err="1"/>
              <a:t>Safelink</a:t>
            </a:r>
            <a:endParaRPr lang="en-US" sz="1100" dirty="0"/>
          </a:p>
          <a:p>
            <a:pPr marL="176213" indent="-176213" algn="l">
              <a:buFont typeface="Arial" panose="020B0604020202020204" pitchFamily="34" charset="0"/>
              <a:buChar char="•"/>
            </a:pPr>
            <a:r>
              <a:rPr lang="en-US" sz="1100" dirty="0"/>
              <a:t>HCL Commerce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3C600E-1C25-484C-62C2-6D53779514B2}"/>
              </a:ext>
            </a:extLst>
          </p:cNvPr>
          <p:cNvSpPr txBox="1"/>
          <p:nvPr/>
        </p:nvSpPr>
        <p:spPr>
          <a:xfrm>
            <a:off x="5599447" y="3404412"/>
            <a:ext cx="17627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TAS (Oracle ADF)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DE968280-3ADA-B5A3-873B-49B5F7898DD3}"/>
              </a:ext>
            </a:extLst>
          </p:cNvPr>
          <p:cNvSpPr txBox="1">
            <a:spLocks/>
          </p:cNvSpPr>
          <p:nvPr/>
        </p:nvSpPr>
        <p:spPr>
          <a:xfrm>
            <a:off x="5613175" y="1581614"/>
            <a:ext cx="1748981" cy="2569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Front End Testing</a:t>
            </a:r>
            <a:endParaRPr lang="en-IN" sz="14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404D97-9790-749D-263D-44720A6B9441}"/>
              </a:ext>
            </a:extLst>
          </p:cNvPr>
          <p:cNvSpPr/>
          <p:nvPr/>
        </p:nvSpPr>
        <p:spPr>
          <a:xfrm>
            <a:off x="7583811" y="3299547"/>
            <a:ext cx="1751197" cy="5541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47525E-21D8-92AF-DAEF-8A7B1F5FBF41}"/>
              </a:ext>
            </a:extLst>
          </p:cNvPr>
          <p:cNvSpPr/>
          <p:nvPr/>
        </p:nvSpPr>
        <p:spPr>
          <a:xfrm>
            <a:off x="7588823" y="2073962"/>
            <a:ext cx="1746186" cy="10707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3BA4A0-A4D9-5135-DEC5-466555C16F5E}"/>
              </a:ext>
            </a:extLst>
          </p:cNvPr>
          <p:cNvSpPr/>
          <p:nvPr/>
        </p:nvSpPr>
        <p:spPr>
          <a:xfrm>
            <a:off x="7583811" y="4008555"/>
            <a:ext cx="1751197" cy="333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7011EC-7892-FEB0-3734-2DAB0DC19513}"/>
              </a:ext>
            </a:extLst>
          </p:cNvPr>
          <p:cNvSpPr/>
          <p:nvPr/>
        </p:nvSpPr>
        <p:spPr>
          <a:xfrm>
            <a:off x="7588461" y="4467468"/>
            <a:ext cx="1751197" cy="10707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107">
            <a:extLst>
              <a:ext uri="{FF2B5EF4-FFF2-40B4-BE49-F238E27FC236}">
                <a16:creationId xmlns:a16="http://schemas.microsoft.com/office/drawing/2014/main" id="{739CEBBD-0303-235A-311B-3140A6BD612A}"/>
              </a:ext>
            </a:extLst>
          </p:cNvPr>
          <p:cNvSpPr/>
          <p:nvPr/>
        </p:nvSpPr>
        <p:spPr>
          <a:xfrm>
            <a:off x="7580104" y="1518282"/>
            <a:ext cx="1762710" cy="4253126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8E040C7F-4CBD-0632-E2F0-388C99851FA9}"/>
              </a:ext>
            </a:extLst>
          </p:cNvPr>
          <p:cNvSpPr txBox="1">
            <a:spLocks/>
          </p:cNvSpPr>
          <p:nvPr/>
        </p:nvSpPr>
        <p:spPr>
          <a:xfrm>
            <a:off x="7545782" y="1606975"/>
            <a:ext cx="1748981" cy="2569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Back End Testing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0718F1-F9FC-74C7-F39F-9CD396DFBC67}"/>
              </a:ext>
            </a:extLst>
          </p:cNvPr>
          <p:cNvSpPr txBox="1"/>
          <p:nvPr/>
        </p:nvSpPr>
        <p:spPr>
          <a:xfrm>
            <a:off x="7711404" y="1773908"/>
            <a:ext cx="14088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 ( REST/SOAP Services )</a:t>
            </a:r>
            <a:endParaRPr lang="en-IN" sz="1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4B8857-8B1E-453B-9CF6-158BE73BDDE9}"/>
              </a:ext>
            </a:extLst>
          </p:cNvPr>
          <p:cNvSpPr txBox="1"/>
          <p:nvPr/>
        </p:nvSpPr>
        <p:spPr>
          <a:xfrm>
            <a:off x="7629042" y="2121768"/>
            <a:ext cx="11943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Retailer (3)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/>
              <a:t>Walmart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/>
              <a:t>Target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/>
              <a:t>BestBuy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2C2781-D2EC-4420-5791-C193A35C8051}"/>
              </a:ext>
            </a:extLst>
          </p:cNvPr>
          <p:cNvSpPr txBox="1"/>
          <p:nvPr/>
        </p:nvSpPr>
        <p:spPr>
          <a:xfrm>
            <a:off x="7629042" y="3253529"/>
            <a:ext cx="127966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Dealer (2)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 err="1"/>
              <a:t>Incomm</a:t>
            </a:r>
            <a:endParaRPr lang="en-IN" sz="11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 err="1"/>
              <a:t>Tcetra</a:t>
            </a:r>
            <a:endParaRPr lang="en-IN" sz="11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16228C-F245-9FE4-7A98-84EB4CA32737}"/>
              </a:ext>
            </a:extLst>
          </p:cNvPr>
          <p:cNvSpPr txBox="1"/>
          <p:nvPr/>
        </p:nvSpPr>
        <p:spPr>
          <a:xfrm>
            <a:off x="7658112" y="3952663"/>
            <a:ext cx="12393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SMS (1)</a:t>
            </a:r>
          </a:p>
          <a:p>
            <a:pPr marL="176213" indent="-176213" algn="l">
              <a:buFont typeface="Arial" panose="020B0604020202020204" pitchFamily="34" charset="0"/>
              <a:buChar char="•"/>
            </a:pPr>
            <a:r>
              <a:rPr lang="en-US" sz="1100" dirty="0"/>
              <a:t>611611</a:t>
            </a:r>
            <a:endParaRPr lang="en-IN" sz="11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59BFF1-DA97-FB99-5C06-67B93F79A385}"/>
              </a:ext>
            </a:extLst>
          </p:cNvPr>
          <p:cNvSpPr txBox="1"/>
          <p:nvPr/>
        </p:nvSpPr>
        <p:spPr>
          <a:xfrm>
            <a:off x="7630530" y="4430195"/>
            <a:ext cx="166423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Middle Tier (4)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/>
              <a:t>Microservices (Spring boot + k8s 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/>
              <a:t>SOA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/>
              <a:t>CBO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 err="1"/>
              <a:t>SpringFarm</a:t>
            </a:r>
            <a:endParaRPr lang="en-IN" sz="1100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421D53D-876E-ED65-A9AF-DFC36B3E3C14}"/>
              </a:ext>
            </a:extLst>
          </p:cNvPr>
          <p:cNvCxnSpPr>
            <a:cxnSpLocks/>
          </p:cNvCxnSpPr>
          <p:nvPr/>
        </p:nvCxnSpPr>
        <p:spPr>
          <a:xfrm>
            <a:off x="5204907" y="3666022"/>
            <a:ext cx="2919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ubtitle 2">
            <a:extLst>
              <a:ext uri="{FF2B5EF4-FFF2-40B4-BE49-F238E27FC236}">
                <a16:creationId xmlns:a16="http://schemas.microsoft.com/office/drawing/2014/main" id="{C780D9B5-6ABA-0AF2-D1FB-D969ED3DC8DC}"/>
              </a:ext>
            </a:extLst>
          </p:cNvPr>
          <p:cNvSpPr txBox="1">
            <a:spLocks/>
          </p:cNvSpPr>
          <p:nvPr/>
        </p:nvSpPr>
        <p:spPr>
          <a:xfrm>
            <a:off x="5613177" y="1083678"/>
            <a:ext cx="3729638" cy="35068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600" b="1" dirty="0">
                <a:solidFill>
                  <a:schemeClr val="tx1"/>
                </a:solidFill>
              </a:rPr>
              <a:t>Channels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5D5289F-6AE1-3F69-D93A-86D02A40B05C}"/>
              </a:ext>
            </a:extLst>
          </p:cNvPr>
          <p:cNvSpPr/>
          <p:nvPr/>
        </p:nvSpPr>
        <p:spPr>
          <a:xfrm>
            <a:off x="5496901" y="1434364"/>
            <a:ext cx="3943982" cy="43370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B6F90AC-4785-645E-E341-D7763DB8CE63}"/>
              </a:ext>
            </a:extLst>
          </p:cNvPr>
          <p:cNvCxnSpPr>
            <a:cxnSpLocks/>
          </p:cNvCxnSpPr>
          <p:nvPr/>
        </p:nvCxnSpPr>
        <p:spPr>
          <a:xfrm>
            <a:off x="9440883" y="2532665"/>
            <a:ext cx="5184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7557710E-F4B4-22A7-AFA3-1DBE591B4B08}"/>
              </a:ext>
            </a:extLst>
          </p:cNvPr>
          <p:cNvSpPr/>
          <p:nvPr/>
        </p:nvSpPr>
        <p:spPr>
          <a:xfrm>
            <a:off x="9959288" y="1683744"/>
            <a:ext cx="1271961" cy="15656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8B26F1-EAA3-AC0D-0C44-FD58496C289A}"/>
              </a:ext>
            </a:extLst>
          </p:cNvPr>
          <p:cNvSpPr txBox="1"/>
          <p:nvPr/>
        </p:nvSpPr>
        <p:spPr>
          <a:xfrm>
            <a:off x="10014555" y="1731551"/>
            <a:ext cx="127196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Database (4)</a:t>
            </a:r>
          </a:p>
          <a:p>
            <a:endParaRPr lang="en-US" sz="1100" dirty="0"/>
          </a:p>
          <a:p>
            <a:r>
              <a:rPr lang="en-US" sz="1100" dirty="0"/>
              <a:t>(Data Generation &amp; Validations)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dirty="0"/>
              <a:t>BRM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/>
              <a:t>Oracle – CLYFY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/>
              <a:t>IBM DB2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/>
              <a:t>Postgres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0C0527C-5B47-A8C6-046A-90277D331788}"/>
              </a:ext>
            </a:extLst>
          </p:cNvPr>
          <p:cNvSpPr/>
          <p:nvPr/>
        </p:nvSpPr>
        <p:spPr>
          <a:xfrm>
            <a:off x="9959288" y="3476900"/>
            <a:ext cx="1271961" cy="9066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81CBC4-5D1A-D335-E7EB-A9BC58A24CA5}"/>
              </a:ext>
            </a:extLst>
          </p:cNvPr>
          <p:cNvSpPr txBox="1"/>
          <p:nvPr/>
        </p:nvSpPr>
        <p:spPr>
          <a:xfrm>
            <a:off x="9929631" y="3524794"/>
            <a:ext cx="13568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Test Management</a:t>
            </a:r>
          </a:p>
          <a:p>
            <a:endParaRPr lang="en-US" sz="1100" b="1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/>
              <a:t>Xray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IN" sz="1100" dirty="0" err="1"/>
              <a:t>qTest</a:t>
            </a:r>
            <a:endParaRPr lang="en-IN" sz="11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0ED708-CC05-6F4D-97D6-505E951ACBB2}"/>
              </a:ext>
            </a:extLst>
          </p:cNvPr>
          <p:cNvSpPr txBox="1"/>
          <p:nvPr/>
        </p:nvSpPr>
        <p:spPr>
          <a:xfrm>
            <a:off x="9527238" y="4381011"/>
            <a:ext cx="2285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/>
              <a:t>( </a:t>
            </a:r>
            <a:r>
              <a:rPr lang="en-US" sz="1000" i="1" dirty="0"/>
              <a:t>Test Results Published with reports, Dynatrace URL attached to each run </a:t>
            </a:r>
            <a:r>
              <a:rPr lang="en-US" sz="1000" b="1" dirty="0"/>
              <a:t>)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2674966-71DC-E796-D606-B8B489DD4DE7}"/>
              </a:ext>
            </a:extLst>
          </p:cNvPr>
          <p:cNvCxnSpPr>
            <a:cxnSpLocks/>
          </p:cNvCxnSpPr>
          <p:nvPr/>
        </p:nvCxnSpPr>
        <p:spPr>
          <a:xfrm>
            <a:off x="9443716" y="3970757"/>
            <a:ext cx="503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42BD2506-4DB4-80DA-BFF8-6704A71C349A}"/>
              </a:ext>
            </a:extLst>
          </p:cNvPr>
          <p:cNvSpPr/>
          <p:nvPr/>
        </p:nvSpPr>
        <p:spPr>
          <a:xfrm>
            <a:off x="9959288" y="4852518"/>
            <a:ext cx="1271961" cy="3876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783551-46C2-6C35-6A70-3A1B3276770E}"/>
              </a:ext>
            </a:extLst>
          </p:cNvPr>
          <p:cNvSpPr txBox="1"/>
          <p:nvPr/>
        </p:nvSpPr>
        <p:spPr>
          <a:xfrm>
            <a:off x="9904231" y="4843064"/>
            <a:ext cx="14074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Debugging Failures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Dynatrace</a:t>
            </a:r>
            <a:endParaRPr lang="en-IN" sz="11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3D4AEDB-A5AD-7CF8-F634-70D09C66F3C0}"/>
              </a:ext>
            </a:extLst>
          </p:cNvPr>
          <p:cNvCxnSpPr>
            <a:cxnSpLocks/>
          </p:cNvCxnSpPr>
          <p:nvPr/>
        </p:nvCxnSpPr>
        <p:spPr>
          <a:xfrm>
            <a:off x="9440883" y="5059749"/>
            <a:ext cx="5184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29A13CF-E61B-41CB-C7E4-1D57F63AABA2}"/>
              </a:ext>
            </a:extLst>
          </p:cNvPr>
          <p:cNvSpPr/>
          <p:nvPr/>
        </p:nvSpPr>
        <p:spPr>
          <a:xfrm>
            <a:off x="9959288" y="5400208"/>
            <a:ext cx="1271961" cy="3876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4E9FDE-9541-72B8-3B92-3A2679BC32B9}"/>
              </a:ext>
            </a:extLst>
          </p:cNvPr>
          <p:cNvSpPr txBox="1"/>
          <p:nvPr/>
        </p:nvSpPr>
        <p:spPr>
          <a:xfrm>
            <a:off x="9891531" y="5390754"/>
            <a:ext cx="15401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Accessibility Testing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Evinced</a:t>
            </a:r>
            <a:endParaRPr lang="en-IN" sz="1050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08F6B0C-079C-72F5-C22E-AF50170EE59B}"/>
              </a:ext>
            </a:extLst>
          </p:cNvPr>
          <p:cNvCxnSpPr>
            <a:cxnSpLocks/>
          </p:cNvCxnSpPr>
          <p:nvPr/>
        </p:nvCxnSpPr>
        <p:spPr>
          <a:xfrm>
            <a:off x="9440883" y="5607439"/>
            <a:ext cx="5184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Subtitle 2">
            <a:extLst>
              <a:ext uri="{FF2B5EF4-FFF2-40B4-BE49-F238E27FC236}">
                <a16:creationId xmlns:a16="http://schemas.microsoft.com/office/drawing/2014/main" id="{AA0E06F0-CC45-ED65-1F21-BC42E1B49FA1}"/>
              </a:ext>
            </a:extLst>
          </p:cNvPr>
          <p:cNvSpPr txBox="1">
            <a:spLocks/>
          </p:cNvSpPr>
          <p:nvPr/>
        </p:nvSpPr>
        <p:spPr>
          <a:xfrm>
            <a:off x="9857416" y="1342798"/>
            <a:ext cx="1464775" cy="2790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 dirty="0"/>
              <a:t>Tools Integration</a:t>
            </a:r>
            <a:endParaRPr lang="en-IN" sz="1300" b="1" dirty="0"/>
          </a:p>
        </p:txBody>
      </p:sp>
    </p:spTree>
    <p:extLst>
      <p:ext uri="{BB962C8B-B14F-4D97-AF65-F5344CB8AC3E}">
        <p14:creationId xmlns:p14="http://schemas.microsoft.com/office/powerpoint/2010/main" val="382507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/>
          <p:cNvSpPr txBox="1">
            <a:spLocks noGrp="1"/>
          </p:cNvSpPr>
          <p:nvPr>
            <p:ph type="sldNum" sz="quarter" idx="4"/>
          </p:nvPr>
        </p:nvSpPr>
        <p:spPr>
          <a:xfrm>
            <a:off x="369985" y="6143610"/>
            <a:ext cx="365123" cy="371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888" b="0" i="0" u="none" strike="noStrike" kern="120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8</a:t>
            </a:fld>
            <a:endParaRPr kumimoji="0" sz="888" b="0" i="0" u="none" strike="noStrike" kern="1200" cap="none" spc="0" normalizeH="0" baseline="0" noProof="0" dirty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392FC0D-C18F-30E5-20F2-A6C608835337}"/>
              </a:ext>
            </a:extLst>
          </p:cNvPr>
          <p:cNvSpPr txBox="1">
            <a:spLocks/>
          </p:cNvSpPr>
          <p:nvPr/>
        </p:nvSpPr>
        <p:spPr>
          <a:xfrm>
            <a:off x="184375" y="126434"/>
            <a:ext cx="11485747" cy="9423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6235E"/>
                </a:solidFill>
                <a:effectLst/>
                <a:uLnTx/>
                <a:uFillTx/>
                <a:latin typeface="Arial" panose="020B0604020202020204" pitchFamily="34" charset="0"/>
                <a:ea typeface="Helvetica Neue Medium"/>
                <a:cs typeface="Arial" panose="020B0604020202020204" pitchFamily="34" charset="0"/>
              </a:rPr>
              <a:t>CloudTestr @ Verizon - Overview</a:t>
            </a:r>
          </a:p>
        </p:txBody>
      </p:sp>
      <p:sp>
        <p:nvSpPr>
          <p:cNvPr id="1070" name="Rounded Rectangle 1069">
            <a:extLst>
              <a:ext uri="{FF2B5EF4-FFF2-40B4-BE49-F238E27FC236}">
                <a16:creationId xmlns:a16="http://schemas.microsoft.com/office/drawing/2014/main" id="{5B738B92-17F9-6372-FEDD-407B4B9C0234}"/>
              </a:ext>
            </a:extLst>
          </p:cNvPr>
          <p:cNvSpPr/>
          <p:nvPr/>
        </p:nvSpPr>
        <p:spPr>
          <a:xfrm>
            <a:off x="58687" y="1265424"/>
            <a:ext cx="2619539" cy="822960"/>
          </a:xfrm>
          <a:prstGeom prst="roundRect">
            <a:avLst>
              <a:gd name="adj" fmla="val 9314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71" name="Rounded Rectangle 1070">
            <a:extLst>
              <a:ext uri="{FF2B5EF4-FFF2-40B4-BE49-F238E27FC236}">
                <a16:creationId xmlns:a16="http://schemas.microsoft.com/office/drawing/2014/main" id="{128B9D73-0953-27BE-82F4-1C68C4EB6396}"/>
              </a:ext>
            </a:extLst>
          </p:cNvPr>
          <p:cNvSpPr/>
          <p:nvPr/>
        </p:nvSpPr>
        <p:spPr>
          <a:xfrm>
            <a:off x="2775700" y="1265424"/>
            <a:ext cx="1107533" cy="822960"/>
          </a:xfrm>
          <a:prstGeom prst="roundRect">
            <a:avLst>
              <a:gd name="adj" fmla="val 9314"/>
            </a:avLst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4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72" name="Rounded Rectangle 1071">
            <a:extLst>
              <a:ext uri="{FF2B5EF4-FFF2-40B4-BE49-F238E27FC236}">
                <a16:creationId xmlns:a16="http://schemas.microsoft.com/office/drawing/2014/main" id="{B9A94EE9-A538-AAF0-CBB2-A7D8862CBC7C}"/>
              </a:ext>
            </a:extLst>
          </p:cNvPr>
          <p:cNvSpPr/>
          <p:nvPr/>
        </p:nvSpPr>
        <p:spPr>
          <a:xfrm>
            <a:off x="58687" y="2202706"/>
            <a:ext cx="2619539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73" name="Rounded Rectangle 1072">
            <a:extLst>
              <a:ext uri="{FF2B5EF4-FFF2-40B4-BE49-F238E27FC236}">
                <a16:creationId xmlns:a16="http://schemas.microsoft.com/office/drawing/2014/main" id="{2697AFB1-993F-0A3B-05E0-BB5E6D072CEF}"/>
              </a:ext>
            </a:extLst>
          </p:cNvPr>
          <p:cNvSpPr/>
          <p:nvPr/>
        </p:nvSpPr>
        <p:spPr>
          <a:xfrm>
            <a:off x="58687" y="2905046"/>
            <a:ext cx="2619539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74" name="Rounded Rectangle 1073">
            <a:extLst>
              <a:ext uri="{FF2B5EF4-FFF2-40B4-BE49-F238E27FC236}">
                <a16:creationId xmlns:a16="http://schemas.microsoft.com/office/drawing/2014/main" id="{CCED5166-F82B-1879-72FF-A0E890B1BEDB}"/>
              </a:ext>
            </a:extLst>
          </p:cNvPr>
          <p:cNvSpPr/>
          <p:nvPr/>
        </p:nvSpPr>
        <p:spPr>
          <a:xfrm>
            <a:off x="58687" y="3607386"/>
            <a:ext cx="2619539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75" name="Rounded Rectangle 1074">
            <a:extLst>
              <a:ext uri="{FF2B5EF4-FFF2-40B4-BE49-F238E27FC236}">
                <a16:creationId xmlns:a16="http://schemas.microsoft.com/office/drawing/2014/main" id="{AAB85991-EFB5-46BA-0AA3-E5EB28114325}"/>
              </a:ext>
            </a:extLst>
          </p:cNvPr>
          <p:cNvSpPr/>
          <p:nvPr/>
        </p:nvSpPr>
        <p:spPr>
          <a:xfrm>
            <a:off x="58687" y="4309726"/>
            <a:ext cx="2619539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76" name="Rounded Rectangle 1075">
            <a:extLst>
              <a:ext uri="{FF2B5EF4-FFF2-40B4-BE49-F238E27FC236}">
                <a16:creationId xmlns:a16="http://schemas.microsoft.com/office/drawing/2014/main" id="{ED4459F1-3C93-15A1-D3B9-0670CFABD885}"/>
              </a:ext>
            </a:extLst>
          </p:cNvPr>
          <p:cNvSpPr/>
          <p:nvPr/>
        </p:nvSpPr>
        <p:spPr>
          <a:xfrm>
            <a:off x="2775700" y="2202706"/>
            <a:ext cx="1107533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77" name="Rounded Rectangle 1076">
            <a:extLst>
              <a:ext uri="{FF2B5EF4-FFF2-40B4-BE49-F238E27FC236}">
                <a16:creationId xmlns:a16="http://schemas.microsoft.com/office/drawing/2014/main" id="{0D3ACF9D-8B79-0A37-9B74-894B103E8C84}"/>
              </a:ext>
            </a:extLst>
          </p:cNvPr>
          <p:cNvSpPr/>
          <p:nvPr/>
        </p:nvSpPr>
        <p:spPr>
          <a:xfrm>
            <a:off x="2775700" y="2905046"/>
            <a:ext cx="1107533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78" name="Rounded Rectangle 1077">
            <a:extLst>
              <a:ext uri="{FF2B5EF4-FFF2-40B4-BE49-F238E27FC236}">
                <a16:creationId xmlns:a16="http://schemas.microsoft.com/office/drawing/2014/main" id="{A099F08A-F9DF-4490-1BDA-22949E505B05}"/>
              </a:ext>
            </a:extLst>
          </p:cNvPr>
          <p:cNvSpPr/>
          <p:nvPr/>
        </p:nvSpPr>
        <p:spPr>
          <a:xfrm>
            <a:off x="2775700" y="3607386"/>
            <a:ext cx="1107533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79" name="Rounded Rectangle 1078">
            <a:extLst>
              <a:ext uri="{FF2B5EF4-FFF2-40B4-BE49-F238E27FC236}">
                <a16:creationId xmlns:a16="http://schemas.microsoft.com/office/drawing/2014/main" id="{08AF14D2-E1BE-4A78-1906-C7822A21ECE8}"/>
              </a:ext>
            </a:extLst>
          </p:cNvPr>
          <p:cNvSpPr/>
          <p:nvPr/>
        </p:nvSpPr>
        <p:spPr>
          <a:xfrm>
            <a:off x="2775700" y="4309726"/>
            <a:ext cx="1107533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043A4D55-EB3D-1F6D-D14D-2408201B7D20}"/>
              </a:ext>
            </a:extLst>
          </p:cNvPr>
          <p:cNvSpPr txBox="1"/>
          <p:nvPr/>
        </p:nvSpPr>
        <p:spPr>
          <a:xfrm>
            <a:off x="469129" y="1523015"/>
            <a:ext cx="1922321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PRODUCT FEATURES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D8111AF7-B946-AD7C-F66B-FD286C133AE7}"/>
              </a:ext>
            </a:extLst>
          </p:cNvPr>
          <p:cNvSpPr txBox="1"/>
          <p:nvPr/>
        </p:nvSpPr>
        <p:spPr>
          <a:xfrm>
            <a:off x="2775956" y="1403719"/>
            <a:ext cx="1107534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CloudTestr </a:t>
            </a:r>
          </a:p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@ Verizon</a:t>
            </a:r>
          </a:p>
        </p:txBody>
      </p:sp>
      <p:sp>
        <p:nvSpPr>
          <p:cNvPr id="1082" name="Subtitle 2">
            <a:extLst>
              <a:ext uri="{FF2B5EF4-FFF2-40B4-BE49-F238E27FC236}">
                <a16:creationId xmlns:a16="http://schemas.microsoft.com/office/drawing/2014/main" id="{BC5F536A-8499-C128-58C2-1BF69476A070}"/>
              </a:ext>
            </a:extLst>
          </p:cNvPr>
          <p:cNvSpPr txBox="1">
            <a:spLocks/>
          </p:cNvSpPr>
          <p:nvPr/>
        </p:nvSpPr>
        <p:spPr>
          <a:xfrm>
            <a:off x="120518" y="2391220"/>
            <a:ext cx="2619539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Scriptless – No Code Platform</a:t>
            </a:r>
          </a:p>
        </p:txBody>
      </p:sp>
      <p:sp>
        <p:nvSpPr>
          <p:cNvPr id="1083" name="Subtitle 2">
            <a:extLst>
              <a:ext uri="{FF2B5EF4-FFF2-40B4-BE49-F238E27FC236}">
                <a16:creationId xmlns:a16="http://schemas.microsoft.com/office/drawing/2014/main" id="{8951A6B2-B691-3324-F910-1235C78FE2D4}"/>
              </a:ext>
            </a:extLst>
          </p:cNvPr>
          <p:cNvSpPr txBox="1">
            <a:spLocks/>
          </p:cNvSpPr>
          <p:nvPr/>
        </p:nvSpPr>
        <p:spPr>
          <a:xfrm>
            <a:off x="120518" y="2978144"/>
            <a:ext cx="2619539" cy="488595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Reusable Methods &amp; Integrated TDM Solution (GenRocket)</a:t>
            </a:r>
          </a:p>
        </p:txBody>
      </p:sp>
      <p:sp>
        <p:nvSpPr>
          <p:cNvPr id="1084" name="Subtitle 2">
            <a:extLst>
              <a:ext uri="{FF2B5EF4-FFF2-40B4-BE49-F238E27FC236}">
                <a16:creationId xmlns:a16="http://schemas.microsoft.com/office/drawing/2014/main" id="{9FC29249-A3AE-FD30-B372-525568368194}"/>
              </a:ext>
            </a:extLst>
          </p:cNvPr>
          <p:cNvSpPr txBox="1">
            <a:spLocks/>
          </p:cNvSpPr>
          <p:nvPr/>
        </p:nvSpPr>
        <p:spPr>
          <a:xfrm>
            <a:off x="120518" y="3669851"/>
            <a:ext cx="2619539" cy="488595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Retry Logic – Failed cases retry automatically</a:t>
            </a:r>
          </a:p>
        </p:txBody>
      </p:sp>
      <p:sp>
        <p:nvSpPr>
          <p:cNvPr id="1085" name="Subtitle 2">
            <a:extLst>
              <a:ext uri="{FF2B5EF4-FFF2-40B4-BE49-F238E27FC236}">
                <a16:creationId xmlns:a16="http://schemas.microsoft.com/office/drawing/2014/main" id="{73405171-6344-4C40-C10A-A329F137C8F6}"/>
              </a:ext>
            </a:extLst>
          </p:cNvPr>
          <p:cNvSpPr txBox="1">
            <a:spLocks/>
          </p:cNvSpPr>
          <p:nvPr/>
        </p:nvSpPr>
        <p:spPr>
          <a:xfrm>
            <a:off x="120518" y="4350925"/>
            <a:ext cx="2619539" cy="488595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Verizon specific custom functions – Ex: Tax calculations</a:t>
            </a:r>
          </a:p>
        </p:txBody>
      </p:sp>
      <p:sp>
        <p:nvSpPr>
          <p:cNvPr id="1087" name="Freeform 1">
            <a:extLst>
              <a:ext uri="{FF2B5EF4-FFF2-40B4-BE49-F238E27FC236}">
                <a16:creationId xmlns:a16="http://schemas.microsoft.com/office/drawing/2014/main" id="{E4B571FA-BB10-80A0-F90C-3323F47D1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921" y="2335226"/>
            <a:ext cx="253879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89" name="Freeform 1">
            <a:extLst>
              <a:ext uri="{FF2B5EF4-FFF2-40B4-BE49-F238E27FC236}">
                <a16:creationId xmlns:a16="http://schemas.microsoft.com/office/drawing/2014/main" id="{518DBC1E-DE23-9F7E-0D69-EC69ABA1D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921" y="3031148"/>
            <a:ext cx="253879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90" name="Freeform 1">
            <a:extLst>
              <a:ext uri="{FF2B5EF4-FFF2-40B4-BE49-F238E27FC236}">
                <a16:creationId xmlns:a16="http://schemas.microsoft.com/office/drawing/2014/main" id="{43C8C343-3DAB-5872-C523-29730EC8E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921" y="3747446"/>
            <a:ext cx="253879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91" name="Rounded Rectangle 1090">
            <a:extLst>
              <a:ext uri="{FF2B5EF4-FFF2-40B4-BE49-F238E27FC236}">
                <a16:creationId xmlns:a16="http://schemas.microsoft.com/office/drawing/2014/main" id="{2CDC724D-EB9E-BD58-9D3B-D27EA6BB64FF}"/>
              </a:ext>
            </a:extLst>
          </p:cNvPr>
          <p:cNvSpPr/>
          <p:nvPr/>
        </p:nvSpPr>
        <p:spPr>
          <a:xfrm>
            <a:off x="6291258" y="1265424"/>
            <a:ext cx="2619539" cy="822960"/>
          </a:xfrm>
          <a:prstGeom prst="roundRect">
            <a:avLst>
              <a:gd name="adj" fmla="val 9314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93" name="Rounded Rectangle 1092">
            <a:extLst>
              <a:ext uri="{FF2B5EF4-FFF2-40B4-BE49-F238E27FC236}">
                <a16:creationId xmlns:a16="http://schemas.microsoft.com/office/drawing/2014/main" id="{8E92AF78-D467-BCCA-437A-01AF138BE225}"/>
              </a:ext>
            </a:extLst>
          </p:cNvPr>
          <p:cNvSpPr/>
          <p:nvPr/>
        </p:nvSpPr>
        <p:spPr>
          <a:xfrm>
            <a:off x="6291258" y="2202706"/>
            <a:ext cx="2619539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94" name="Rounded Rectangle 1093">
            <a:extLst>
              <a:ext uri="{FF2B5EF4-FFF2-40B4-BE49-F238E27FC236}">
                <a16:creationId xmlns:a16="http://schemas.microsoft.com/office/drawing/2014/main" id="{F0C4272D-E369-7154-6EF9-A77FB97933A9}"/>
              </a:ext>
            </a:extLst>
          </p:cNvPr>
          <p:cNvSpPr/>
          <p:nvPr/>
        </p:nvSpPr>
        <p:spPr>
          <a:xfrm>
            <a:off x="6291258" y="2905046"/>
            <a:ext cx="2619539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95" name="Rounded Rectangle 1094">
            <a:extLst>
              <a:ext uri="{FF2B5EF4-FFF2-40B4-BE49-F238E27FC236}">
                <a16:creationId xmlns:a16="http://schemas.microsoft.com/office/drawing/2014/main" id="{37734A76-B034-EB8F-7E85-D65E2C636DD4}"/>
              </a:ext>
            </a:extLst>
          </p:cNvPr>
          <p:cNvSpPr/>
          <p:nvPr/>
        </p:nvSpPr>
        <p:spPr>
          <a:xfrm>
            <a:off x="6291258" y="3607386"/>
            <a:ext cx="2619539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96" name="Rounded Rectangle 1095">
            <a:extLst>
              <a:ext uri="{FF2B5EF4-FFF2-40B4-BE49-F238E27FC236}">
                <a16:creationId xmlns:a16="http://schemas.microsoft.com/office/drawing/2014/main" id="{B26A9BB8-A66C-1B70-1BCF-DC097ADC656C}"/>
              </a:ext>
            </a:extLst>
          </p:cNvPr>
          <p:cNvSpPr/>
          <p:nvPr/>
        </p:nvSpPr>
        <p:spPr>
          <a:xfrm>
            <a:off x="6291258" y="4309726"/>
            <a:ext cx="2619539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A14158AE-21F0-8414-A697-8240F96A27F2}"/>
              </a:ext>
            </a:extLst>
          </p:cNvPr>
          <p:cNvSpPr txBox="1"/>
          <p:nvPr/>
        </p:nvSpPr>
        <p:spPr>
          <a:xfrm>
            <a:off x="6726547" y="1523015"/>
            <a:ext cx="1872629" cy="30777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TOOLS INTEGRATED</a:t>
            </a:r>
          </a:p>
        </p:txBody>
      </p:sp>
      <p:sp>
        <p:nvSpPr>
          <p:cNvPr id="1103" name="Subtitle 2">
            <a:extLst>
              <a:ext uri="{FF2B5EF4-FFF2-40B4-BE49-F238E27FC236}">
                <a16:creationId xmlns:a16="http://schemas.microsoft.com/office/drawing/2014/main" id="{7EC48F2F-7043-C653-7DF0-46237D8A66BB}"/>
              </a:ext>
            </a:extLst>
          </p:cNvPr>
          <p:cNvSpPr txBox="1">
            <a:spLocks/>
          </p:cNvSpPr>
          <p:nvPr/>
        </p:nvSpPr>
        <p:spPr>
          <a:xfrm>
            <a:off x="6353088" y="2275804"/>
            <a:ext cx="2619539" cy="488595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indent="0" defTabSz="543818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 b="1">
                <a:solidFill>
                  <a:schemeClr val="accent6">
                    <a:lumMod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Dynatrace – Tracing logs for application errors  </a:t>
            </a:r>
          </a:p>
        </p:txBody>
      </p:sp>
      <p:sp>
        <p:nvSpPr>
          <p:cNvPr id="1104" name="Subtitle 2">
            <a:extLst>
              <a:ext uri="{FF2B5EF4-FFF2-40B4-BE49-F238E27FC236}">
                <a16:creationId xmlns:a16="http://schemas.microsoft.com/office/drawing/2014/main" id="{59B5638E-D79B-8177-E1BD-FE18D91C2995}"/>
              </a:ext>
            </a:extLst>
          </p:cNvPr>
          <p:cNvSpPr txBox="1">
            <a:spLocks/>
          </p:cNvSpPr>
          <p:nvPr/>
        </p:nvSpPr>
        <p:spPr>
          <a:xfrm>
            <a:off x="6353088" y="3093560"/>
            <a:ext cx="2619539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indent="0" defTabSz="543818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 b="1">
                <a:solidFill>
                  <a:schemeClr val="accent6">
                    <a:lumMod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Evinced – Accessibility testing</a:t>
            </a:r>
          </a:p>
        </p:txBody>
      </p:sp>
      <p:sp>
        <p:nvSpPr>
          <p:cNvPr id="1111" name="Rounded Rectangle 1110">
            <a:extLst>
              <a:ext uri="{FF2B5EF4-FFF2-40B4-BE49-F238E27FC236}">
                <a16:creationId xmlns:a16="http://schemas.microsoft.com/office/drawing/2014/main" id="{DADAE08D-5C63-31DE-D8A9-040B203A5BD2}"/>
              </a:ext>
            </a:extLst>
          </p:cNvPr>
          <p:cNvSpPr/>
          <p:nvPr/>
        </p:nvSpPr>
        <p:spPr>
          <a:xfrm>
            <a:off x="58687" y="5021933"/>
            <a:ext cx="2619539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12" name="Rounded Rectangle 1111">
            <a:extLst>
              <a:ext uri="{FF2B5EF4-FFF2-40B4-BE49-F238E27FC236}">
                <a16:creationId xmlns:a16="http://schemas.microsoft.com/office/drawing/2014/main" id="{7BB15710-821F-E0E0-80FA-3A4801F0A01D}"/>
              </a:ext>
            </a:extLst>
          </p:cNvPr>
          <p:cNvSpPr/>
          <p:nvPr/>
        </p:nvSpPr>
        <p:spPr>
          <a:xfrm>
            <a:off x="2775700" y="5021933"/>
            <a:ext cx="1107533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13" name="Subtitle 2">
            <a:extLst>
              <a:ext uri="{FF2B5EF4-FFF2-40B4-BE49-F238E27FC236}">
                <a16:creationId xmlns:a16="http://schemas.microsoft.com/office/drawing/2014/main" id="{FB4CFA49-6875-47C9-1266-FD1002EAAA26}"/>
              </a:ext>
            </a:extLst>
          </p:cNvPr>
          <p:cNvSpPr txBox="1">
            <a:spLocks/>
          </p:cNvSpPr>
          <p:nvPr/>
        </p:nvSpPr>
        <p:spPr>
          <a:xfrm>
            <a:off x="120518" y="5210447"/>
            <a:ext cx="2619539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Execution in containers</a:t>
            </a:r>
          </a:p>
        </p:txBody>
      </p:sp>
      <p:sp>
        <p:nvSpPr>
          <p:cNvPr id="1115" name="Rounded Rectangle 1114">
            <a:extLst>
              <a:ext uri="{FF2B5EF4-FFF2-40B4-BE49-F238E27FC236}">
                <a16:creationId xmlns:a16="http://schemas.microsoft.com/office/drawing/2014/main" id="{FCED95BF-5C36-FF86-9254-6C0F27ECEEFA}"/>
              </a:ext>
            </a:extLst>
          </p:cNvPr>
          <p:cNvSpPr/>
          <p:nvPr/>
        </p:nvSpPr>
        <p:spPr>
          <a:xfrm>
            <a:off x="6291258" y="5021933"/>
            <a:ext cx="2619539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17" name="Subtitle 2">
            <a:extLst>
              <a:ext uri="{FF2B5EF4-FFF2-40B4-BE49-F238E27FC236}">
                <a16:creationId xmlns:a16="http://schemas.microsoft.com/office/drawing/2014/main" id="{86175A08-7FB9-BDFD-3DF3-0C0BB5F5603C}"/>
              </a:ext>
            </a:extLst>
          </p:cNvPr>
          <p:cNvSpPr txBox="1">
            <a:spLocks/>
          </p:cNvSpPr>
          <p:nvPr/>
        </p:nvSpPr>
        <p:spPr>
          <a:xfrm>
            <a:off x="6353088" y="5210447"/>
            <a:ext cx="2619539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indent="0" defTabSz="543818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 b="1">
                <a:solidFill>
                  <a:schemeClr val="accent6">
                    <a:lumMod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Docker Integration</a:t>
            </a:r>
          </a:p>
        </p:txBody>
      </p:sp>
      <p:sp>
        <p:nvSpPr>
          <p:cNvPr id="1122" name="Freeform 1">
            <a:extLst>
              <a:ext uri="{FF2B5EF4-FFF2-40B4-BE49-F238E27FC236}">
                <a16:creationId xmlns:a16="http://schemas.microsoft.com/office/drawing/2014/main" id="{52F0C32E-3177-7FE3-048F-F593E12D6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921" y="4443622"/>
            <a:ext cx="253879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23" name="Freeform 1">
            <a:extLst>
              <a:ext uri="{FF2B5EF4-FFF2-40B4-BE49-F238E27FC236}">
                <a16:creationId xmlns:a16="http://schemas.microsoft.com/office/drawing/2014/main" id="{A92645BE-DA2E-BE81-C01B-5CFFDFB13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921" y="5155829"/>
            <a:ext cx="253879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05" name="Subtitle 2">
            <a:extLst>
              <a:ext uri="{FF2B5EF4-FFF2-40B4-BE49-F238E27FC236}">
                <a16:creationId xmlns:a16="http://schemas.microsoft.com/office/drawing/2014/main" id="{0BEC31AD-3932-BDCC-CEB1-AC5B33FE5B99}"/>
              </a:ext>
            </a:extLst>
          </p:cNvPr>
          <p:cNvSpPr txBox="1">
            <a:spLocks/>
          </p:cNvSpPr>
          <p:nvPr/>
        </p:nvSpPr>
        <p:spPr>
          <a:xfrm>
            <a:off x="6310555" y="3785267"/>
            <a:ext cx="2807073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indent="0" defTabSz="543818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 b="1">
                <a:solidFill>
                  <a:schemeClr val="accent6">
                    <a:lumMod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Xray &amp;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QTest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Test management tools</a:t>
            </a:r>
          </a:p>
        </p:txBody>
      </p:sp>
      <p:sp>
        <p:nvSpPr>
          <p:cNvPr id="1106" name="Subtitle 2">
            <a:extLst>
              <a:ext uri="{FF2B5EF4-FFF2-40B4-BE49-F238E27FC236}">
                <a16:creationId xmlns:a16="http://schemas.microsoft.com/office/drawing/2014/main" id="{58CFB4DE-B169-B0CD-E35A-FECD16B20C20}"/>
              </a:ext>
            </a:extLst>
          </p:cNvPr>
          <p:cNvSpPr txBox="1">
            <a:spLocks/>
          </p:cNvSpPr>
          <p:nvPr/>
        </p:nvSpPr>
        <p:spPr>
          <a:xfrm>
            <a:off x="6331822" y="4382825"/>
            <a:ext cx="2619539" cy="488595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indent="0" defTabSz="543818">
              <a:lnSpc>
                <a:spcPts val="1750"/>
              </a:lnSpc>
              <a:spcBef>
                <a:spcPct val="20000"/>
              </a:spcBef>
              <a:buFont typeface="Arial"/>
              <a:buNone/>
              <a:defRPr sz="1200" b="1">
                <a:solidFill>
                  <a:schemeClr val="accent6">
                    <a:lumMod val="50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AWS – Hosted in Verizon AWS &amp; CI/CD Integrated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257B462-E64C-B60E-C122-740A8364D852}"/>
              </a:ext>
            </a:extLst>
          </p:cNvPr>
          <p:cNvSpPr/>
          <p:nvPr/>
        </p:nvSpPr>
        <p:spPr>
          <a:xfrm>
            <a:off x="8991941" y="1265424"/>
            <a:ext cx="1102086" cy="822960"/>
          </a:xfrm>
          <a:prstGeom prst="roundRect">
            <a:avLst>
              <a:gd name="adj" fmla="val 9314"/>
            </a:avLst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4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A221FE6-27B0-ABF5-05E0-D04FF8BBA51A}"/>
              </a:ext>
            </a:extLst>
          </p:cNvPr>
          <p:cNvSpPr/>
          <p:nvPr/>
        </p:nvSpPr>
        <p:spPr>
          <a:xfrm>
            <a:off x="8991941" y="2202706"/>
            <a:ext cx="1102086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688D0D2-9BE9-554E-B7A3-E813E15C7CBA}"/>
              </a:ext>
            </a:extLst>
          </p:cNvPr>
          <p:cNvSpPr/>
          <p:nvPr/>
        </p:nvSpPr>
        <p:spPr>
          <a:xfrm>
            <a:off x="8991941" y="2905046"/>
            <a:ext cx="1102086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8F876C8-5494-85A6-E8CA-F97F9EC625BE}"/>
              </a:ext>
            </a:extLst>
          </p:cNvPr>
          <p:cNvSpPr/>
          <p:nvPr/>
        </p:nvSpPr>
        <p:spPr>
          <a:xfrm>
            <a:off x="8991941" y="3607386"/>
            <a:ext cx="1102086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F1DFD84-71C3-CB51-30D4-24F5DE5F8284}"/>
              </a:ext>
            </a:extLst>
          </p:cNvPr>
          <p:cNvSpPr/>
          <p:nvPr/>
        </p:nvSpPr>
        <p:spPr>
          <a:xfrm>
            <a:off x="8991941" y="4309726"/>
            <a:ext cx="1102086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CD6CFE-6EDE-0191-6635-E35AC4E43D3E}"/>
              </a:ext>
            </a:extLst>
          </p:cNvPr>
          <p:cNvSpPr txBox="1"/>
          <p:nvPr/>
        </p:nvSpPr>
        <p:spPr>
          <a:xfrm>
            <a:off x="8992196" y="1403719"/>
            <a:ext cx="1102087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CloudTestr </a:t>
            </a:r>
          </a:p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@ Verizon</a:t>
            </a:r>
          </a:p>
        </p:txBody>
      </p:sp>
      <p:sp>
        <p:nvSpPr>
          <p:cNvPr id="10" name="Freeform 1">
            <a:extLst>
              <a:ext uri="{FF2B5EF4-FFF2-40B4-BE49-F238E27FC236}">
                <a16:creationId xmlns:a16="http://schemas.microsoft.com/office/drawing/2014/main" id="{E0482CB4-1ED0-9411-BA5D-F27EBE53B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162" y="2335226"/>
            <a:ext cx="252630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Freeform 1">
            <a:extLst>
              <a:ext uri="{FF2B5EF4-FFF2-40B4-BE49-F238E27FC236}">
                <a16:creationId xmlns:a16="http://schemas.microsoft.com/office/drawing/2014/main" id="{9873CC64-F402-7990-83D4-C7CCBB8E8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162" y="3031148"/>
            <a:ext cx="252630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Freeform 1">
            <a:extLst>
              <a:ext uri="{FF2B5EF4-FFF2-40B4-BE49-F238E27FC236}">
                <a16:creationId xmlns:a16="http://schemas.microsoft.com/office/drawing/2014/main" id="{8039D731-D1AE-9BA0-5CF1-5DF29CAC1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162" y="3747446"/>
            <a:ext cx="252630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21860E2-696C-0F1C-BE2D-FC084B4F7571}"/>
              </a:ext>
            </a:extLst>
          </p:cNvPr>
          <p:cNvSpPr/>
          <p:nvPr/>
        </p:nvSpPr>
        <p:spPr>
          <a:xfrm>
            <a:off x="8991941" y="5021933"/>
            <a:ext cx="1102086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Freeform 1">
            <a:extLst>
              <a:ext uri="{FF2B5EF4-FFF2-40B4-BE49-F238E27FC236}">
                <a16:creationId xmlns:a16="http://schemas.microsoft.com/office/drawing/2014/main" id="{72A204F8-A852-CE3E-7E0D-C0AE418AF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162" y="4443622"/>
            <a:ext cx="252630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Freeform 1">
            <a:extLst>
              <a:ext uri="{FF2B5EF4-FFF2-40B4-BE49-F238E27FC236}">
                <a16:creationId xmlns:a16="http://schemas.microsoft.com/office/drawing/2014/main" id="{07133FE1-D5AB-7218-F732-957D33662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162" y="5155829"/>
            <a:ext cx="252630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7CDFAC5-3C4D-50F8-5B0C-A255B6530DDF}"/>
              </a:ext>
            </a:extLst>
          </p:cNvPr>
          <p:cNvSpPr/>
          <p:nvPr/>
        </p:nvSpPr>
        <p:spPr>
          <a:xfrm>
            <a:off x="3995099" y="1265424"/>
            <a:ext cx="1888725" cy="822960"/>
          </a:xfrm>
          <a:prstGeom prst="roundRect">
            <a:avLst>
              <a:gd name="adj" fmla="val 9314"/>
            </a:avLst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4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7098A65-0398-6CAE-B78D-C0FA0AF962D2}"/>
              </a:ext>
            </a:extLst>
          </p:cNvPr>
          <p:cNvSpPr/>
          <p:nvPr/>
        </p:nvSpPr>
        <p:spPr>
          <a:xfrm>
            <a:off x="3995099" y="2202706"/>
            <a:ext cx="188872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45385A5-DD62-00B0-DE56-519981E3E686}"/>
              </a:ext>
            </a:extLst>
          </p:cNvPr>
          <p:cNvSpPr/>
          <p:nvPr/>
        </p:nvSpPr>
        <p:spPr>
          <a:xfrm>
            <a:off x="3995099" y="2905046"/>
            <a:ext cx="188872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1FE0C37-CE31-D9BE-9791-C6E6AF07FAA2}"/>
              </a:ext>
            </a:extLst>
          </p:cNvPr>
          <p:cNvSpPr/>
          <p:nvPr/>
        </p:nvSpPr>
        <p:spPr>
          <a:xfrm>
            <a:off x="3995099" y="3607386"/>
            <a:ext cx="188872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7F86942-5F7F-EB11-B585-7AC42D825B8E}"/>
              </a:ext>
            </a:extLst>
          </p:cNvPr>
          <p:cNvSpPr/>
          <p:nvPr/>
        </p:nvSpPr>
        <p:spPr>
          <a:xfrm>
            <a:off x="3995099" y="4309726"/>
            <a:ext cx="188872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8EB8D3-CC44-01AA-B8DD-27AF4C669528}"/>
              </a:ext>
            </a:extLst>
          </p:cNvPr>
          <p:cNvSpPr txBox="1"/>
          <p:nvPr/>
        </p:nvSpPr>
        <p:spPr>
          <a:xfrm>
            <a:off x="3995355" y="1511440"/>
            <a:ext cx="1644393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Outcome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1A7DE56-30AE-9170-1384-C2E13765100B}"/>
              </a:ext>
            </a:extLst>
          </p:cNvPr>
          <p:cNvSpPr/>
          <p:nvPr/>
        </p:nvSpPr>
        <p:spPr>
          <a:xfrm>
            <a:off x="3995099" y="5021933"/>
            <a:ext cx="188872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8F28C06-EB7E-72A5-E6DE-5D5F23687DA0}"/>
              </a:ext>
            </a:extLst>
          </p:cNvPr>
          <p:cNvSpPr/>
          <p:nvPr/>
        </p:nvSpPr>
        <p:spPr>
          <a:xfrm>
            <a:off x="10199462" y="1265424"/>
            <a:ext cx="1872020" cy="822960"/>
          </a:xfrm>
          <a:prstGeom prst="roundRect">
            <a:avLst>
              <a:gd name="adj" fmla="val 9314"/>
            </a:avLst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4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F74A1CB-0BA8-5996-F577-34C2E5892253}"/>
              </a:ext>
            </a:extLst>
          </p:cNvPr>
          <p:cNvSpPr/>
          <p:nvPr/>
        </p:nvSpPr>
        <p:spPr>
          <a:xfrm>
            <a:off x="10199462" y="2202706"/>
            <a:ext cx="1872020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614E08D-C24A-5C2E-3CB1-A1062D71898B}"/>
              </a:ext>
            </a:extLst>
          </p:cNvPr>
          <p:cNvSpPr/>
          <p:nvPr/>
        </p:nvSpPr>
        <p:spPr>
          <a:xfrm>
            <a:off x="10199462" y="2905046"/>
            <a:ext cx="1872020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8F9FF13-B17F-C29D-93DA-A6B3F6690C17}"/>
              </a:ext>
            </a:extLst>
          </p:cNvPr>
          <p:cNvSpPr/>
          <p:nvPr/>
        </p:nvSpPr>
        <p:spPr>
          <a:xfrm>
            <a:off x="10199462" y="3607386"/>
            <a:ext cx="1872020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067BDBA-AB62-7645-83BE-66ED20566D7A}"/>
              </a:ext>
            </a:extLst>
          </p:cNvPr>
          <p:cNvSpPr/>
          <p:nvPr/>
        </p:nvSpPr>
        <p:spPr>
          <a:xfrm>
            <a:off x="10199462" y="4309726"/>
            <a:ext cx="1872020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E2B2C3-4CCA-DAD4-1C94-6DD50EDFF48E}"/>
              </a:ext>
            </a:extLst>
          </p:cNvPr>
          <p:cNvSpPr txBox="1"/>
          <p:nvPr/>
        </p:nvSpPr>
        <p:spPr>
          <a:xfrm>
            <a:off x="10199717" y="1511440"/>
            <a:ext cx="1644393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Outcome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AE176ED-11F8-5EA6-497D-D3B6E1A309F8}"/>
              </a:ext>
            </a:extLst>
          </p:cNvPr>
          <p:cNvSpPr/>
          <p:nvPr/>
        </p:nvSpPr>
        <p:spPr>
          <a:xfrm>
            <a:off x="10199462" y="5021933"/>
            <a:ext cx="1872020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5B144A-A3F5-0B9A-915C-6894E45FB80E}"/>
              </a:ext>
            </a:extLst>
          </p:cNvPr>
          <p:cNvSpPr txBox="1"/>
          <p:nvPr/>
        </p:nvSpPr>
        <p:spPr>
          <a:xfrm>
            <a:off x="3987682" y="2134351"/>
            <a:ext cx="1901410" cy="712246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marR="0" lvl="0" indent="0" defTabSz="543818" fontAlgn="auto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Functional Tester can automate (No Technical Skill Needed)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E66824-30AA-C7A5-F42B-D5D814594610}"/>
              </a:ext>
            </a:extLst>
          </p:cNvPr>
          <p:cNvSpPr txBox="1"/>
          <p:nvPr/>
        </p:nvSpPr>
        <p:spPr>
          <a:xfrm>
            <a:off x="3999333" y="2974022"/>
            <a:ext cx="1901410" cy="478080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marR="0" lvl="0" indent="0" defTabSz="543818" fontAlgn="auto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Modularized scenarios with automated test data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6B0AFA-C148-08C0-08C7-AF6B263D6B60}"/>
              </a:ext>
            </a:extLst>
          </p:cNvPr>
          <p:cNvSpPr txBox="1"/>
          <p:nvPr/>
        </p:nvSpPr>
        <p:spPr>
          <a:xfrm>
            <a:off x="3996406" y="3672704"/>
            <a:ext cx="1901410" cy="478080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marR="0" lvl="0" indent="0" defTabSz="543818" fontAlgn="auto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Un-attended execution for automation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A2F9F4-987D-72D3-6513-63F9127DB6D1}"/>
              </a:ext>
            </a:extLst>
          </p:cNvPr>
          <p:cNvSpPr txBox="1"/>
          <p:nvPr/>
        </p:nvSpPr>
        <p:spPr>
          <a:xfrm>
            <a:off x="3992938" y="4371386"/>
            <a:ext cx="1901410" cy="478080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marR="0" lvl="0" indent="0" defTabSz="543818" fontAlgn="auto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Ability to add custom functions into the platform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005C4C-3C50-8BD4-4129-9CF969160B6F}"/>
              </a:ext>
            </a:extLst>
          </p:cNvPr>
          <p:cNvSpPr txBox="1"/>
          <p:nvPr/>
        </p:nvSpPr>
        <p:spPr>
          <a:xfrm>
            <a:off x="3987682" y="5086354"/>
            <a:ext cx="1901410" cy="478080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marR="0" lvl="0" indent="0" defTabSz="543818" fontAlgn="auto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480+ Containers can be launched for execution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5A6C47-6942-4BD4-891B-8BC88AF58DF5}"/>
              </a:ext>
            </a:extLst>
          </p:cNvPr>
          <p:cNvSpPr txBox="1"/>
          <p:nvPr/>
        </p:nvSpPr>
        <p:spPr>
          <a:xfrm>
            <a:off x="10207587" y="2147862"/>
            <a:ext cx="1888725" cy="708912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marR="0" lvl="0" indent="0" defTabSz="543818" fontAlgn="auto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Identify vulnerability in every scripts for the respective functional test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8A0721-CBBD-9083-E2E4-C0216C155C22}"/>
              </a:ext>
            </a:extLst>
          </p:cNvPr>
          <p:cNvSpPr txBox="1"/>
          <p:nvPr/>
        </p:nvSpPr>
        <p:spPr>
          <a:xfrm>
            <a:off x="10219239" y="2962116"/>
            <a:ext cx="1842532" cy="478080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marR="0" lvl="0" indent="0" defTabSz="543818" fontAlgn="auto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 accessibility testing and report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C84DEA-2578-DCA5-22CC-8A2087F287BB}"/>
              </a:ext>
            </a:extLst>
          </p:cNvPr>
          <p:cNvSpPr txBox="1"/>
          <p:nvPr/>
        </p:nvSpPr>
        <p:spPr>
          <a:xfrm>
            <a:off x="10216312" y="3660798"/>
            <a:ext cx="1842532" cy="478080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marR="0" lvl="0" indent="0" defTabSz="543818" fontAlgn="auto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CI/CD Integrated for continuous testing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566EB4-953F-A1D9-9FD1-E3930F9BD0F6}"/>
              </a:ext>
            </a:extLst>
          </p:cNvPr>
          <p:cNvSpPr txBox="1"/>
          <p:nvPr/>
        </p:nvSpPr>
        <p:spPr>
          <a:xfrm>
            <a:off x="10212844" y="4383230"/>
            <a:ext cx="1842532" cy="478080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marR="0" lvl="0" indent="0" defTabSz="543818" fontAlgn="auto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 in Verizon network and approved as VAST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0531F1-B662-2652-2B51-4AE7A82DBCC7}"/>
              </a:ext>
            </a:extLst>
          </p:cNvPr>
          <p:cNvSpPr txBox="1"/>
          <p:nvPr/>
        </p:nvSpPr>
        <p:spPr>
          <a:xfrm>
            <a:off x="10207588" y="5119896"/>
            <a:ext cx="1842532" cy="48218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defPPr>
              <a:defRPr lang="en-US"/>
            </a:defPPr>
            <a:lvl1pPr marR="0" lvl="0" indent="0" defTabSz="543818" fontAlgn="auto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108763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2pPr>
            <a:lvl3pPr marL="2175271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3pPr>
            <a:lvl4pPr marL="3262912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4pPr>
            <a:lvl5pPr marL="4350546" indent="0" algn="ctr" defTabSz="1087636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>
                <a:solidFill>
                  <a:schemeClr val="tx1">
                    <a:tint val="75000"/>
                  </a:schemeClr>
                </a:solidFill>
                <a:latin typeface="Open Sans"/>
                <a:cs typeface="Open Sans"/>
              </a:defRPr>
            </a:lvl5pPr>
            <a:lvl6pPr marL="5438184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5820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3455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701091" indent="0" algn="ctr" defTabSz="1087636">
              <a:spcBef>
                <a:spcPct val="20000"/>
              </a:spcBef>
              <a:buFont typeface="Arial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Dockerization solution for optimal usage and cost if Infra</a:t>
            </a:r>
          </a:p>
        </p:txBody>
      </p:sp>
    </p:spTree>
    <p:extLst>
      <p:ext uri="{BB962C8B-B14F-4D97-AF65-F5344CB8AC3E}">
        <p14:creationId xmlns:p14="http://schemas.microsoft.com/office/powerpoint/2010/main" val="3875762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1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1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/>
                                        <p:tgtEl>
                                          <p:spTgt spid="1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/>
                                        <p:tgtEl>
                                          <p:spTgt spid="1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/>
                                        <p:tgtEl>
                                          <p:spTgt spid="1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/>
                                        <p:tgtEl>
                                          <p:spTgt spid="1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" dur="10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0" dur="10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/>
                                        <p:tgtEl>
                                          <p:spTgt spid="1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4" dur="10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/>
                                        <p:tgtEl>
                                          <p:spTgt spid="1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8" dur="10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2" dur="1000"/>
                                        <p:tgtEl>
                                          <p:spTgt spid="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4" dur="10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00"/>
                                        <p:tgtEl>
                                          <p:spTgt spid="1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8" dur="1000"/>
                                        <p:tgtEl>
                                          <p:spTgt spid="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000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2" dur="10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6" dur="10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2" presetClass="entr" presetSubtype="1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8" dur="10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1000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2" dur="10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1000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6" dur="1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000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0" dur="10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000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2" dur="10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1000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6" dur="10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1000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6" dur="10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1000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0" dur="10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2" presetClass="entr" presetSubtype="1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1000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0" dur="10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1000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4" dur="10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1000"/>
                                        <p:tgtEl>
                                          <p:spTgt spid="1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4" dur="10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1000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8" dur="10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2" presetClass="entr" presetSubtype="1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2" presetClass="entr" presetSubtype="1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1000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8" dur="10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2" presetClass="entr" presetSubtype="1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1000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2" dur="10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2" presetClass="entr" presetSubtype="1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2" presetClass="entr" presetSubtype="1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2" presetClass="entr" presetSubtype="1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2" presetClass="entr" presetSubtype="1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2" presetClass="entr" presetSubtype="1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1000"/>
                                        <p:tgtEl>
                                          <p:spTgt spid="1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2" dur="10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2" presetClass="entr" presetSubtype="1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1000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6" dur="10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2" presetClass="entr" presetSubtype="1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2" presetClass="entr" presetSubtype="1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2" presetClass="entr" presetSubtype="1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2" presetClass="entr" presetSubtype="1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" grpId="0" animBg="1"/>
      <p:bldP spid="1071" grpId="0" animBg="1"/>
      <p:bldP spid="1072" grpId="0" animBg="1"/>
      <p:bldP spid="1073" grpId="0" animBg="1"/>
      <p:bldP spid="1074" grpId="0" animBg="1"/>
      <p:bldP spid="1075" grpId="0" animBg="1"/>
      <p:bldP spid="1076" grpId="0" animBg="1"/>
      <p:bldP spid="1077" grpId="0" animBg="1"/>
      <p:bldP spid="1078" grpId="0" animBg="1"/>
      <p:bldP spid="1079" grpId="0" animBg="1"/>
      <p:bldP spid="1080" grpId="0"/>
      <p:bldP spid="1081" grpId="0"/>
      <p:bldP spid="1082" grpId="0"/>
      <p:bldP spid="1083" grpId="0"/>
      <p:bldP spid="1084" grpId="0"/>
      <p:bldP spid="1085" grpId="0"/>
      <p:bldP spid="1087" grpId="0" animBg="1"/>
      <p:bldP spid="1089" grpId="0" animBg="1"/>
      <p:bldP spid="1090" grpId="0" animBg="1"/>
      <p:bldP spid="1091" grpId="0" animBg="1"/>
      <p:bldP spid="1093" grpId="0" animBg="1"/>
      <p:bldP spid="1094" grpId="0" animBg="1"/>
      <p:bldP spid="1095" grpId="0" animBg="1"/>
      <p:bldP spid="1096" grpId="0" animBg="1"/>
      <p:bldP spid="1101" grpId="0"/>
      <p:bldP spid="1103" grpId="0"/>
      <p:bldP spid="1104" grpId="0"/>
      <p:bldP spid="1111" grpId="0" animBg="1"/>
      <p:bldP spid="1112" grpId="0" animBg="1"/>
      <p:bldP spid="1113" grpId="0"/>
      <p:bldP spid="1115" grpId="0" animBg="1"/>
      <p:bldP spid="1117" grpId="0"/>
      <p:bldP spid="1122" grpId="0" animBg="1"/>
      <p:bldP spid="1123" grpId="0" animBg="1"/>
      <p:bldP spid="1105" grpId="0"/>
      <p:bldP spid="1106" grpId="0"/>
      <p:bldP spid="3" grpId="0" animBg="1"/>
      <p:bldP spid="4" grpId="0" animBg="1"/>
      <p:bldP spid="5" grpId="0" animBg="1"/>
      <p:bldP spid="6" grpId="0" animBg="1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5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 animBg="1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>
          <a:extLst>
            <a:ext uri="{FF2B5EF4-FFF2-40B4-BE49-F238E27FC236}">
              <a16:creationId xmlns:a16="http://schemas.microsoft.com/office/drawing/2014/main" id="{93F99463-E6D6-914C-6390-CD3A87F6C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>
            <a:extLst>
              <a:ext uri="{FF2B5EF4-FFF2-40B4-BE49-F238E27FC236}">
                <a16:creationId xmlns:a16="http://schemas.microsoft.com/office/drawing/2014/main" id="{37B64BA2-7950-0DE0-5EF7-277EC1DD9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r">
              <a:buClr>
                <a:srgbClr val="000000"/>
              </a:buClr>
            </a:pPr>
            <a:fld id="{00000000-1234-1234-1234-123412341234}" type="slidenum">
              <a:rPr lang="en"/>
              <a:pPr algn="r">
                <a:buClr>
                  <a:srgbClr val="000000"/>
                </a:buClr>
              </a:pPr>
              <a:t>9</a:t>
            </a:fld>
            <a:endParaRPr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04BFAA2-586A-1B4C-681B-408DAA2C0539}"/>
              </a:ext>
            </a:extLst>
          </p:cNvPr>
          <p:cNvSpPr txBox="1">
            <a:spLocks/>
          </p:cNvSpPr>
          <p:nvPr/>
        </p:nvSpPr>
        <p:spPr>
          <a:xfrm>
            <a:off x="184375" y="126434"/>
            <a:ext cx="11485747" cy="9423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6235E"/>
                </a:solidFill>
                <a:effectLst/>
                <a:uLnTx/>
                <a:uFillTx/>
                <a:latin typeface="Arial" panose="020B0604020202020204" pitchFamily="34" charset="0"/>
                <a:ea typeface="Helvetica Neue Medium"/>
                <a:cs typeface="Arial" panose="020B0604020202020204" pitchFamily="34" charset="0"/>
              </a:rPr>
              <a:t>Headspin @ Verizon – Differentiator (SIM Switch)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E79A6-DD4B-F4C8-D303-EA936025A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84" y="800253"/>
            <a:ext cx="11822016" cy="531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827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>
          <a:extLst>
            <a:ext uri="{FF2B5EF4-FFF2-40B4-BE49-F238E27FC236}">
              <a16:creationId xmlns:a16="http://schemas.microsoft.com/office/drawing/2014/main" id="{1190D5CA-2EEA-7A06-65D2-AFB0FA71B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>
            <a:extLst>
              <a:ext uri="{FF2B5EF4-FFF2-40B4-BE49-F238E27FC236}">
                <a16:creationId xmlns:a16="http://schemas.microsoft.com/office/drawing/2014/main" id="{F6C2C0BA-4E91-576A-D681-05502DF7E1E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r">
              <a:buClr>
                <a:srgbClr val="000000"/>
              </a:buClr>
            </a:pPr>
            <a:fld id="{00000000-1234-1234-1234-123412341234}" type="slidenum">
              <a:rPr lang="en"/>
              <a:pPr algn="r">
                <a:buClr>
                  <a:srgbClr val="000000"/>
                </a:buClr>
              </a:pPr>
              <a:t>10</a:t>
            </a:fld>
            <a:endParaRPr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7EA64D5-6DBA-19FF-25A1-A3AE6CAFD1AF}"/>
              </a:ext>
            </a:extLst>
          </p:cNvPr>
          <p:cNvSpPr txBox="1">
            <a:spLocks/>
          </p:cNvSpPr>
          <p:nvPr/>
        </p:nvSpPr>
        <p:spPr>
          <a:xfrm>
            <a:off x="369985" y="3155867"/>
            <a:ext cx="11485747" cy="9423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800" dirty="0">
                <a:solidFill>
                  <a:srgbClr val="26235E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3551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553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r">
              <a:buClr>
                <a:srgbClr val="000000"/>
              </a:buClr>
            </a:pPr>
            <a:fld id="{00000000-1234-1234-1234-123412341234}" type="slidenum">
              <a:rPr lang="en"/>
              <a:pPr algn="r">
                <a:buClr>
                  <a:srgbClr val="000000"/>
                </a:buClr>
              </a:pPr>
              <a:t>12</a:t>
            </a:fld>
            <a:endParaRPr/>
          </a:p>
        </p:txBody>
      </p:sp>
      <p:sp>
        <p:nvSpPr>
          <p:cNvPr id="1026" name="Rounded Rectangle 1025">
            <a:extLst>
              <a:ext uri="{FF2B5EF4-FFF2-40B4-BE49-F238E27FC236}">
                <a16:creationId xmlns:a16="http://schemas.microsoft.com/office/drawing/2014/main" id="{766678AF-6C43-3775-2E45-BD7DE72AE42C}"/>
              </a:ext>
            </a:extLst>
          </p:cNvPr>
          <p:cNvSpPr/>
          <p:nvPr/>
        </p:nvSpPr>
        <p:spPr>
          <a:xfrm>
            <a:off x="184375" y="363727"/>
            <a:ext cx="11930409" cy="368300"/>
          </a:xfrm>
          <a:prstGeom prst="roundRect">
            <a:avLst/>
          </a:prstGeom>
          <a:noFill/>
          <a:ln w="12700" cap="flat" cmpd="sng" algn="ctr">
            <a:noFill/>
            <a:prstDash val="dashDot"/>
            <a:miter lim="800000"/>
          </a:ln>
          <a:effectLst/>
        </p:spPr>
        <p:txBody>
          <a:bodyPr rtlCol="0" anchor="ctr"/>
          <a:lstStyle/>
          <a:p>
            <a:pPr defTabSz="914377">
              <a:defRPr/>
            </a:pPr>
            <a:r>
              <a:rPr lang="en-US" b="1" dirty="0">
                <a:solidFill>
                  <a:srgbClr val="E21B55"/>
                </a:solidFill>
                <a:latin typeface="Calibri" panose="020F0502020204030204"/>
              </a:rPr>
              <a:t>CloudTestr Vs Tosca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392FC0D-C18F-30E5-20F2-A6C608835337}"/>
              </a:ext>
            </a:extLst>
          </p:cNvPr>
          <p:cNvSpPr txBox="1">
            <a:spLocks/>
          </p:cNvSpPr>
          <p:nvPr/>
        </p:nvSpPr>
        <p:spPr>
          <a:xfrm>
            <a:off x="184375" y="67059"/>
            <a:ext cx="11485747" cy="9423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>
                <a:solidFill>
                  <a:srgbClr val="26235E"/>
                </a:solidFill>
              </a:rPr>
              <a:t>Comparative Analysis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700AA6-B95B-BD5A-36AD-85E23366C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981703"/>
              </p:ext>
            </p:extLst>
          </p:nvPr>
        </p:nvGraphicFramePr>
        <p:xfrm>
          <a:off x="369983" y="708291"/>
          <a:ext cx="11300139" cy="4983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9851">
                  <a:extLst>
                    <a:ext uri="{9D8B030D-6E8A-4147-A177-3AD203B41FA5}">
                      <a16:colId xmlns:a16="http://schemas.microsoft.com/office/drawing/2014/main" val="2344053505"/>
                    </a:ext>
                  </a:extLst>
                </a:gridCol>
                <a:gridCol w="408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7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465">
                <a:tc gridSpan="2">
                  <a:txBody>
                    <a:bodyPr/>
                    <a:lstStyle/>
                    <a:p>
                      <a:pPr algn="ctr" fontAlgn="ctr"/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CloudTestr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Tricentis Tosca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82"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Scripting Model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Script-less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Script-less</a:t>
                      </a:r>
                    </a:p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(Model Based)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080499"/>
                  </a:ext>
                </a:extLst>
              </a:tr>
              <a:tr h="406482"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Ease of Implementation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Simple</a:t>
                      </a:r>
                    </a:p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(Basic Training)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Complex</a:t>
                      </a:r>
                    </a:p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(Certified Training Required)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734448"/>
                  </a:ext>
                </a:extLst>
              </a:tr>
              <a:tr h="400963"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Adoption &amp; Scaling Across Enterprise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Technology Agnostic 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Technology Agnostic 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33425"/>
                  </a:ext>
                </a:extLst>
              </a:tr>
              <a:tr h="406482">
                <a:tc rowSpan="3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Total Cost of Ownership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License Cost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$11,000</a:t>
                      </a:r>
                    </a:p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(Per User)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922240"/>
                  </a:ext>
                </a:extLst>
              </a:tr>
              <a:tr h="406482">
                <a:tc vMerge="1">
                  <a:txBody>
                    <a:bodyPr/>
                    <a:lstStyle/>
                    <a:p>
                      <a:pPr marL="72000" algn="l" fontAlgn="ctr"/>
                      <a:endParaRPr lang="en-US" sz="10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89770" marR="89770" marT="44885" marB="4488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Implementation Cost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Existing Solution</a:t>
                      </a:r>
                    </a:p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(Self-Funded Model)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High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(Migration Cost Needed)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397991"/>
                  </a:ext>
                </a:extLst>
              </a:tr>
              <a:tr h="406482">
                <a:tc vMerge="1">
                  <a:txBody>
                    <a:bodyPr/>
                    <a:lstStyle/>
                    <a:p>
                      <a:pPr marL="72000" algn="l" fontAlgn="ctr"/>
                      <a:endParaRPr lang="en-US" sz="10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89770" marR="89770" marT="44885" marB="4488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Support Cost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</a:t>
                      </a:r>
                    </a:p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(Dedicated Support For Verizon)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Medium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(Support Cost)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331307"/>
                  </a:ext>
                </a:extLst>
              </a:tr>
              <a:tr h="406482"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AL/ML Features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72000" algn="l" fontAlgn="ctr"/>
                      <a:endParaRPr lang="en-US" sz="10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Lato" panose="020F0502020204030203" pitchFamily="34" charset="0"/>
                      </a:endParaRPr>
                    </a:p>
                  </a:txBody>
                  <a:tcPr marL="89770" marR="89770" marT="44885" marB="4488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In-progress</a:t>
                      </a:r>
                    </a:p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(ETA Feb’25)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565293"/>
                  </a:ext>
                </a:extLst>
              </a:tr>
              <a:tr h="406482"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Platform Customization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(Verizon Centric Platform Customization)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(General to all Customers)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731156"/>
                  </a:ext>
                </a:extLst>
              </a:tr>
              <a:tr h="1030387">
                <a:tc gridSpan="2"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Re-usable Assets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(Assets for packaged applications for rapid deployment)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168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2961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/>
          <p:cNvSpPr txBox="1">
            <a:spLocks noGrp="1"/>
          </p:cNvSpPr>
          <p:nvPr>
            <p:ph type="sldNum" sz="quarter" idx="4"/>
          </p:nvPr>
        </p:nvSpPr>
        <p:spPr>
          <a:xfrm>
            <a:off x="369985" y="6283719"/>
            <a:ext cx="365122" cy="371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r">
              <a:buClr>
                <a:srgbClr val="000000"/>
              </a:buClr>
            </a:pPr>
            <a:fld id="{00000000-1234-1234-1234-123412341234}" type="slidenum">
              <a:rPr lang="en"/>
              <a:pPr algn="r">
                <a:buClr>
                  <a:srgbClr val="000000"/>
                </a:buClr>
              </a:pPr>
              <a:t>13</a:t>
            </a:fld>
            <a:endParaRPr/>
          </a:p>
        </p:txBody>
      </p:sp>
      <p:sp>
        <p:nvSpPr>
          <p:cNvPr id="1026" name="Rounded Rectangle 1025">
            <a:extLst>
              <a:ext uri="{FF2B5EF4-FFF2-40B4-BE49-F238E27FC236}">
                <a16:creationId xmlns:a16="http://schemas.microsoft.com/office/drawing/2014/main" id="{766678AF-6C43-3775-2E45-BD7DE72AE42C}"/>
              </a:ext>
            </a:extLst>
          </p:cNvPr>
          <p:cNvSpPr/>
          <p:nvPr/>
        </p:nvSpPr>
        <p:spPr>
          <a:xfrm>
            <a:off x="184375" y="328100"/>
            <a:ext cx="11930409" cy="368300"/>
          </a:xfrm>
          <a:prstGeom prst="roundRect">
            <a:avLst/>
          </a:prstGeom>
          <a:noFill/>
          <a:ln w="12700" cap="flat" cmpd="sng" algn="ctr">
            <a:noFill/>
            <a:prstDash val="dashDot"/>
            <a:miter lim="800000"/>
          </a:ln>
          <a:effectLst/>
        </p:spPr>
        <p:txBody>
          <a:bodyPr rtlCol="0" anchor="ctr"/>
          <a:lstStyle/>
          <a:p>
            <a:pPr defTabSz="914377">
              <a:defRPr/>
            </a:pPr>
            <a:r>
              <a:rPr lang="en-US" b="1" dirty="0">
                <a:solidFill>
                  <a:srgbClr val="E21B55"/>
                </a:solidFill>
                <a:latin typeface="Calibri" panose="020F0502020204030204"/>
              </a:rPr>
              <a:t>Key Features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392FC0D-C18F-30E5-20F2-A6C608835337}"/>
              </a:ext>
            </a:extLst>
          </p:cNvPr>
          <p:cNvSpPr txBox="1">
            <a:spLocks/>
          </p:cNvSpPr>
          <p:nvPr/>
        </p:nvSpPr>
        <p:spPr>
          <a:xfrm>
            <a:off x="184375" y="-16068"/>
            <a:ext cx="11485747" cy="9423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>
                <a:solidFill>
                  <a:srgbClr val="26235E"/>
                </a:solidFill>
              </a:rPr>
              <a:t>Comparative Analysis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FDAF1D-390B-2263-9C33-255F02CD0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478692"/>
              </p:ext>
            </p:extLst>
          </p:nvPr>
        </p:nvGraphicFramePr>
        <p:xfrm>
          <a:off x="369985" y="708240"/>
          <a:ext cx="11300137" cy="4955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3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0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2710">
                <a:tc>
                  <a:txBody>
                    <a:bodyPr/>
                    <a:lstStyle/>
                    <a:p>
                      <a:pPr algn="ctr" fontAlgn="ctr"/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CloudTestr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Tricentis Tosca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92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Automated Test Case/ Script Generation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In-progress </a:t>
                      </a:r>
                    </a:p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(Future Release)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32804"/>
                  </a:ext>
                </a:extLst>
              </a:tr>
              <a:tr h="377375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Scripting Development / Onboarding Speed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2X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1X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080499"/>
                  </a:ext>
                </a:extLst>
              </a:tr>
              <a:tr h="25799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Script Execution Speed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4X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2X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734448"/>
                  </a:ext>
                </a:extLst>
              </a:tr>
              <a:tr h="377375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Auto Scale / Container Based Execution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Docker Container Solution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Elastic Containers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33425"/>
                  </a:ext>
                </a:extLst>
              </a:tr>
              <a:tr h="25799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Beginner-Friendly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922240"/>
                  </a:ext>
                </a:extLst>
              </a:tr>
              <a:tr h="25799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Reusable Methods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565293"/>
                  </a:ext>
                </a:extLst>
              </a:tr>
              <a:tr h="25799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Coding Skill Required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731156"/>
                  </a:ext>
                </a:extLst>
              </a:tr>
              <a:tr h="680382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HAR File Generation for Analysis (</a:t>
                      </a: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Collecting HAR files for deep analysis of application behavior during testing)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168042"/>
                  </a:ext>
                </a:extLst>
              </a:tr>
              <a:tr h="426992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Self Healing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Partial</a:t>
                      </a:r>
                    </a:p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(Full Capability ETA – Feb ‘25)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934125"/>
                  </a:ext>
                </a:extLst>
              </a:tr>
              <a:tr h="331491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Retry Failed Tests Automatically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07544"/>
                  </a:ext>
                </a:extLst>
              </a:tr>
              <a:tr h="426992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Test Creation Effort per TC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 </a:t>
                      </a:r>
                      <a:r>
                        <a:rPr lang="en-US" sz="1200" b="0" i="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Hrs</a:t>
                      </a:r>
                      <a:endParaRPr lang="en-US" sz="12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 </a:t>
                      </a:r>
                      <a:r>
                        <a:rPr lang="en-US" sz="1200" b="0" i="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Hrs</a:t>
                      </a:r>
                      <a:endParaRPr lang="en-US" sz="12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022952"/>
                  </a:ext>
                </a:extLst>
              </a:tr>
              <a:tr h="426992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TC Maintenance Effort for each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 </a:t>
                      </a:r>
                      <a:r>
                        <a:rPr lang="en-US" sz="1200" b="0" i="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Hr</a:t>
                      </a:r>
                      <a:endParaRPr lang="en-US" sz="12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2.5 </a:t>
                      </a:r>
                      <a:r>
                        <a:rPr lang="en-US" sz="1200" b="0" i="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Hrs</a:t>
                      </a:r>
                      <a:endParaRPr lang="en-US" sz="12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220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049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r">
              <a:buClr>
                <a:srgbClr val="000000"/>
              </a:buClr>
            </a:pPr>
            <a:fld id="{00000000-1234-1234-1234-123412341234}" type="slidenum">
              <a:rPr lang="en"/>
              <a:pPr algn="r">
                <a:buClr>
                  <a:srgbClr val="000000"/>
                </a:buClr>
              </a:pPr>
              <a:t>14</a:t>
            </a:fld>
            <a:endParaRPr/>
          </a:p>
        </p:txBody>
      </p:sp>
      <p:sp>
        <p:nvSpPr>
          <p:cNvPr id="1026" name="Rounded Rectangle 1025">
            <a:extLst>
              <a:ext uri="{FF2B5EF4-FFF2-40B4-BE49-F238E27FC236}">
                <a16:creationId xmlns:a16="http://schemas.microsoft.com/office/drawing/2014/main" id="{766678AF-6C43-3775-2E45-BD7DE72AE42C}"/>
              </a:ext>
            </a:extLst>
          </p:cNvPr>
          <p:cNvSpPr/>
          <p:nvPr/>
        </p:nvSpPr>
        <p:spPr>
          <a:xfrm>
            <a:off x="184375" y="470602"/>
            <a:ext cx="11930409" cy="368300"/>
          </a:xfrm>
          <a:prstGeom prst="roundRect">
            <a:avLst/>
          </a:prstGeom>
          <a:noFill/>
          <a:ln w="12700" cap="flat" cmpd="sng" algn="ctr">
            <a:noFill/>
            <a:prstDash val="dashDot"/>
            <a:miter lim="800000"/>
          </a:ln>
          <a:effectLst/>
        </p:spPr>
        <p:txBody>
          <a:bodyPr rtlCol="0" anchor="ctr"/>
          <a:lstStyle/>
          <a:p>
            <a:pPr defTabSz="914377">
              <a:defRPr/>
            </a:pPr>
            <a:r>
              <a:rPr lang="en-US" b="1" dirty="0">
                <a:solidFill>
                  <a:srgbClr val="E21B55"/>
                </a:solidFill>
                <a:latin typeface="Calibri" panose="020F0502020204030204"/>
              </a:rPr>
              <a:t>Capability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392FC0D-C18F-30E5-20F2-A6C608835337}"/>
              </a:ext>
            </a:extLst>
          </p:cNvPr>
          <p:cNvSpPr txBox="1">
            <a:spLocks/>
          </p:cNvSpPr>
          <p:nvPr/>
        </p:nvSpPr>
        <p:spPr>
          <a:xfrm>
            <a:off x="184375" y="126434"/>
            <a:ext cx="11485747" cy="9423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>
                <a:solidFill>
                  <a:srgbClr val="26235E"/>
                </a:solidFill>
              </a:rPr>
              <a:t>Comparative Analysis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FDAF1D-390B-2263-9C33-255F02CD0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163474"/>
              </p:ext>
            </p:extLst>
          </p:nvPr>
        </p:nvGraphicFramePr>
        <p:xfrm>
          <a:off x="369983" y="1024340"/>
          <a:ext cx="11485747" cy="4118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4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2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111">
                <a:tc>
                  <a:txBody>
                    <a:bodyPr/>
                    <a:lstStyle/>
                    <a:p>
                      <a:pPr algn="ctr" fontAlgn="ctr"/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CloudTestr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Tricentis Tosca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9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API Testing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080499"/>
                  </a:ext>
                </a:extLst>
              </a:tr>
              <a:tr h="365271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Cross Browser Testing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734448"/>
                  </a:ext>
                </a:extLst>
              </a:tr>
              <a:tr h="37029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Mobile Testing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(Integrated with CT)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33425"/>
                  </a:ext>
                </a:extLst>
              </a:tr>
              <a:tr h="365271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Bug Tracking Tools Integration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922240"/>
                  </a:ext>
                </a:extLst>
              </a:tr>
              <a:tr h="365271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End-to-end Testing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(Web &amp; Service)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565293"/>
                  </a:ext>
                </a:extLst>
              </a:tr>
              <a:tr h="365271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Risk-based Testing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731156"/>
                  </a:ext>
                </a:extLst>
              </a:tr>
              <a:tr h="469334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Test Data Management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(Integrated with </a:t>
                      </a:r>
                      <a:r>
                        <a:rPr lang="en-US" sz="1200" b="0" i="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GenRocket</a:t>
                      </a: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(Stand Alone)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168042"/>
                  </a:ext>
                </a:extLst>
              </a:tr>
              <a:tr h="469334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Service virtualization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934125"/>
                  </a:ext>
                </a:extLst>
              </a:tr>
              <a:tr h="469334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Exploratory Testing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867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896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r">
              <a:buClr>
                <a:srgbClr val="000000"/>
              </a:buClr>
            </a:pPr>
            <a:fld id="{00000000-1234-1234-1234-123412341234}" type="slidenum">
              <a:rPr lang="en"/>
              <a:pPr algn="r">
                <a:buClr>
                  <a:srgbClr val="000000"/>
                </a:buClr>
              </a:pPr>
              <a:t>15</a:t>
            </a:fld>
            <a:endParaRPr/>
          </a:p>
        </p:txBody>
      </p:sp>
      <p:sp>
        <p:nvSpPr>
          <p:cNvPr id="1026" name="Rounded Rectangle 1025">
            <a:extLst>
              <a:ext uri="{FF2B5EF4-FFF2-40B4-BE49-F238E27FC236}">
                <a16:creationId xmlns:a16="http://schemas.microsoft.com/office/drawing/2014/main" id="{766678AF-6C43-3775-2E45-BD7DE72AE42C}"/>
              </a:ext>
            </a:extLst>
          </p:cNvPr>
          <p:cNvSpPr/>
          <p:nvPr/>
        </p:nvSpPr>
        <p:spPr>
          <a:xfrm>
            <a:off x="184375" y="470602"/>
            <a:ext cx="11930409" cy="368300"/>
          </a:xfrm>
          <a:prstGeom prst="roundRect">
            <a:avLst/>
          </a:prstGeom>
          <a:noFill/>
          <a:ln w="12700" cap="flat" cmpd="sng" algn="ctr">
            <a:noFill/>
            <a:prstDash val="dashDot"/>
            <a:miter lim="800000"/>
          </a:ln>
          <a:effectLst/>
        </p:spPr>
        <p:txBody>
          <a:bodyPr rtlCol="0" anchor="ctr"/>
          <a:lstStyle/>
          <a:p>
            <a:pPr defTabSz="914377">
              <a:defRPr/>
            </a:pPr>
            <a:r>
              <a:rPr lang="en-US" b="1" dirty="0">
                <a:solidFill>
                  <a:srgbClr val="E21B55"/>
                </a:solidFill>
                <a:latin typeface="Calibri" panose="020F0502020204030204"/>
              </a:rPr>
              <a:t>3</a:t>
            </a:r>
            <a:r>
              <a:rPr lang="en-US" b="1" baseline="30000" dirty="0">
                <a:solidFill>
                  <a:srgbClr val="E21B55"/>
                </a:solidFill>
                <a:latin typeface="Calibri" panose="020F0502020204030204"/>
              </a:rPr>
              <a:t>rd</a:t>
            </a:r>
            <a:r>
              <a:rPr lang="en-US" b="1" dirty="0">
                <a:solidFill>
                  <a:srgbClr val="E21B55"/>
                </a:solidFill>
                <a:latin typeface="Calibri" panose="020F0502020204030204"/>
              </a:rPr>
              <a:t> Party Integration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392FC0D-C18F-30E5-20F2-A6C608835337}"/>
              </a:ext>
            </a:extLst>
          </p:cNvPr>
          <p:cNvSpPr txBox="1">
            <a:spLocks/>
          </p:cNvSpPr>
          <p:nvPr/>
        </p:nvSpPr>
        <p:spPr>
          <a:xfrm>
            <a:off x="184375" y="126434"/>
            <a:ext cx="11485747" cy="9423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>
                <a:solidFill>
                  <a:srgbClr val="26235E"/>
                </a:solidFill>
              </a:rPr>
              <a:t>Comparative Analysis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FDAF1D-390B-2263-9C33-255F02CD0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69234"/>
              </p:ext>
            </p:extLst>
          </p:nvPr>
        </p:nvGraphicFramePr>
        <p:xfrm>
          <a:off x="369983" y="885818"/>
          <a:ext cx="11300139" cy="44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1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111">
                <a:tc>
                  <a:txBody>
                    <a:bodyPr/>
                    <a:lstStyle/>
                    <a:p>
                      <a:pPr algn="ctr" fontAlgn="ctr"/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CloudTestr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Tricentis Tosca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89770" marR="89770" marT="44885" marB="4488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9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CI/CD Integration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080499"/>
                  </a:ext>
                </a:extLst>
              </a:tr>
              <a:tr h="365271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Version Control Tools Integration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734448"/>
                  </a:ext>
                </a:extLst>
              </a:tr>
              <a:tr h="370299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Bug Tracking Tools Integration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(Integrated with CT)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33425"/>
                  </a:ext>
                </a:extLst>
              </a:tr>
              <a:tr h="365271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Team Communication Integration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922240"/>
                  </a:ext>
                </a:extLst>
              </a:tr>
              <a:tr h="365271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Test Management Tool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</a:t>
                      </a:r>
                      <a:r>
                        <a:rPr lang="en-US" sz="1200" b="0" i="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Qtest</a:t>
                      </a: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&amp; Xray)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</a:t>
                      </a:r>
                      <a:r>
                        <a:rPr lang="en-US" sz="1200" b="0" i="0" u="none" strike="noStrike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Qtest</a:t>
                      </a: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)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565293"/>
                  </a:ext>
                </a:extLst>
              </a:tr>
              <a:tr h="365271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Selenium Integration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731156"/>
                  </a:ext>
                </a:extLst>
              </a:tr>
              <a:tr h="469334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API Integrations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 - Open API Integration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168042"/>
                  </a:ext>
                </a:extLst>
              </a:tr>
              <a:tr h="469334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Dynatrace Integration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(Analyzing and identifying error flows within applications using Dynatrace)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546358"/>
                  </a:ext>
                </a:extLst>
              </a:tr>
              <a:tr h="469334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Evinced</a:t>
                      </a: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(Accessibility Testing: Automated accessibility testing to ensure web content is accessible to all users)</a:t>
                      </a:r>
                    </a:p>
                  </a:txBody>
                  <a:tcPr marL="95159" marR="95159" marT="47579" marB="475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marL="89770" marR="89770" marT="44885" marB="44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683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155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210ECB-CAF8-5F4D-282A-BB2E18C836E2}"/>
              </a:ext>
            </a:extLst>
          </p:cNvPr>
          <p:cNvSpPr txBox="1">
            <a:spLocks/>
          </p:cNvSpPr>
          <p:nvPr/>
        </p:nvSpPr>
        <p:spPr>
          <a:xfrm>
            <a:off x="138034" y="60080"/>
            <a:ext cx="11485747" cy="5330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>
                <a:solidFill>
                  <a:srgbClr val="26235E"/>
                </a:solidFill>
              </a:rPr>
              <a:t>Verizon QE – What Sutherland can offer?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5AC2A34-4C09-E3DE-AF9B-C98C7E85EA61}"/>
              </a:ext>
            </a:extLst>
          </p:cNvPr>
          <p:cNvSpPr/>
          <p:nvPr/>
        </p:nvSpPr>
        <p:spPr>
          <a:xfrm>
            <a:off x="7592673" y="1585578"/>
            <a:ext cx="1797285" cy="714820"/>
          </a:xfrm>
          <a:prstGeom prst="rect">
            <a:avLst/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/>
            <a:r>
              <a:rPr lang="en-GB" sz="1100" kern="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Functional &amp; Mobile Automation and  Performance Testing (Produce more ROI)</a:t>
            </a:r>
            <a:endParaRPr lang="en-AE" sz="11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CD6C2C-F13C-0CC0-CFA0-9E40E9CF522C}"/>
              </a:ext>
            </a:extLst>
          </p:cNvPr>
          <p:cNvSpPr/>
          <p:nvPr/>
        </p:nvSpPr>
        <p:spPr>
          <a:xfrm>
            <a:off x="7592673" y="2656188"/>
            <a:ext cx="1797285" cy="714820"/>
          </a:xfrm>
          <a:prstGeom prst="rect">
            <a:avLst/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/>
            <a:r>
              <a:rPr lang="en-GB" sz="1200" kern="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2X Productivity on Automation </a:t>
            </a:r>
          </a:p>
          <a:p>
            <a:pPr algn="ctr"/>
            <a:r>
              <a:rPr lang="en-GB" sz="1000" kern="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(Can do lot more on automation development)</a:t>
            </a:r>
            <a:endParaRPr lang="en-AE" sz="12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8A9F9A-818C-E18C-A643-A55B480DC6C7}"/>
              </a:ext>
            </a:extLst>
          </p:cNvPr>
          <p:cNvSpPr/>
          <p:nvPr/>
        </p:nvSpPr>
        <p:spPr>
          <a:xfrm>
            <a:off x="7592673" y="3726431"/>
            <a:ext cx="1797285" cy="714820"/>
          </a:xfrm>
          <a:prstGeom prst="rect">
            <a:avLst/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/>
            <a:r>
              <a:rPr lang="en-GB" sz="1400" kern="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4X Execution Speed  (Give back saving from execution) </a:t>
            </a:r>
            <a:endParaRPr lang="en-AE" sz="14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71DEC35-197F-001B-AE94-1C158E9A84B5}"/>
              </a:ext>
            </a:extLst>
          </p:cNvPr>
          <p:cNvSpPr/>
          <p:nvPr/>
        </p:nvSpPr>
        <p:spPr>
          <a:xfrm>
            <a:off x="7592673" y="4734106"/>
            <a:ext cx="1797285" cy="714820"/>
          </a:xfrm>
          <a:prstGeom prst="rect">
            <a:avLst/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algn="ctr"/>
            <a:r>
              <a:rPr lang="en-GB" sz="1200" kern="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 needed so many manual testers by using automation platform</a:t>
            </a:r>
            <a:endParaRPr lang="en-AE" sz="12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55EF8EE-8AC3-5AE3-5B4F-587AE81B54FD}"/>
              </a:ext>
            </a:extLst>
          </p:cNvPr>
          <p:cNvCxnSpPr>
            <a:cxnSpLocks/>
          </p:cNvCxnSpPr>
          <p:nvPr/>
        </p:nvCxnSpPr>
        <p:spPr>
          <a:xfrm>
            <a:off x="10684369" y="1604484"/>
            <a:ext cx="0" cy="677008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73F0181-547A-5CB6-8C12-33AB431F0B0A}"/>
              </a:ext>
            </a:extLst>
          </p:cNvPr>
          <p:cNvSpPr txBox="1"/>
          <p:nvPr/>
        </p:nvSpPr>
        <p:spPr>
          <a:xfrm>
            <a:off x="9769995" y="1650601"/>
            <a:ext cx="800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200% </a:t>
            </a:r>
            <a:b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Uplift</a:t>
            </a:r>
            <a:endParaRPr kumimoji="0" lang="en-A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FBB309-B376-590A-0C6B-CDC5FE14EAF7}"/>
              </a:ext>
            </a:extLst>
          </p:cNvPr>
          <p:cNvSpPr txBox="1"/>
          <p:nvPr/>
        </p:nvSpPr>
        <p:spPr>
          <a:xfrm>
            <a:off x="10913796" y="1650601"/>
            <a:ext cx="798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~1M</a:t>
            </a:r>
            <a:b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savings</a:t>
            </a:r>
            <a:endParaRPr kumimoji="0" lang="en-A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470390D-586B-C203-8F73-09B83423617A}"/>
              </a:ext>
            </a:extLst>
          </p:cNvPr>
          <p:cNvCxnSpPr>
            <a:cxnSpLocks/>
          </p:cNvCxnSpPr>
          <p:nvPr/>
        </p:nvCxnSpPr>
        <p:spPr>
          <a:xfrm>
            <a:off x="10684369" y="2675094"/>
            <a:ext cx="0" cy="677008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0286052-AA36-9101-6928-45571B36E21B}"/>
              </a:ext>
            </a:extLst>
          </p:cNvPr>
          <p:cNvSpPr txBox="1"/>
          <p:nvPr/>
        </p:nvSpPr>
        <p:spPr>
          <a:xfrm>
            <a:off x="9685837" y="2721211"/>
            <a:ext cx="9685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200% </a:t>
            </a:r>
            <a:b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Increased</a:t>
            </a:r>
            <a:endParaRPr kumimoji="0" lang="en-A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0C419F-EBA0-8493-D80B-B338AC21B38B}"/>
              </a:ext>
            </a:extLst>
          </p:cNvPr>
          <p:cNvSpPr txBox="1"/>
          <p:nvPr/>
        </p:nvSpPr>
        <p:spPr>
          <a:xfrm>
            <a:off x="10888950" y="2721211"/>
            <a:ext cx="8483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$240K</a:t>
            </a:r>
            <a:b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savings</a:t>
            </a:r>
            <a:endParaRPr kumimoji="0" lang="en-A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18DCDB4-C671-46A7-6813-A65380B94CE9}"/>
              </a:ext>
            </a:extLst>
          </p:cNvPr>
          <p:cNvCxnSpPr>
            <a:cxnSpLocks/>
          </p:cNvCxnSpPr>
          <p:nvPr/>
        </p:nvCxnSpPr>
        <p:spPr>
          <a:xfrm>
            <a:off x="10684369" y="3745337"/>
            <a:ext cx="0" cy="677008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9A52C186-A290-540F-5D22-2BD7204D9655}"/>
              </a:ext>
            </a:extLst>
          </p:cNvPr>
          <p:cNvSpPr txBox="1"/>
          <p:nvPr/>
        </p:nvSpPr>
        <p:spPr>
          <a:xfrm>
            <a:off x="9468050" y="3791454"/>
            <a:ext cx="1245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400% </a:t>
            </a:r>
            <a:b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Improvement</a:t>
            </a:r>
            <a:endParaRPr kumimoji="0" lang="en-A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565A884-F559-4AF3-09A9-B97A81126903}"/>
              </a:ext>
            </a:extLst>
          </p:cNvPr>
          <p:cNvSpPr txBox="1"/>
          <p:nvPr/>
        </p:nvSpPr>
        <p:spPr>
          <a:xfrm>
            <a:off x="10888950" y="3791454"/>
            <a:ext cx="8483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$250K</a:t>
            </a:r>
            <a:b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savings</a:t>
            </a:r>
            <a:endParaRPr kumimoji="0" lang="en-A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8F2B099-44A3-57BE-F3D1-095A488F12A3}"/>
              </a:ext>
            </a:extLst>
          </p:cNvPr>
          <p:cNvCxnSpPr>
            <a:cxnSpLocks/>
          </p:cNvCxnSpPr>
          <p:nvPr/>
        </p:nvCxnSpPr>
        <p:spPr>
          <a:xfrm>
            <a:off x="10684369" y="4753012"/>
            <a:ext cx="0" cy="677008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0ADFBB56-0C40-8162-2067-4BFC206615FC}"/>
              </a:ext>
            </a:extLst>
          </p:cNvPr>
          <p:cNvSpPr txBox="1"/>
          <p:nvPr/>
        </p:nvSpPr>
        <p:spPr>
          <a:xfrm>
            <a:off x="9769995" y="4799129"/>
            <a:ext cx="800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200% </a:t>
            </a:r>
            <a:b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savings</a:t>
            </a:r>
            <a:endParaRPr kumimoji="0" lang="en-A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44816A2-F6A4-F89E-80C4-FADD4E232425}"/>
              </a:ext>
            </a:extLst>
          </p:cNvPr>
          <p:cNvSpPr txBox="1"/>
          <p:nvPr/>
        </p:nvSpPr>
        <p:spPr>
          <a:xfrm>
            <a:off x="10888950" y="4799129"/>
            <a:ext cx="8483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$900K</a:t>
            </a:r>
            <a:b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savings</a:t>
            </a:r>
            <a:endParaRPr kumimoji="0" lang="en-A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EAEC3EF-2BA1-65C3-FB03-B28AB645C79B}"/>
              </a:ext>
            </a:extLst>
          </p:cNvPr>
          <p:cNvSpPr/>
          <p:nvPr/>
        </p:nvSpPr>
        <p:spPr>
          <a:xfrm>
            <a:off x="281869" y="730397"/>
            <a:ext cx="1584000" cy="1243636"/>
          </a:xfrm>
          <a:prstGeom prst="rect">
            <a:avLst/>
          </a:prstGeom>
          <a:gradFill rotWithShape="1">
            <a:gsLst>
              <a:gs pos="0">
                <a:srgbClr val="E97132">
                  <a:satMod val="103000"/>
                  <a:lumMod val="102000"/>
                  <a:tint val="94000"/>
                </a:srgbClr>
              </a:gs>
              <a:gs pos="50000">
                <a:srgbClr val="E97132">
                  <a:satMod val="110000"/>
                  <a:lumMod val="100000"/>
                  <a:shade val="100000"/>
                </a:srgbClr>
              </a:gs>
              <a:gs pos="100000">
                <a:srgbClr val="E97132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Achievements Enabled</a:t>
            </a:r>
            <a:endParaRPr kumimoji="0" lang="en-A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485F01F-6D44-9288-1F6F-A42121881A6A}"/>
              </a:ext>
            </a:extLst>
          </p:cNvPr>
          <p:cNvSpPr/>
          <p:nvPr/>
        </p:nvSpPr>
        <p:spPr>
          <a:xfrm>
            <a:off x="281869" y="2246089"/>
            <a:ext cx="1584000" cy="1243636"/>
          </a:xfrm>
          <a:prstGeom prst="rect">
            <a:avLst/>
          </a:prstGeom>
          <a:gradFill rotWithShape="1">
            <a:gsLst>
              <a:gs pos="0">
                <a:srgbClr val="E97132">
                  <a:satMod val="103000"/>
                  <a:lumMod val="102000"/>
                  <a:tint val="94000"/>
                </a:srgbClr>
              </a:gs>
              <a:gs pos="50000">
                <a:srgbClr val="E97132">
                  <a:satMod val="110000"/>
                  <a:lumMod val="100000"/>
                  <a:shade val="100000"/>
                </a:srgbClr>
              </a:gs>
              <a:gs pos="100000">
                <a:srgbClr val="E97132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Innovation &amp; Investments</a:t>
            </a:r>
            <a:endParaRPr kumimoji="0" lang="en-A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97F53A6-318F-E001-7A07-AB39C41A46A8}"/>
              </a:ext>
            </a:extLst>
          </p:cNvPr>
          <p:cNvSpPr/>
          <p:nvPr/>
        </p:nvSpPr>
        <p:spPr>
          <a:xfrm>
            <a:off x="281869" y="3761781"/>
            <a:ext cx="1584000" cy="1243636"/>
          </a:xfrm>
          <a:prstGeom prst="rect">
            <a:avLst/>
          </a:prstGeom>
          <a:gradFill rotWithShape="1">
            <a:gsLst>
              <a:gs pos="0">
                <a:srgbClr val="E97132">
                  <a:satMod val="103000"/>
                  <a:lumMod val="102000"/>
                  <a:tint val="94000"/>
                </a:srgbClr>
              </a:gs>
              <a:gs pos="50000">
                <a:srgbClr val="E97132">
                  <a:satMod val="110000"/>
                  <a:lumMod val="100000"/>
                  <a:shade val="100000"/>
                </a:srgbClr>
              </a:gs>
              <a:gs pos="100000">
                <a:srgbClr val="E97132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Assured Outcomes</a:t>
            </a:r>
            <a:endParaRPr kumimoji="0" lang="en-A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C286548-F7BE-4E3C-C26C-F51A862E7DE7}"/>
              </a:ext>
            </a:extLst>
          </p:cNvPr>
          <p:cNvSpPr/>
          <p:nvPr/>
        </p:nvSpPr>
        <p:spPr>
          <a:xfrm>
            <a:off x="281869" y="5277473"/>
            <a:ext cx="1584000" cy="1243636"/>
          </a:xfrm>
          <a:prstGeom prst="rect">
            <a:avLst/>
          </a:prstGeom>
          <a:gradFill rotWithShape="1">
            <a:gsLst>
              <a:gs pos="0">
                <a:srgbClr val="E97132">
                  <a:satMod val="103000"/>
                  <a:lumMod val="102000"/>
                  <a:tint val="94000"/>
                </a:srgbClr>
              </a:gs>
              <a:gs pos="50000">
                <a:srgbClr val="E97132">
                  <a:satMod val="110000"/>
                  <a:lumMod val="100000"/>
                  <a:shade val="100000"/>
                </a:srgbClr>
              </a:gs>
              <a:gs pos="100000">
                <a:srgbClr val="E97132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rgbClr val="E97132"/>
            </a:solidFill>
            <a:prstDash val="solid"/>
            <a:miter lim="800000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Value Proposition</a:t>
            </a:r>
            <a:endParaRPr kumimoji="0" lang="en-AE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7" name="Arrow: Pentagon 25">
            <a:extLst>
              <a:ext uri="{FF2B5EF4-FFF2-40B4-BE49-F238E27FC236}">
                <a16:creationId xmlns:a16="http://schemas.microsoft.com/office/drawing/2014/main" id="{24928F7A-2FCC-FA71-C1DE-03EAD7FFC652}"/>
              </a:ext>
            </a:extLst>
          </p:cNvPr>
          <p:cNvSpPr/>
          <p:nvPr/>
        </p:nvSpPr>
        <p:spPr>
          <a:xfrm>
            <a:off x="6737773" y="1431737"/>
            <a:ext cx="550720" cy="4203707"/>
          </a:xfrm>
          <a:prstGeom prst="homePlate">
            <a:avLst>
              <a:gd name="adj" fmla="val 100000"/>
            </a:avLst>
          </a:prstGeom>
          <a:solidFill>
            <a:schemeClr val="tx1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vert="vert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Unlocking Savings</a:t>
            </a:r>
            <a:endParaRPr kumimoji="0" lang="en-AE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6F73B0A-B1F1-F113-7CB1-DE2C71E88BEF}"/>
              </a:ext>
            </a:extLst>
          </p:cNvPr>
          <p:cNvSpPr/>
          <p:nvPr/>
        </p:nvSpPr>
        <p:spPr>
          <a:xfrm>
            <a:off x="7288493" y="5741377"/>
            <a:ext cx="4751346" cy="914400"/>
          </a:xfrm>
          <a:prstGeom prst="rect">
            <a:avLst/>
          </a:prstGeom>
          <a:solidFill>
            <a:sysClr val="windowText" lastClr="000000"/>
          </a:solidFill>
          <a:ln w="19050" cap="flat" cmpd="sng" algn="ctr">
            <a:solidFill>
              <a:sysClr val="windowText" lastClr="000000">
                <a:shade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Average QE Invoice Per Year = $11.04M ($0.92M per month)</a:t>
            </a:r>
          </a:p>
          <a:p>
            <a:pPr algn="ctr">
              <a:defRPr/>
            </a:pPr>
            <a:r>
              <a:rPr lang="en-GB" sz="1400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Assured Saving in 2025 = $2.39 M</a:t>
            </a:r>
          </a:p>
          <a:p>
            <a:pPr algn="ctr">
              <a:defRPr/>
            </a:pPr>
            <a:r>
              <a:rPr lang="en-GB" sz="1400" kern="0" dirty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QE Invoice after saving = $8.39M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7BD83CD-E2C0-73FE-1DFC-BB3E59064EA8}"/>
              </a:ext>
            </a:extLst>
          </p:cNvPr>
          <p:cNvSpPr/>
          <p:nvPr/>
        </p:nvSpPr>
        <p:spPr>
          <a:xfrm>
            <a:off x="1997755" y="730397"/>
            <a:ext cx="4493664" cy="124363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36000" rIns="72000" bIns="36000"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Migration &amp; Maintenance of </a:t>
            </a:r>
            <a:r>
              <a:rPr kumimoji="0" lang="en-GB" sz="14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6K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cases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Verizon specific 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Customization &amp; integration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Shift Left &amp; Containerization </a:t>
            </a:r>
            <a:endParaRPr kumimoji="0" lang="en-AE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73C50CF-1B7C-DC41-A52F-4CE00D935224}"/>
              </a:ext>
            </a:extLst>
          </p:cNvPr>
          <p:cNvSpPr/>
          <p:nvPr/>
        </p:nvSpPr>
        <p:spPr>
          <a:xfrm>
            <a:off x="1997755" y="2246089"/>
            <a:ext cx="4493664" cy="124363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36000" rIns="72000" bIns="36000"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Scriptless – 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Code Platform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Reusable Methods &amp; Integrated TDM Solution (</a:t>
            </a:r>
            <a:r>
              <a:rPr kumimoji="0" lang="en-GB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GenRocket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GB" sz="1400" b="1" kern="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Invested around $935K </a:t>
            </a:r>
            <a:r>
              <a:rPr lang="en-GB" sz="1400" kern="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Verizon specific platform customization and migration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8D41AF9-C9CA-9EE7-3F26-80A885C36A00}"/>
              </a:ext>
            </a:extLst>
          </p:cNvPr>
          <p:cNvSpPr/>
          <p:nvPr/>
        </p:nvSpPr>
        <p:spPr>
          <a:xfrm>
            <a:off x="1997755" y="3761781"/>
            <a:ext cx="4493664" cy="124363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36000" rIns="72000" bIns="36000"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E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1EC5B1E-25FC-C730-9F29-EC8FA14CB441}"/>
              </a:ext>
            </a:extLst>
          </p:cNvPr>
          <p:cNvSpPr/>
          <p:nvPr/>
        </p:nvSpPr>
        <p:spPr>
          <a:xfrm>
            <a:off x="1997755" y="5277473"/>
            <a:ext cx="4493664" cy="124363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36000" rIns="72000" bIns="36000" rtlCol="0" anchor="ctr"/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Script less</a:t>
            </a: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Automation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E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Open platform for </a:t>
            </a:r>
            <a:r>
              <a:rPr kumimoji="0" lang="en-AE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multi-party usage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E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Deeply integrated</a:t>
            </a:r>
            <a:r>
              <a:rPr kumimoji="0" lang="en-AE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into Verizon ecosystem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E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Fully Compliant</a:t>
            </a:r>
            <a:r>
              <a:rPr kumimoji="0" lang="en-AE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 Verizon processes/ WoW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E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ZERO Cost</a:t>
            </a:r>
            <a:r>
              <a:rPr kumimoji="0" lang="en-AE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for Platform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2E5E2BB-5C40-360B-6F59-60581D54C85A}"/>
              </a:ext>
            </a:extLst>
          </p:cNvPr>
          <p:cNvSpPr txBox="1"/>
          <p:nvPr/>
        </p:nvSpPr>
        <p:spPr>
          <a:xfrm>
            <a:off x="6737773" y="714969"/>
            <a:ext cx="5302066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Proven Capabilities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|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Expanded Impacts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|</a:t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Assured Results</a:t>
            </a:r>
            <a:endParaRPr kumimoji="0" lang="en-AE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2BB7178-4BBE-453E-D5AA-B2A0C7D91FAB}"/>
              </a:ext>
            </a:extLst>
          </p:cNvPr>
          <p:cNvSpPr txBox="1"/>
          <p:nvPr/>
        </p:nvSpPr>
        <p:spPr>
          <a:xfrm>
            <a:off x="1971981" y="3782176"/>
            <a:ext cx="44616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Automation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ROI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around </a:t>
            </a: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2M+ per year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600" kern="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On-prem mobile lab benefits </a:t>
            </a:r>
            <a:r>
              <a:rPr lang="en-GB" sz="1600" b="1" kern="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$350K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Infrastructure c</a:t>
            </a:r>
            <a:r>
              <a:rPr lang="en-GB" sz="1600" b="1" kern="0" dirty="0" err="1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ost</a:t>
            </a:r>
            <a:r>
              <a:rPr lang="en-GB" sz="1600" b="1" kern="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saving </a:t>
            </a:r>
            <a:r>
              <a:rPr lang="en-GB" sz="1600" kern="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automated execution is at </a:t>
            </a:r>
            <a:r>
              <a:rPr lang="en-GB" sz="1600" b="1" kern="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$93K every year </a:t>
            </a:r>
            <a:r>
              <a:rPr lang="en-GB" sz="1600" kern="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(Moved on-prem servers to containers)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77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/>
          <p:cNvSpPr txBox="1">
            <a:spLocks noGrp="1"/>
          </p:cNvSpPr>
          <p:nvPr>
            <p:ph type="sldNum" sz="quarter" idx="4"/>
          </p:nvPr>
        </p:nvSpPr>
        <p:spPr>
          <a:xfrm>
            <a:off x="369985" y="6096113"/>
            <a:ext cx="365123" cy="371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888" b="0" i="0" u="none" strike="noStrike" kern="120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17</a:t>
            </a:fld>
            <a:endParaRPr kumimoji="0" sz="888" b="0" i="0" u="none" strike="noStrike" kern="1200" cap="none" spc="0" normalizeH="0" baseline="0" noProof="0" dirty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0D8FBC0-4A68-DB5E-BF00-DB57F608F8F0}"/>
              </a:ext>
            </a:extLst>
          </p:cNvPr>
          <p:cNvSpPr txBox="1">
            <a:spLocks/>
          </p:cNvSpPr>
          <p:nvPr/>
        </p:nvSpPr>
        <p:spPr>
          <a:xfrm>
            <a:off x="184375" y="126434"/>
            <a:ext cx="11485747" cy="9423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6235E"/>
                </a:solidFill>
                <a:effectLst/>
                <a:uLnTx/>
                <a:uFillTx/>
                <a:latin typeface="Arial" panose="020B0604020202020204" pitchFamily="34" charset="0"/>
                <a:ea typeface="Helvetica Neue Medium"/>
                <a:cs typeface="Arial" panose="020B0604020202020204" pitchFamily="34" charset="0"/>
              </a:rPr>
              <a:t>CloudTestr – Implementation Overview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2D6231D-0E8D-5E66-6ABD-AB47C6520211}"/>
              </a:ext>
            </a:extLst>
          </p:cNvPr>
          <p:cNvSpPr/>
          <p:nvPr/>
        </p:nvSpPr>
        <p:spPr>
          <a:xfrm>
            <a:off x="666867" y="603566"/>
            <a:ext cx="2743200" cy="506802"/>
          </a:xfrm>
          <a:prstGeom prst="roundRect">
            <a:avLst>
              <a:gd name="adj" fmla="val 9314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888EFC-6A9D-770C-A9AE-BEB2E028CD0A}"/>
              </a:ext>
            </a:extLst>
          </p:cNvPr>
          <p:cNvSpPr/>
          <p:nvPr/>
        </p:nvSpPr>
        <p:spPr>
          <a:xfrm>
            <a:off x="3514506" y="603566"/>
            <a:ext cx="2020645" cy="506802"/>
          </a:xfrm>
          <a:prstGeom prst="roundRect">
            <a:avLst>
              <a:gd name="adj" fmla="val 9314"/>
            </a:avLst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2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336130-DA76-9484-8126-7CC32827DEC5}"/>
              </a:ext>
            </a:extLst>
          </p:cNvPr>
          <p:cNvSpPr/>
          <p:nvPr/>
        </p:nvSpPr>
        <p:spPr>
          <a:xfrm>
            <a:off x="666867" y="1224690"/>
            <a:ext cx="2743200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4D9F08-19F2-A991-3A2A-96B1B0C342E7}"/>
              </a:ext>
            </a:extLst>
          </p:cNvPr>
          <p:cNvSpPr/>
          <p:nvPr/>
        </p:nvSpPr>
        <p:spPr>
          <a:xfrm>
            <a:off x="666867" y="1784527"/>
            <a:ext cx="2743200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54BF123-B8CC-0DDD-A16A-075C8B0AB126}"/>
              </a:ext>
            </a:extLst>
          </p:cNvPr>
          <p:cNvSpPr/>
          <p:nvPr/>
        </p:nvSpPr>
        <p:spPr>
          <a:xfrm>
            <a:off x="666867" y="2760001"/>
            <a:ext cx="2743200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2F29607-C2EF-832A-3D3A-3CD74ACA1BBE}"/>
              </a:ext>
            </a:extLst>
          </p:cNvPr>
          <p:cNvSpPr/>
          <p:nvPr/>
        </p:nvSpPr>
        <p:spPr>
          <a:xfrm>
            <a:off x="666867" y="3343591"/>
            <a:ext cx="2743200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8D77493-E6A7-514D-D07E-7CC7BA05EB3B}"/>
              </a:ext>
            </a:extLst>
          </p:cNvPr>
          <p:cNvSpPr/>
          <p:nvPr/>
        </p:nvSpPr>
        <p:spPr>
          <a:xfrm>
            <a:off x="3514506" y="1224690"/>
            <a:ext cx="202064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063EB2F-AC6F-6464-79E7-575F1F9B6E6C}"/>
              </a:ext>
            </a:extLst>
          </p:cNvPr>
          <p:cNvSpPr/>
          <p:nvPr/>
        </p:nvSpPr>
        <p:spPr>
          <a:xfrm>
            <a:off x="3514506" y="1784527"/>
            <a:ext cx="202064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3935EC-D7AE-8FF8-E717-6D87A42B53DB}"/>
              </a:ext>
            </a:extLst>
          </p:cNvPr>
          <p:cNvSpPr/>
          <p:nvPr/>
        </p:nvSpPr>
        <p:spPr>
          <a:xfrm>
            <a:off x="3514506" y="2760001"/>
            <a:ext cx="202064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F2E36A3-700D-C540-784E-D91055F40BF7}"/>
              </a:ext>
            </a:extLst>
          </p:cNvPr>
          <p:cNvSpPr/>
          <p:nvPr/>
        </p:nvSpPr>
        <p:spPr>
          <a:xfrm>
            <a:off x="3514506" y="3343591"/>
            <a:ext cx="202064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6D9D6A-8BC2-8907-522C-7BE7999B949A}"/>
              </a:ext>
            </a:extLst>
          </p:cNvPr>
          <p:cNvSpPr txBox="1"/>
          <p:nvPr/>
        </p:nvSpPr>
        <p:spPr>
          <a:xfrm>
            <a:off x="1218375" y="660236"/>
            <a:ext cx="1640193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DB2AD0-1F20-E904-B0C3-B5CA3811039D}"/>
              </a:ext>
            </a:extLst>
          </p:cNvPr>
          <p:cNvSpPr txBox="1"/>
          <p:nvPr/>
        </p:nvSpPr>
        <p:spPr>
          <a:xfrm>
            <a:off x="4171208" y="660238"/>
            <a:ext cx="707246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Effort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785A1EC-FE61-D9DD-FAFF-E26738917C6E}"/>
              </a:ext>
            </a:extLst>
          </p:cNvPr>
          <p:cNvSpPr txBox="1">
            <a:spLocks/>
          </p:cNvSpPr>
          <p:nvPr/>
        </p:nvSpPr>
        <p:spPr>
          <a:xfrm>
            <a:off x="659248" y="1377579"/>
            <a:ext cx="2619539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CloudTestr - Platform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8CE4B64F-BCC6-60A6-D965-9EF4EBFDAE98}"/>
              </a:ext>
            </a:extLst>
          </p:cNvPr>
          <p:cNvSpPr txBox="1">
            <a:spLocks/>
          </p:cNvSpPr>
          <p:nvPr/>
        </p:nvSpPr>
        <p:spPr>
          <a:xfrm>
            <a:off x="659248" y="1901791"/>
            <a:ext cx="2619539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Selenium to CloudTestr Platform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95ADB56-6806-46A5-107B-BB1F05219F50}"/>
              </a:ext>
            </a:extLst>
          </p:cNvPr>
          <p:cNvSpPr txBox="1">
            <a:spLocks/>
          </p:cNvSpPr>
          <p:nvPr/>
        </p:nvSpPr>
        <p:spPr>
          <a:xfrm>
            <a:off x="659248" y="2738167"/>
            <a:ext cx="2849300" cy="51469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defTabSz="543818">
              <a:lnSpc>
                <a:spcPts val="1750"/>
              </a:lnSpc>
              <a:defRPr/>
            </a:pPr>
            <a:r>
              <a:rPr lang="en-US" sz="1100" b="1" dirty="0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Verizon Specific Enhancements </a:t>
            </a:r>
          </a:p>
          <a:p>
            <a:pPr lvl="0" algn="l" defTabSz="543818">
              <a:lnSpc>
                <a:spcPts val="1750"/>
              </a:lnSpc>
              <a:defRPr/>
            </a:pPr>
            <a:r>
              <a:rPr lang="en-US" sz="1100" b="1" dirty="0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(Tool Integrations &amp; Custom Functions)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811A0A3D-63EE-A043-6562-57BDB0DBD1CF}"/>
              </a:ext>
            </a:extLst>
          </p:cNvPr>
          <p:cNvSpPr txBox="1">
            <a:spLocks/>
          </p:cNvSpPr>
          <p:nvPr/>
        </p:nvSpPr>
        <p:spPr>
          <a:xfrm>
            <a:off x="647673" y="3463982"/>
            <a:ext cx="2849300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defTabSz="543818">
              <a:lnSpc>
                <a:spcPts val="1750"/>
              </a:lnSpc>
              <a:defRPr/>
            </a:pPr>
            <a:r>
              <a:rPr lang="en-US" sz="1200" b="1" dirty="0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CloudTestr – Platform + Support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BE935F1-2D91-CB37-E3C1-BF9328B8ACB3}"/>
              </a:ext>
            </a:extLst>
          </p:cNvPr>
          <p:cNvSpPr/>
          <p:nvPr/>
        </p:nvSpPr>
        <p:spPr>
          <a:xfrm>
            <a:off x="666867" y="3901421"/>
            <a:ext cx="2743200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F7B35E3-67B7-1B1E-3264-FE5F733A6C7B}"/>
              </a:ext>
            </a:extLst>
          </p:cNvPr>
          <p:cNvSpPr/>
          <p:nvPr/>
        </p:nvSpPr>
        <p:spPr>
          <a:xfrm>
            <a:off x="3514506" y="3901421"/>
            <a:ext cx="202064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32125336-C8A1-8ADB-2D27-E4DFABA30B44}"/>
              </a:ext>
            </a:extLst>
          </p:cNvPr>
          <p:cNvSpPr txBox="1">
            <a:spLocks/>
          </p:cNvSpPr>
          <p:nvPr/>
        </p:nvSpPr>
        <p:spPr>
          <a:xfrm>
            <a:off x="682398" y="3994935"/>
            <a:ext cx="2619539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Shift-Left &amp; Container Solution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C49D3CA-C4FB-F2EE-00EE-5E1E38D6DEFC}"/>
              </a:ext>
            </a:extLst>
          </p:cNvPr>
          <p:cNvSpPr/>
          <p:nvPr/>
        </p:nvSpPr>
        <p:spPr>
          <a:xfrm>
            <a:off x="5644163" y="603566"/>
            <a:ext cx="2020645" cy="506802"/>
          </a:xfrm>
          <a:prstGeom prst="roundRect">
            <a:avLst>
              <a:gd name="adj" fmla="val 9314"/>
            </a:avLst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2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8535F08-6824-6270-8973-E9D8EEF7F420}"/>
              </a:ext>
            </a:extLst>
          </p:cNvPr>
          <p:cNvSpPr/>
          <p:nvPr/>
        </p:nvSpPr>
        <p:spPr>
          <a:xfrm>
            <a:off x="5644163" y="1224690"/>
            <a:ext cx="202064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C65CCCA-56B8-E935-9B76-1DE0CDC601E8}"/>
              </a:ext>
            </a:extLst>
          </p:cNvPr>
          <p:cNvSpPr/>
          <p:nvPr/>
        </p:nvSpPr>
        <p:spPr>
          <a:xfrm>
            <a:off x="5644163" y="1784527"/>
            <a:ext cx="202064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E48D538-2320-7028-7E38-CD409BAEB542}"/>
              </a:ext>
            </a:extLst>
          </p:cNvPr>
          <p:cNvSpPr/>
          <p:nvPr/>
        </p:nvSpPr>
        <p:spPr>
          <a:xfrm>
            <a:off x="5644163" y="2760001"/>
            <a:ext cx="202064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E64BA37-E9B8-9DF7-B269-74D12FBAD47F}"/>
              </a:ext>
            </a:extLst>
          </p:cNvPr>
          <p:cNvSpPr/>
          <p:nvPr/>
        </p:nvSpPr>
        <p:spPr>
          <a:xfrm>
            <a:off x="5644163" y="3343591"/>
            <a:ext cx="202064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A24D46-4D56-F1C1-7B79-B993E0C323C0}"/>
              </a:ext>
            </a:extLst>
          </p:cNvPr>
          <p:cNvSpPr txBox="1"/>
          <p:nvPr/>
        </p:nvSpPr>
        <p:spPr>
          <a:xfrm>
            <a:off x="6340939" y="636486"/>
            <a:ext cx="627095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66DCB16-AA26-155F-8A8A-1B471DFBB364}"/>
              </a:ext>
            </a:extLst>
          </p:cNvPr>
          <p:cNvSpPr/>
          <p:nvPr/>
        </p:nvSpPr>
        <p:spPr>
          <a:xfrm>
            <a:off x="5644163" y="3901421"/>
            <a:ext cx="202064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CDCA579-0529-30A8-7399-47F1EC6BE8A4}"/>
              </a:ext>
            </a:extLst>
          </p:cNvPr>
          <p:cNvSpPr/>
          <p:nvPr/>
        </p:nvSpPr>
        <p:spPr>
          <a:xfrm>
            <a:off x="7773820" y="602636"/>
            <a:ext cx="1738315" cy="507732"/>
          </a:xfrm>
          <a:prstGeom prst="roundRect">
            <a:avLst>
              <a:gd name="adj" fmla="val 9314"/>
            </a:avLst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6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85A608C-65B5-9084-E5A2-2B4459AB2885}"/>
              </a:ext>
            </a:extLst>
          </p:cNvPr>
          <p:cNvSpPr/>
          <p:nvPr/>
        </p:nvSpPr>
        <p:spPr>
          <a:xfrm>
            <a:off x="7773820" y="1224690"/>
            <a:ext cx="173831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5AA203C-485C-037B-CD04-2CDB3F1A5650}"/>
              </a:ext>
            </a:extLst>
          </p:cNvPr>
          <p:cNvSpPr/>
          <p:nvPr/>
        </p:nvSpPr>
        <p:spPr>
          <a:xfrm>
            <a:off x="7773820" y="1784527"/>
            <a:ext cx="173831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4F9F8F7-C059-3E38-B23F-DE54EA1874DA}"/>
              </a:ext>
            </a:extLst>
          </p:cNvPr>
          <p:cNvSpPr/>
          <p:nvPr/>
        </p:nvSpPr>
        <p:spPr>
          <a:xfrm>
            <a:off x="7773820" y="2760001"/>
            <a:ext cx="173831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C30A7B0-98A6-BA97-4494-C49A00831CB9}"/>
              </a:ext>
            </a:extLst>
          </p:cNvPr>
          <p:cNvSpPr/>
          <p:nvPr/>
        </p:nvSpPr>
        <p:spPr>
          <a:xfrm>
            <a:off x="7773820" y="3343591"/>
            <a:ext cx="173831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7A06AB-890A-C8B0-EBBC-6E3B62957FD8}"/>
              </a:ext>
            </a:extLst>
          </p:cNvPr>
          <p:cNvSpPr txBox="1"/>
          <p:nvPr/>
        </p:nvSpPr>
        <p:spPr>
          <a:xfrm>
            <a:off x="7769249" y="574930"/>
            <a:ext cx="1742248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Investment From Sutherland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31AA6BA-0D38-AF6C-F888-BB8AAADFA44C}"/>
              </a:ext>
            </a:extLst>
          </p:cNvPr>
          <p:cNvSpPr/>
          <p:nvPr/>
        </p:nvSpPr>
        <p:spPr>
          <a:xfrm>
            <a:off x="7773820" y="3901421"/>
            <a:ext cx="173831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F124D9F-33AE-A619-C5A4-5CC9002F7F8A}"/>
              </a:ext>
            </a:extLst>
          </p:cNvPr>
          <p:cNvSpPr/>
          <p:nvPr/>
        </p:nvSpPr>
        <p:spPr>
          <a:xfrm>
            <a:off x="9568593" y="603566"/>
            <a:ext cx="2350957" cy="506802"/>
          </a:xfrm>
          <a:prstGeom prst="roundRect">
            <a:avLst>
              <a:gd name="adj" fmla="val 9314"/>
            </a:avLst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2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A626D55-9140-6314-0FF9-07A71DCB889B}"/>
              </a:ext>
            </a:extLst>
          </p:cNvPr>
          <p:cNvSpPr/>
          <p:nvPr/>
        </p:nvSpPr>
        <p:spPr>
          <a:xfrm>
            <a:off x="9568593" y="1224690"/>
            <a:ext cx="2350957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523F816-1211-948E-8E23-A7C31B553575}"/>
              </a:ext>
            </a:extLst>
          </p:cNvPr>
          <p:cNvSpPr/>
          <p:nvPr/>
        </p:nvSpPr>
        <p:spPr>
          <a:xfrm>
            <a:off x="9568593" y="1784527"/>
            <a:ext cx="2350957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20559A6-D3F0-F1A4-83F0-6D5962EB2A19}"/>
              </a:ext>
            </a:extLst>
          </p:cNvPr>
          <p:cNvSpPr/>
          <p:nvPr/>
        </p:nvSpPr>
        <p:spPr>
          <a:xfrm>
            <a:off x="9568593" y="2760001"/>
            <a:ext cx="2350957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742681C-1DE2-1934-D9D5-14144BE0409E}"/>
              </a:ext>
            </a:extLst>
          </p:cNvPr>
          <p:cNvSpPr/>
          <p:nvPr/>
        </p:nvSpPr>
        <p:spPr>
          <a:xfrm>
            <a:off x="9568593" y="3343591"/>
            <a:ext cx="2350957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43A92F-39B1-FC2A-381F-A1225E7FDFED}"/>
              </a:ext>
            </a:extLst>
          </p:cNvPr>
          <p:cNvSpPr txBox="1"/>
          <p:nvPr/>
        </p:nvSpPr>
        <p:spPr>
          <a:xfrm>
            <a:off x="10160284" y="636486"/>
            <a:ext cx="1313364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Outcome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4A8DDFA-5EE7-D2F1-7699-E45363D76689}"/>
              </a:ext>
            </a:extLst>
          </p:cNvPr>
          <p:cNvSpPr/>
          <p:nvPr/>
        </p:nvSpPr>
        <p:spPr>
          <a:xfrm>
            <a:off x="9568593" y="3901421"/>
            <a:ext cx="2350957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6543221C-5069-CB33-4D14-741B21AA5C8F}"/>
              </a:ext>
            </a:extLst>
          </p:cNvPr>
          <p:cNvSpPr txBox="1">
            <a:spLocks/>
          </p:cNvSpPr>
          <p:nvPr/>
        </p:nvSpPr>
        <p:spPr>
          <a:xfrm>
            <a:off x="3604591" y="1389239"/>
            <a:ext cx="1808301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</a:p>
        </p:txBody>
      </p:sp>
      <p:sp>
        <p:nvSpPr>
          <p:cNvPr id="50" name="Subtitle 2">
            <a:extLst>
              <a:ext uri="{FF2B5EF4-FFF2-40B4-BE49-F238E27FC236}">
                <a16:creationId xmlns:a16="http://schemas.microsoft.com/office/drawing/2014/main" id="{B29B0FF3-6CCF-3096-1688-5F22B6932CF0}"/>
              </a:ext>
            </a:extLst>
          </p:cNvPr>
          <p:cNvSpPr txBox="1">
            <a:spLocks/>
          </p:cNvSpPr>
          <p:nvPr/>
        </p:nvSpPr>
        <p:spPr>
          <a:xfrm>
            <a:off x="5750334" y="1374894"/>
            <a:ext cx="1808301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$100K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4DDFCBE5-F8DF-2C13-7A80-FD476BD429E2}"/>
              </a:ext>
            </a:extLst>
          </p:cNvPr>
          <p:cNvSpPr txBox="1">
            <a:spLocks/>
          </p:cNvSpPr>
          <p:nvPr/>
        </p:nvSpPr>
        <p:spPr>
          <a:xfrm>
            <a:off x="9621147" y="1194804"/>
            <a:ext cx="2298402" cy="481414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Scripless automation</a:t>
            </a:r>
            <a:r>
              <a:rPr kumimoji="0" lang="en-US" sz="1100" b="0" i="0" u="none" strike="noStrike" kern="1200" cap="none" spc="0" normalizeH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platform – Functional Tester can automate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49E81448-4ACC-6A17-FCB5-C6040C253BC5}"/>
              </a:ext>
            </a:extLst>
          </p:cNvPr>
          <p:cNvSpPr txBox="1">
            <a:spLocks/>
          </p:cNvSpPr>
          <p:nvPr/>
        </p:nvSpPr>
        <p:spPr>
          <a:xfrm>
            <a:off x="9616049" y="1787893"/>
            <a:ext cx="2303500" cy="481414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One platform solution for all automation needs</a:t>
            </a:r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C478F913-82B2-3447-CFFC-1439432F878E}"/>
              </a:ext>
            </a:extLst>
          </p:cNvPr>
          <p:cNvSpPr txBox="1">
            <a:spLocks/>
          </p:cNvSpPr>
          <p:nvPr/>
        </p:nvSpPr>
        <p:spPr>
          <a:xfrm>
            <a:off x="3589574" y="1753961"/>
            <a:ext cx="1823318" cy="525528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 Months </a:t>
            </a:r>
          </a:p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(15 Resources)</a:t>
            </a:r>
          </a:p>
        </p:txBody>
      </p:sp>
      <p:sp>
        <p:nvSpPr>
          <p:cNvPr id="55" name="Subtitle 2">
            <a:extLst>
              <a:ext uri="{FF2B5EF4-FFF2-40B4-BE49-F238E27FC236}">
                <a16:creationId xmlns:a16="http://schemas.microsoft.com/office/drawing/2014/main" id="{72B9F666-8676-7ADF-9F03-418926880C27}"/>
              </a:ext>
            </a:extLst>
          </p:cNvPr>
          <p:cNvSpPr txBox="1">
            <a:spLocks/>
          </p:cNvSpPr>
          <p:nvPr/>
        </p:nvSpPr>
        <p:spPr>
          <a:xfrm>
            <a:off x="5714394" y="1887840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$350K</a:t>
            </a:r>
          </a:p>
        </p:txBody>
      </p:sp>
      <p:sp>
        <p:nvSpPr>
          <p:cNvPr id="56" name="Subtitle 2">
            <a:extLst>
              <a:ext uri="{FF2B5EF4-FFF2-40B4-BE49-F238E27FC236}">
                <a16:creationId xmlns:a16="http://schemas.microsoft.com/office/drawing/2014/main" id="{87F2A748-067C-4F2E-0B31-20822B67DF6D}"/>
              </a:ext>
            </a:extLst>
          </p:cNvPr>
          <p:cNvSpPr txBox="1">
            <a:spLocks/>
          </p:cNvSpPr>
          <p:nvPr/>
        </p:nvSpPr>
        <p:spPr>
          <a:xfrm>
            <a:off x="9616048" y="2742492"/>
            <a:ext cx="2303501" cy="481414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defTabSz="543818">
              <a:lnSpc>
                <a:spcPts val="1750"/>
              </a:lnSpc>
              <a:defRPr/>
            </a:pPr>
            <a:r>
              <a:rPr lang="en-US" sz="1100" dirty="0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Integrated solution – Customized for Verizon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B8CBED37-5AAC-0EF4-6AB8-E9FD0AED062E}"/>
              </a:ext>
            </a:extLst>
          </p:cNvPr>
          <p:cNvSpPr txBox="1">
            <a:spLocks/>
          </p:cNvSpPr>
          <p:nvPr/>
        </p:nvSpPr>
        <p:spPr>
          <a:xfrm>
            <a:off x="3554848" y="2853417"/>
            <a:ext cx="1911633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543818">
              <a:lnSpc>
                <a:spcPts val="1750"/>
              </a:lnSpc>
              <a:defRPr/>
            </a:pPr>
            <a:r>
              <a:rPr lang="en-US" sz="1200" dirty="0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2160 </a:t>
            </a:r>
            <a:r>
              <a:rPr lang="en-US" sz="1200" dirty="0" err="1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Hrs</a:t>
            </a:r>
            <a:endParaRPr lang="en-US" sz="1200" dirty="0">
              <a:solidFill>
                <a:srgbClr val="479FF8">
                  <a:lumMod val="5000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C8365BDC-4B00-31BF-65AF-E6717BE56FC2}"/>
              </a:ext>
            </a:extLst>
          </p:cNvPr>
          <p:cNvSpPr txBox="1">
            <a:spLocks/>
          </p:cNvSpPr>
          <p:nvPr/>
        </p:nvSpPr>
        <p:spPr>
          <a:xfrm>
            <a:off x="5725964" y="2866191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543818">
              <a:lnSpc>
                <a:spcPts val="1750"/>
              </a:lnSpc>
              <a:defRPr/>
            </a:pPr>
            <a:r>
              <a:rPr lang="en-US" sz="1200" dirty="0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$65K</a:t>
            </a:r>
          </a:p>
        </p:txBody>
      </p:sp>
      <p:sp>
        <p:nvSpPr>
          <p:cNvPr id="59" name="Subtitle 2">
            <a:extLst>
              <a:ext uri="{FF2B5EF4-FFF2-40B4-BE49-F238E27FC236}">
                <a16:creationId xmlns:a16="http://schemas.microsoft.com/office/drawing/2014/main" id="{83CE248C-5F08-46DB-497D-CBE74F0B7E95}"/>
              </a:ext>
            </a:extLst>
          </p:cNvPr>
          <p:cNvSpPr txBox="1">
            <a:spLocks/>
          </p:cNvSpPr>
          <p:nvPr/>
        </p:nvSpPr>
        <p:spPr>
          <a:xfrm>
            <a:off x="9637482" y="3337956"/>
            <a:ext cx="2340207" cy="481414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1750"/>
              </a:lnSpc>
              <a:defRPr/>
            </a:pPr>
            <a:r>
              <a:rPr lang="en-US" sz="1100" dirty="0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platform cost to Verizon &amp; Dedicated support</a:t>
            </a:r>
          </a:p>
        </p:txBody>
      </p:sp>
      <p:sp>
        <p:nvSpPr>
          <p:cNvPr id="61" name="Subtitle 2">
            <a:extLst>
              <a:ext uri="{FF2B5EF4-FFF2-40B4-BE49-F238E27FC236}">
                <a16:creationId xmlns:a16="http://schemas.microsoft.com/office/drawing/2014/main" id="{3BC482A2-A2CF-1BD8-F711-BED08BB8C129}"/>
              </a:ext>
            </a:extLst>
          </p:cNvPr>
          <p:cNvSpPr txBox="1">
            <a:spLocks/>
          </p:cNvSpPr>
          <p:nvPr/>
        </p:nvSpPr>
        <p:spPr>
          <a:xfrm>
            <a:off x="5740986" y="3449780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543818">
              <a:lnSpc>
                <a:spcPts val="1750"/>
              </a:lnSpc>
              <a:defRPr/>
            </a:pPr>
            <a:r>
              <a:rPr lang="en-US" sz="1200" dirty="0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$210K</a:t>
            </a:r>
          </a:p>
        </p:txBody>
      </p:sp>
      <p:sp>
        <p:nvSpPr>
          <p:cNvPr id="62" name="Subtitle 2">
            <a:extLst>
              <a:ext uri="{FF2B5EF4-FFF2-40B4-BE49-F238E27FC236}">
                <a16:creationId xmlns:a16="http://schemas.microsoft.com/office/drawing/2014/main" id="{81E61272-F978-2760-3278-4FACE1694028}"/>
              </a:ext>
            </a:extLst>
          </p:cNvPr>
          <p:cNvSpPr txBox="1">
            <a:spLocks/>
          </p:cNvSpPr>
          <p:nvPr/>
        </p:nvSpPr>
        <p:spPr>
          <a:xfrm>
            <a:off x="9604512" y="3874042"/>
            <a:ext cx="2121373" cy="481414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Container based execution for faster release cycle</a:t>
            </a:r>
          </a:p>
        </p:txBody>
      </p:sp>
      <p:sp>
        <p:nvSpPr>
          <p:cNvPr id="63" name="Subtitle 2">
            <a:extLst>
              <a:ext uri="{FF2B5EF4-FFF2-40B4-BE49-F238E27FC236}">
                <a16:creationId xmlns:a16="http://schemas.microsoft.com/office/drawing/2014/main" id="{34BB4696-D811-DD66-80CD-FC3C609EBE1C}"/>
              </a:ext>
            </a:extLst>
          </p:cNvPr>
          <p:cNvSpPr txBox="1">
            <a:spLocks/>
          </p:cNvSpPr>
          <p:nvPr/>
        </p:nvSpPr>
        <p:spPr>
          <a:xfrm>
            <a:off x="3589574" y="3985867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Months</a:t>
            </a:r>
          </a:p>
        </p:txBody>
      </p:sp>
      <p:sp>
        <p:nvSpPr>
          <p:cNvPr id="1024" name="Subtitle 2">
            <a:extLst>
              <a:ext uri="{FF2B5EF4-FFF2-40B4-BE49-F238E27FC236}">
                <a16:creationId xmlns:a16="http://schemas.microsoft.com/office/drawing/2014/main" id="{217476DC-6605-0251-A486-4B15C2CD239F}"/>
              </a:ext>
            </a:extLst>
          </p:cNvPr>
          <p:cNvSpPr txBox="1">
            <a:spLocks/>
          </p:cNvSpPr>
          <p:nvPr/>
        </p:nvSpPr>
        <p:spPr>
          <a:xfrm>
            <a:off x="5749117" y="3985866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$193K</a:t>
            </a:r>
          </a:p>
        </p:txBody>
      </p:sp>
      <p:sp>
        <p:nvSpPr>
          <p:cNvPr id="1025" name="Freeform 1">
            <a:extLst>
              <a:ext uri="{FF2B5EF4-FFF2-40B4-BE49-F238E27FC236}">
                <a16:creationId xmlns:a16="http://schemas.microsoft.com/office/drawing/2014/main" id="{80557946-6E53-A25C-DE73-190F479C9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260" y="1336694"/>
            <a:ext cx="398473" cy="283344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26" name="Freeform 1">
            <a:extLst>
              <a:ext uri="{FF2B5EF4-FFF2-40B4-BE49-F238E27FC236}">
                <a16:creationId xmlns:a16="http://schemas.microsoft.com/office/drawing/2014/main" id="{08F85CB9-252B-FCF9-8532-1B3FD747A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7841" y="1901809"/>
            <a:ext cx="398473" cy="283344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27" name="Freeform 1">
            <a:extLst>
              <a:ext uri="{FF2B5EF4-FFF2-40B4-BE49-F238E27FC236}">
                <a16:creationId xmlns:a16="http://schemas.microsoft.com/office/drawing/2014/main" id="{8DF458F9-53C4-196F-2D40-D51E9FE8E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7840" y="2837396"/>
            <a:ext cx="398473" cy="283344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28" name="Subtitle 2">
            <a:extLst>
              <a:ext uri="{FF2B5EF4-FFF2-40B4-BE49-F238E27FC236}">
                <a16:creationId xmlns:a16="http://schemas.microsoft.com/office/drawing/2014/main" id="{006BECFF-814D-B6B8-4C13-9222D52030E8}"/>
              </a:ext>
            </a:extLst>
          </p:cNvPr>
          <p:cNvSpPr txBox="1">
            <a:spLocks/>
          </p:cNvSpPr>
          <p:nvPr/>
        </p:nvSpPr>
        <p:spPr>
          <a:xfrm>
            <a:off x="3577760" y="3446907"/>
            <a:ext cx="1911633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200" dirty="0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 Year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29" name="Freeform 1">
            <a:extLst>
              <a:ext uri="{FF2B5EF4-FFF2-40B4-BE49-F238E27FC236}">
                <a16:creationId xmlns:a16="http://schemas.microsoft.com/office/drawing/2014/main" id="{A1C70B2B-94DB-C065-0433-FB9D85D0A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7839" y="3456610"/>
            <a:ext cx="398473" cy="283344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30" name="Subtitle 2">
            <a:extLst>
              <a:ext uri="{FF2B5EF4-FFF2-40B4-BE49-F238E27FC236}">
                <a16:creationId xmlns:a16="http://schemas.microsoft.com/office/drawing/2014/main" id="{08EAD35D-2128-93ED-6A4C-EA2C518DD719}"/>
              </a:ext>
            </a:extLst>
          </p:cNvPr>
          <p:cNvSpPr txBox="1">
            <a:spLocks/>
          </p:cNvSpPr>
          <p:nvPr/>
        </p:nvSpPr>
        <p:spPr>
          <a:xfrm>
            <a:off x="7870196" y="3985866"/>
            <a:ext cx="1568559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Co-Invested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3E833D-D522-4068-DCD2-6E2AC44DF020}"/>
              </a:ext>
            </a:extLst>
          </p:cNvPr>
          <p:cNvSpPr/>
          <p:nvPr/>
        </p:nvSpPr>
        <p:spPr>
          <a:xfrm rot="16200000">
            <a:off x="-146252" y="1522894"/>
            <a:ext cx="1048747" cy="458740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62AAC0A-918D-F1D5-2B40-E5794F70B76F}"/>
              </a:ext>
            </a:extLst>
          </p:cNvPr>
          <p:cNvSpPr/>
          <p:nvPr/>
        </p:nvSpPr>
        <p:spPr>
          <a:xfrm rot="16200000">
            <a:off x="-441568" y="3347571"/>
            <a:ext cx="1633880" cy="458740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2023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CEDDDA2-8C86-D8CB-6BA5-B9D4C9BB3733}"/>
              </a:ext>
            </a:extLst>
          </p:cNvPr>
          <p:cNvSpPr/>
          <p:nvPr/>
        </p:nvSpPr>
        <p:spPr>
          <a:xfrm>
            <a:off x="672371" y="4838111"/>
            <a:ext cx="2743200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3D451D5-B915-330D-42B2-2DF6A7EF2F1A}"/>
              </a:ext>
            </a:extLst>
          </p:cNvPr>
          <p:cNvSpPr/>
          <p:nvPr/>
        </p:nvSpPr>
        <p:spPr>
          <a:xfrm>
            <a:off x="3520010" y="4838111"/>
            <a:ext cx="202064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5C36B00F-58E2-005C-8301-4DD5D426F8FE}"/>
              </a:ext>
            </a:extLst>
          </p:cNvPr>
          <p:cNvSpPr txBox="1">
            <a:spLocks/>
          </p:cNvSpPr>
          <p:nvPr/>
        </p:nvSpPr>
        <p:spPr>
          <a:xfrm>
            <a:off x="653177" y="4958502"/>
            <a:ext cx="2849300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defTabSz="543818">
              <a:lnSpc>
                <a:spcPts val="1750"/>
              </a:lnSpc>
              <a:defRPr/>
            </a:pPr>
            <a:r>
              <a:rPr lang="en-US" sz="1200" b="1" dirty="0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CloudTestr – Platform + Support</a:t>
            </a:r>
          </a:p>
        </p:txBody>
      </p:sp>
      <p:sp>
        <p:nvSpPr>
          <p:cNvPr id="1032" name="Rounded Rectangle 1031">
            <a:extLst>
              <a:ext uri="{FF2B5EF4-FFF2-40B4-BE49-F238E27FC236}">
                <a16:creationId xmlns:a16="http://schemas.microsoft.com/office/drawing/2014/main" id="{436D4F53-9DC4-7E31-B84D-32C7FBF5F81D}"/>
              </a:ext>
            </a:extLst>
          </p:cNvPr>
          <p:cNvSpPr/>
          <p:nvPr/>
        </p:nvSpPr>
        <p:spPr>
          <a:xfrm>
            <a:off x="5649667" y="4838111"/>
            <a:ext cx="202064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34" name="Rounded Rectangle 1033">
            <a:extLst>
              <a:ext uri="{FF2B5EF4-FFF2-40B4-BE49-F238E27FC236}">
                <a16:creationId xmlns:a16="http://schemas.microsoft.com/office/drawing/2014/main" id="{6FDF1210-AAD0-268D-AE2B-10F3A7EA20A8}"/>
              </a:ext>
            </a:extLst>
          </p:cNvPr>
          <p:cNvSpPr/>
          <p:nvPr/>
        </p:nvSpPr>
        <p:spPr>
          <a:xfrm>
            <a:off x="7779324" y="4838111"/>
            <a:ext cx="1738315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36" name="Rounded Rectangle 1035">
            <a:extLst>
              <a:ext uri="{FF2B5EF4-FFF2-40B4-BE49-F238E27FC236}">
                <a16:creationId xmlns:a16="http://schemas.microsoft.com/office/drawing/2014/main" id="{AAF5A030-3B46-3D3B-1264-DD0C7A1768FE}"/>
              </a:ext>
            </a:extLst>
          </p:cNvPr>
          <p:cNvSpPr/>
          <p:nvPr/>
        </p:nvSpPr>
        <p:spPr>
          <a:xfrm>
            <a:off x="9574097" y="4838111"/>
            <a:ext cx="2350957" cy="492459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38" name="Subtitle 2">
            <a:extLst>
              <a:ext uri="{FF2B5EF4-FFF2-40B4-BE49-F238E27FC236}">
                <a16:creationId xmlns:a16="http://schemas.microsoft.com/office/drawing/2014/main" id="{7CFB0A94-E0F4-82B6-9363-89A775A94AA3}"/>
              </a:ext>
            </a:extLst>
          </p:cNvPr>
          <p:cNvSpPr txBox="1">
            <a:spLocks/>
          </p:cNvSpPr>
          <p:nvPr/>
        </p:nvSpPr>
        <p:spPr>
          <a:xfrm>
            <a:off x="9642986" y="4844351"/>
            <a:ext cx="2340207" cy="481414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1750"/>
              </a:lnSpc>
              <a:defRPr/>
            </a:pPr>
            <a:r>
              <a:rPr lang="en-US" sz="1100" dirty="0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platform cost to Verizon &amp; Dedicated support</a:t>
            </a:r>
          </a:p>
        </p:txBody>
      </p:sp>
      <p:sp>
        <p:nvSpPr>
          <p:cNvPr id="1039" name="Subtitle 2">
            <a:extLst>
              <a:ext uri="{FF2B5EF4-FFF2-40B4-BE49-F238E27FC236}">
                <a16:creationId xmlns:a16="http://schemas.microsoft.com/office/drawing/2014/main" id="{C7064447-37A4-DF2E-4B37-695D65EDB1FC}"/>
              </a:ext>
            </a:extLst>
          </p:cNvPr>
          <p:cNvSpPr txBox="1">
            <a:spLocks/>
          </p:cNvSpPr>
          <p:nvPr/>
        </p:nvSpPr>
        <p:spPr>
          <a:xfrm>
            <a:off x="5746490" y="4944300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543818">
              <a:lnSpc>
                <a:spcPts val="1750"/>
              </a:lnSpc>
              <a:defRPr/>
            </a:pPr>
            <a:r>
              <a:rPr lang="en-US" sz="1200" dirty="0">
                <a:solidFill>
                  <a:srgbClr val="479FF8">
                    <a:lumMod val="50000"/>
                  </a:srgb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$210K</a:t>
            </a:r>
          </a:p>
        </p:txBody>
      </p:sp>
      <p:sp>
        <p:nvSpPr>
          <p:cNvPr id="1041" name="Subtitle 2">
            <a:extLst>
              <a:ext uri="{FF2B5EF4-FFF2-40B4-BE49-F238E27FC236}">
                <a16:creationId xmlns:a16="http://schemas.microsoft.com/office/drawing/2014/main" id="{C423F964-1FF0-C4EF-0284-1A013979548F}"/>
              </a:ext>
            </a:extLst>
          </p:cNvPr>
          <p:cNvSpPr txBox="1">
            <a:spLocks/>
          </p:cNvSpPr>
          <p:nvPr/>
        </p:nvSpPr>
        <p:spPr>
          <a:xfrm>
            <a:off x="3596773" y="4968051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 Year</a:t>
            </a:r>
          </a:p>
        </p:txBody>
      </p:sp>
      <p:sp>
        <p:nvSpPr>
          <p:cNvPr id="1044" name="Freeform 1">
            <a:extLst>
              <a:ext uri="{FF2B5EF4-FFF2-40B4-BE49-F238E27FC236}">
                <a16:creationId xmlns:a16="http://schemas.microsoft.com/office/drawing/2014/main" id="{5D986A5A-3EC0-7B32-74D8-AD2DDEBD4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3343" y="4951130"/>
            <a:ext cx="398473" cy="283344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46" name="Rounded Rectangle 1045">
            <a:extLst>
              <a:ext uri="{FF2B5EF4-FFF2-40B4-BE49-F238E27FC236}">
                <a16:creationId xmlns:a16="http://schemas.microsoft.com/office/drawing/2014/main" id="{BEEB6493-7D73-1073-B186-40A7A5C4C369}"/>
              </a:ext>
            </a:extLst>
          </p:cNvPr>
          <p:cNvSpPr/>
          <p:nvPr/>
        </p:nvSpPr>
        <p:spPr>
          <a:xfrm rot="16200000">
            <a:off x="134646" y="4854970"/>
            <a:ext cx="492459" cy="458740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48" name="Subtitle 2">
            <a:extLst>
              <a:ext uri="{FF2B5EF4-FFF2-40B4-BE49-F238E27FC236}">
                <a16:creationId xmlns:a16="http://schemas.microsoft.com/office/drawing/2014/main" id="{2B0BF379-5BA4-B749-ED0B-E899FB9D01FD}"/>
              </a:ext>
            </a:extLst>
          </p:cNvPr>
          <p:cNvSpPr txBox="1">
            <a:spLocks/>
          </p:cNvSpPr>
          <p:nvPr/>
        </p:nvSpPr>
        <p:spPr>
          <a:xfrm>
            <a:off x="2701872" y="5894139"/>
            <a:ext cx="5666557" cy="28084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543818" rtl="0" eaLnBrk="1" fontAlgn="ctr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Total Investment Cost by Sutherland - $935,000.00</a:t>
            </a:r>
          </a:p>
        </p:txBody>
      </p:sp>
      <p:sp>
        <p:nvSpPr>
          <p:cNvPr id="1049" name="Rounded Rectangle 1048">
            <a:extLst>
              <a:ext uri="{FF2B5EF4-FFF2-40B4-BE49-F238E27FC236}">
                <a16:creationId xmlns:a16="http://schemas.microsoft.com/office/drawing/2014/main" id="{5F899889-C8EC-FB2A-E8DE-2F847E6A10EF}"/>
              </a:ext>
            </a:extLst>
          </p:cNvPr>
          <p:cNvSpPr/>
          <p:nvPr/>
        </p:nvSpPr>
        <p:spPr>
          <a:xfrm>
            <a:off x="5651050" y="2332214"/>
            <a:ext cx="2020645" cy="364801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50" name="Subtitle 2">
            <a:extLst>
              <a:ext uri="{FF2B5EF4-FFF2-40B4-BE49-F238E27FC236}">
                <a16:creationId xmlns:a16="http://schemas.microsoft.com/office/drawing/2014/main" id="{6F19717C-019D-95D0-5784-647263FDB4B5}"/>
              </a:ext>
            </a:extLst>
          </p:cNvPr>
          <p:cNvSpPr txBox="1">
            <a:spLocks/>
          </p:cNvSpPr>
          <p:nvPr/>
        </p:nvSpPr>
        <p:spPr>
          <a:xfrm>
            <a:off x="2612571" y="2349414"/>
            <a:ext cx="2946330" cy="276999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43818" rtl="0" eaLnBrk="1" fontAlgn="ctr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Investment Cost by Sutherland in 2022</a:t>
            </a:r>
          </a:p>
        </p:txBody>
      </p:sp>
      <p:sp>
        <p:nvSpPr>
          <p:cNvPr id="1051" name="Subtitle 2">
            <a:extLst>
              <a:ext uri="{FF2B5EF4-FFF2-40B4-BE49-F238E27FC236}">
                <a16:creationId xmlns:a16="http://schemas.microsoft.com/office/drawing/2014/main" id="{A033C952-7FAB-62F5-C710-A6BAF93A3CEA}"/>
              </a:ext>
            </a:extLst>
          </p:cNvPr>
          <p:cNvSpPr txBox="1">
            <a:spLocks/>
          </p:cNvSpPr>
          <p:nvPr/>
        </p:nvSpPr>
        <p:spPr>
          <a:xfrm>
            <a:off x="5714394" y="2372329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$450K</a:t>
            </a:r>
          </a:p>
        </p:txBody>
      </p:sp>
      <p:sp>
        <p:nvSpPr>
          <p:cNvPr id="1052" name="Rounded Rectangle 1051">
            <a:extLst>
              <a:ext uri="{FF2B5EF4-FFF2-40B4-BE49-F238E27FC236}">
                <a16:creationId xmlns:a16="http://schemas.microsoft.com/office/drawing/2014/main" id="{29BE8FD4-D99D-135D-2AEA-CB89347C4DF1}"/>
              </a:ext>
            </a:extLst>
          </p:cNvPr>
          <p:cNvSpPr/>
          <p:nvPr/>
        </p:nvSpPr>
        <p:spPr>
          <a:xfrm>
            <a:off x="5671973" y="4443755"/>
            <a:ext cx="2020645" cy="364801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53" name="Subtitle 2">
            <a:extLst>
              <a:ext uri="{FF2B5EF4-FFF2-40B4-BE49-F238E27FC236}">
                <a16:creationId xmlns:a16="http://schemas.microsoft.com/office/drawing/2014/main" id="{D7B53F23-8742-0437-3030-E7AA3E5808C0}"/>
              </a:ext>
            </a:extLst>
          </p:cNvPr>
          <p:cNvSpPr txBox="1">
            <a:spLocks/>
          </p:cNvSpPr>
          <p:nvPr/>
        </p:nvSpPr>
        <p:spPr>
          <a:xfrm>
            <a:off x="2633494" y="4460955"/>
            <a:ext cx="2946330" cy="276999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43818" rtl="0" eaLnBrk="1" fontAlgn="ctr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Investment Cost by Sutherland in 2023</a:t>
            </a:r>
          </a:p>
        </p:txBody>
      </p:sp>
      <p:sp>
        <p:nvSpPr>
          <p:cNvPr id="1054" name="Subtitle 2">
            <a:extLst>
              <a:ext uri="{FF2B5EF4-FFF2-40B4-BE49-F238E27FC236}">
                <a16:creationId xmlns:a16="http://schemas.microsoft.com/office/drawing/2014/main" id="{52139331-3E76-C530-76E2-B79BF1EACA5C}"/>
              </a:ext>
            </a:extLst>
          </p:cNvPr>
          <p:cNvSpPr txBox="1">
            <a:spLocks/>
          </p:cNvSpPr>
          <p:nvPr/>
        </p:nvSpPr>
        <p:spPr>
          <a:xfrm>
            <a:off x="5735317" y="4483870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$275K</a:t>
            </a:r>
          </a:p>
        </p:txBody>
      </p:sp>
      <p:sp>
        <p:nvSpPr>
          <p:cNvPr id="1055" name="Rounded Rectangle 1054">
            <a:extLst>
              <a:ext uri="{FF2B5EF4-FFF2-40B4-BE49-F238E27FC236}">
                <a16:creationId xmlns:a16="http://schemas.microsoft.com/office/drawing/2014/main" id="{81110EE4-E101-4F9D-6620-719BF4B081FC}"/>
              </a:ext>
            </a:extLst>
          </p:cNvPr>
          <p:cNvSpPr/>
          <p:nvPr/>
        </p:nvSpPr>
        <p:spPr>
          <a:xfrm>
            <a:off x="5651050" y="5379731"/>
            <a:ext cx="2020645" cy="364801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/>
            <a:endParaRPr lang="en-US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56" name="Subtitle 2">
            <a:extLst>
              <a:ext uri="{FF2B5EF4-FFF2-40B4-BE49-F238E27FC236}">
                <a16:creationId xmlns:a16="http://schemas.microsoft.com/office/drawing/2014/main" id="{ACEE3614-8EC5-6AFD-C052-5547B0B6C929}"/>
              </a:ext>
            </a:extLst>
          </p:cNvPr>
          <p:cNvSpPr txBox="1">
            <a:spLocks/>
          </p:cNvSpPr>
          <p:nvPr/>
        </p:nvSpPr>
        <p:spPr>
          <a:xfrm>
            <a:off x="2612571" y="5396931"/>
            <a:ext cx="2946330" cy="276999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543818" rtl="0" eaLnBrk="1" fontAlgn="ctr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Investment Cost by Sutherland in 2024</a:t>
            </a:r>
          </a:p>
        </p:txBody>
      </p:sp>
      <p:sp>
        <p:nvSpPr>
          <p:cNvPr id="1057" name="Subtitle 2">
            <a:extLst>
              <a:ext uri="{FF2B5EF4-FFF2-40B4-BE49-F238E27FC236}">
                <a16:creationId xmlns:a16="http://schemas.microsoft.com/office/drawing/2014/main" id="{5B47CD34-C3CA-F359-39DE-D163289B5B59}"/>
              </a:ext>
            </a:extLst>
          </p:cNvPr>
          <p:cNvSpPr txBox="1">
            <a:spLocks/>
          </p:cNvSpPr>
          <p:nvPr/>
        </p:nvSpPr>
        <p:spPr>
          <a:xfrm>
            <a:off x="5714394" y="5419846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$210K</a:t>
            </a:r>
          </a:p>
        </p:txBody>
      </p:sp>
      <p:sp>
        <p:nvSpPr>
          <p:cNvPr id="1058" name="Subtitle 2">
            <a:extLst>
              <a:ext uri="{FF2B5EF4-FFF2-40B4-BE49-F238E27FC236}">
                <a16:creationId xmlns:a16="http://schemas.microsoft.com/office/drawing/2014/main" id="{50249701-9DA1-FE69-4CC4-2992C8F333FE}"/>
              </a:ext>
            </a:extLst>
          </p:cNvPr>
          <p:cNvSpPr txBox="1">
            <a:spLocks/>
          </p:cNvSpPr>
          <p:nvPr/>
        </p:nvSpPr>
        <p:spPr>
          <a:xfrm rot="16200000">
            <a:off x="7926" y="4954302"/>
            <a:ext cx="678764" cy="276999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4690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10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0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10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10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10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3" grpId="0" animBg="1"/>
      <p:bldP spid="24" grpId="0" animBg="1"/>
      <p:bldP spid="25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 animBg="1"/>
      <p:bldP spid="49" grpId="0"/>
      <p:bldP spid="50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1" grpId="0"/>
      <p:bldP spid="62" grpId="0"/>
      <p:bldP spid="63" grpId="0"/>
      <p:bldP spid="1024" grpId="0"/>
      <p:bldP spid="1025" grpId="0" animBg="1"/>
      <p:bldP spid="1026" grpId="0" animBg="1"/>
      <p:bldP spid="1027" grpId="0" animBg="1"/>
      <p:bldP spid="1028" grpId="0"/>
      <p:bldP spid="1029" grpId="0" animBg="1"/>
      <p:bldP spid="1030" grpId="0"/>
      <p:bldP spid="7" grpId="0" animBg="1"/>
      <p:bldP spid="20" grpId="0" animBg="1"/>
      <p:bldP spid="21" grpId="0" animBg="1"/>
      <p:bldP spid="22" grpId="0" animBg="1"/>
      <p:bldP spid="26" grpId="0"/>
      <p:bldP spid="1032" grpId="0" animBg="1"/>
      <p:bldP spid="1034" grpId="0" animBg="1"/>
      <p:bldP spid="1036" grpId="0" animBg="1"/>
      <p:bldP spid="1038" grpId="0"/>
      <p:bldP spid="1039" grpId="0"/>
      <p:bldP spid="1041" grpId="0"/>
      <p:bldP spid="1044" grpId="0" animBg="1"/>
      <p:bldP spid="1046" grpId="0" animBg="1"/>
      <p:bldP spid="1048" grpId="0" animBg="1"/>
      <p:bldP spid="1049" grpId="0" animBg="1"/>
      <p:bldP spid="1050" grpId="0"/>
      <p:bldP spid="1051" grpId="0"/>
      <p:bldP spid="1052" grpId="0" animBg="1"/>
      <p:bldP spid="1053" grpId="0"/>
      <p:bldP spid="1054" grpId="0"/>
      <p:bldP spid="1055" grpId="0" animBg="1"/>
      <p:bldP spid="1056" grpId="0"/>
      <p:bldP spid="1057" grpId="0"/>
      <p:bldP spid="105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>
          <a:extLst>
            <a:ext uri="{FF2B5EF4-FFF2-40B4-BE49-F238E27FC236}">
              <a16:creationId xmlns:a16="http://schemas.microsoft.com/office/drawing/2014/main" id="{99AED541-410A-A8FD-8694-F2388D8D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15">
            <a:extLst>
              <a:ext uri="{FF2B5EF4-FFF2-40B4-BE49-F238E27FC236}">
                <a16:creationId xmlns:a16="http://schemas.microsoft.com/office/drawing/2014/main" id="{7086D3A8-5555-2125-F6E8-E64BCAE9E61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369985" y="6143613"/>
            <a:ext cx="365123" cy="3712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888" b="0" i="0" u="none" strike="noStrike" kern="120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18</a:t>
            </a:fld>
            <a:endParaRPr kumimoji="0" sz="888" b="0" i="0" u="none" strike="noStrike" kern="1200" cap="none" spc="0" normalizeH="0" baseline="0" noProof="0" dirty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DAC1F9F-3B5D-BCC9-5962-CE63C2D1BB8D}"/>
              </a:ext>
            </a:extLst>
          </p:cNvPr>
          <p:cNvSpPr txBox="1">
            <a:spLocks/>
          </p:cNvSpPr>
          <p:nvPr/>
        </p:nvSpPr>
        <p:spPr>
          <a:xfrm>
            <a:off x="184375" y="126434"/>
            <a:ext cx="11485747" cy="9423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6235E"/>
                </a:solidFill>
                <a:effectLst/>
                <a:uLnTx/>
                <a:uFillTx/>
                <a:latin typeface="Arial" panose="020B0604020202020204" pitchFamily="34" charset="0"/>
                <a:ea typeface="Helvetica Neue Medium"/>
                <a:cs typeface="Arial" panose="020B0604020202020204" pitchFamily="34" charset="0"/>
              </a:rPr>
              <a:t>CloudTestr – Implementation Overview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A613CB6-CBE7-6657-F32A-5D223024943F}"/>
              </a:ext>
            </a:extLst>
          </p:cNvPr>
          <p:cNvSpPr/>
          <p:nvPr/>
        </p:nvSpPr>
        <p:spPr>
          <a:xfrm>
            <a:off x="666867" y="1047419"/>
            <a:ext cx="2743200" cy="822960"/>
          </a:xfrm>
          <a:prstGeom prst="roundRect">
            <a:avLst>
              <a:gd name="adj" fmla="val 9314"/>
            </a:avLst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22744E-C9AC-F803-D5CB-F07BBA000864}"/>
              </a:ext>
            </a:extLst>
          </p:cNvPr>
          <p:cNvSpPr/>
          <p:nvPr/>
        </p:nvSpPr>
        <p:spPr>
          <a:xfrm>
            <a:off x="3514506" y="1047419"/>
            <a:ext cx="2020645" cy="822960"/>
          </a:xfrm>
          <a:prstGeom prst="roundRect">
            <a:avLst>
              <a:gd name="adj" fmla="val 9314"/>
            </a:avLst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6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4602C1-5C17-B703-FE16-F35339FE0A21}"/>
              </a:ext>
            </a:extLst>
          </p:cNvPr>
          <p:cNvSpPr/>
          <p:nvPr/>
        </p:nvSpPr>
        <p:spPr>
          <a:xfrm>
            <a:off x="666867" y="1984701"/>
            <a:ext cx="2743200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587866-EF84-1028-4A6E-B1BA9ABC0E1D}"/>
              </a:ext>
            </a:extLst>
          </p:cNvPr>
          <p:cNvSpPr/>
          <p:nvPr/>
        </p:nvSpPr>
        <p:spPr>
          <a:xfrm>
            <a:off x="666867" y="2687041"/>
            <a:ext cx="2743200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3AD0ED6-46C6-3928-19DD-D1A441CD9791}"/>
              </a:ext>
            </a:extLst>
          </p:cNvPr>
          <p:cNvSpPr/>
          <p:nvPr/>
        </p:nvSpPr>
        <p:spPr>
          <a:xfrm>
            <a:off x="666867" y="3389381"/>
            <a:ext cx="2743200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5B3CC9-5522-0275-185E-8D910492F6E5}"/>
              </a:ext>
            </a:extLst>
          </p:cNvPr>
          <p:cNvSpPr/>
          <p:nvPr/>
        </p:nvSpPr>
        <p:spPr>
          <a:xfrm>
            <a:off x="666867" y="4091721"/>
            <a:ext cx="2743200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0FE2FE-7C0A-2F0F-5349-D23E5F4F32F5}"/>
              </a:ext>
            </a:extLst>
          </p:cNvPr>
          <p:cNvSpPr/>
          <p:nvPr/>
        </p:nvSpPr>
        <p:spPr>
          <a:xfrm>
            <a:off x="3514506" y="198470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A38848-4CDD-CC39-1BE8-B1780A2E9F57}"/>
              </a:ext>
            </a:extLst>
          </p:cNvPr>
          <p:cNvSpPr/>
          <p:nvPr/>
        </p:nvSpPr>
        <p:spPr>
          <a:xfrm>
            <a:off x="3514506" y="268704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212A604-5053-F091-2833-CBD35330FAF0}"/>
              </a:ext>
            </a:extLst>
          </p:cNvPr>
          <p:cNvSpPr/>
          <p:nvPr/>
        </p:nvSpPr>
        <p:spPr>
          <a:xfrm>
            <a:off x="3514506" y="338938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C3DE617-CA42-0559-9286-FB761C3F5DD7}"/>
              </a:ext>
            </a:extLst>
          </p:cNvPr>
          <p:cNvSpPr/>
          <p:nvPr/>
        </p:nvSpPr>
        <p:spPr>
          <a:xfrm>
            <a:off x="3514506" y="409172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B77C80-AC0B-52D7-75CC-C0A63A1B388D}"/>
              </a:ext>
            </a:extLst>
          </p:cNvPr>
          <p:cNvSpPr txBox="1"/>
          <p:nvPr/>
        </p:nvSpPr>
        <p:spPr>
          <a:xfrm>
            <a:off x="1218375" y="1289622"/>
            <a:ext cx="1640193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154D7B-10FF-1E62-5166-666D47F8EC03}"/>
              </a:ext>
            </a:extLst>
          </p:cNvPr>
          <p:cNvSpPr txBox="1"/>
          <p:nvPr/>
        </p:nvSpPr>
        <p:spPr>
          <a:xfrm>
            <a:off x="4171208" y="1289622"/>
            <a:ext cx="707246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Effort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20AE028F-ED1B-EBD4-5E38-2500DC95C6F7}"/>
              </a:ext>
            </a:extLst>
          </p:cNvPr>
          <p:cNvSpPr txBox="1">
            <a:spLocks/>
          </p:cNvSpPr>
          <p:nvPr/>
        </p:nvSpPr>
        <p:spPr>
          <a:xfrm>
            <a:off x="659248" y="2173215"/>
            <a:ext cx="2619539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CloudTestr - Platform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B52D0E4-F3AE-215D-DCF6-0FDE2C7FF88F}"/>
              </a:ext>
            </a:extLst>
          </p:cNvPr>
          <p:cNvSpPr txBox="1">
            <a:spLocks/>
          </p:cNvSpPr>
          <p:nvPr/>
        </p:nvSpPr>
        <p:spPr>
          <a:xfrm>
            <a:off x="659248" y="2875555"/>
            <a:ext cx="2619539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Selenium to CloudTestr Platform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070C3EC-07B1-56D3-D9D3-85BC51BE8D47}"/>
              </a:ext>
            </a:extLst>
          </p:cNvPr>
          <p:cNvSpPr txBox="1">
            <a:spLocks/>
          </p:cNvSpPr>
          <p:nvPr/>
        </p:nvSpPr>
        <p:spPr>
          <a:xfrm>
            <a:off x="659248" y="3567262"/>
            <a:ext cx="2619539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CloudTestr Platform Support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8644AA24-235F-FA01-57D7-BB0E1D0D8B32}"/>
              </a:ext>
            </a:extLst>
          </p:cNvPr>
          <p:cNvSpPr txBox="1">
            <a:spLocks/>
          </p:cNvSpPr>
          <p:nvPr/>
        </p:nvSpPr>
        <p:spPr>
          <a:xfrm>
            <a:off x="647673" y="4137604"/>
            <a:ext cx="2849300" cy="525528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Verizon Specific Enhancements </a:t>
            </a:r>
          </a:p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(Tool Integrations &amp; Custom Functions)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43910BA-9533-1ECC-66D0-16B953E71E2B}"/>
              </a:ext>
            </a:extLst>
          </p:cNvPr>
          <p:cNvSpPr/>
          <p:nvPr/>
        </p:nvSpPr>
        <p:spPr>
          <a:xfrm>
            <a:off x="666867" y="4803928"/>
            <a:ext cx="2743200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29BCA23-AA62-931F-55C2-103634A89F76}"/>
              </a:ext>
            </a:extLst>
          </p:cNvPr>
          <p:cNvSpPr/>
          <p:nvPr/>
        </p:nvSpPr>
        <p:spPr>
          <a:xfrm>
            <a:off x="3514506" y="4803928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66675E92-81B0-B84D-8A75-1FE035431124}"/>
              </a:ext>
            </a:extLst>
          </p:cNvPr>
          <p:cNvSpPr txBox="1">
            <a:spLocks/>
          </p:cNvSpPr>
          <p:nvPr/>
        </p:nvSpPr>
        <p:spPr>
          <a:xfrm>
            <a:off x="682398" y="4992442"/>
            <a:ext cx="2619539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Shift-Left &amp; Container Solution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D9EE376-3CB9-EC8C-A5E5-EFBB8E4561DF}"/>
              </a:ext>
            </a:extLst>
          </p:cNvPr>
          <p:cNvSpPr/>
          <p:nvPr/>
        </p:nvSpPr>
        <p:spPr>
          <a:xfrm>
            <a:off x="5644163" y="1047419"/>
            <a:ext cx="2020645" cy="822960"/>
          </a:xfrm>
          <a:prstGeom prst="roundRect">
            <a:avLst>
              <a:gd name="adj" fmla="val 9314"/>
            </a:avLst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6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DC093FB-9DFB-C3F6-0EB6-52D9F81828A2}"/>
              </a:ext>
            </a:extLst>
          </p:cNvPr>
          <p:cNvSpPr/>
          <p:nvPr/>
        </p:nvSpPr>
        <p:spPr>
          <a:xfrm>
            <a:off x="5644163" y="198470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01B5FF9-7AEE-9602-CA20-AE1313CBEBB1}"/>
              </a:ext>
            </a:extLst>
          </p:cNvPr>
          <p:cNvSpPr/>
          <p:nvPr/>
        </p:nvSpPr>
        <p:spPr>
          <a:xfrm>
            <a:off x="5644163" y="268704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C35E896-9E1C-FE1F-E527-F72DFE2042BA}"/>
              </a:ext>
            </a:extLst>
          </p:cNvPr>
          <p:cNvSpPr/>
          <p:nvPr/>
        </p:nvSpPr>
        <p:spPr>
          <a:xfrm>
            <a:off x="5644163" y="338938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6A08B39-4340-1743-AAA2-98CFBEFD8D86}"/>
              </a:ext>
            </a:extLst>
          </p:cNvPr>
          <p:cNvSpPr/>
          <p:nvPr/>
        </p:nvSpPr>
        <p:spPr>
          <a:xfrm>
            <a:off x="5644163" y="409172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E3E8FE-B81A-4973-981C-CA80D659821D}"/>
              </a:ext>
            </a:extLst>
          </p:cNvPr>
          <p:cNvSpPr txBox="1"/>
          <p:nvPr/>
        </p:nvSpPr>
        <p:spPr>
          <a:xfrm>
            <a:off x="6340939" y="1289622"/>
            <a:ext cx="627095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C1F0387-6113-3484-F769-588DB81CF04A}"/>
              </a:ext>
            </a:extLst>
          </p:cNvPr>
          <p:cNvSpPr/>
          <p:nvPr/>
        </p:nvSpPr>
        <p:spPr>
          <a:xfrm>
            <a:off x="5644163" y="4803928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913E8BC-B59A-2280-158D-0FC46F83036E}"/>
              </a:ext>
            </a:extLst>
          </p:cNvPr>
          <p:cNvSpPr/>
          <p:nvPr/>
        </p:nvSpPr>
        <p:spPr>
          <a:xfrm>
            <a:off x="7773820" y="1047419"/>
            <a:ext cx="2020645" cy="822960"/>
          </a:xfrm>
          <a:prstGeom prst="roundRect">
            <a:avLst>
              <a:gd name="adj" fmla="val 9314"/>
            </a:avLst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6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145317D-0C68-8341-911C-69C4650D94E3}"/>
              </a:ext>
            </a:extLst>
          </p:cNvPr>
          <p:cNvSpPr/>
          <p:nvPr/>
        </p:nvSpPr>
        <p:spPr>
          <a:xfrm>
            <a:off x="7773820" y="198470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28F4D8E-FF86-B787-3264-B4860565CD99}"/>
              </a:ext>
            </a:extLst>
          </p:cNvPr>
          <p:cNvSpPr/>
          <p:nvPr/>
        </p:nvSpPr>
        <p:spPr>
          <a:xfrm>
            <a:off x="7773820" y="268704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22655D8-523A-EEA6-B94C-F1FD2A6657A3}"/>
              </a:ext>
            </a:extLst>
          </p:cNvPr>
          <p:cNvSpPr/>
          <p:nvPr/>
        </p:nvSpPr>
        <p:spPr>
          <a:xfrm>
            <a:off x="7773820" y="338938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1119F97-1C53-899A-28D8-685507632AE8}"/>
              </a:ext>
            </a:extLst>
          </p:cNvPr>
          <p:cNvSpPr/>
          <p:nvPr/>
        </p:nvSpPr>
        <p:spPr>
          <a:xfrm>
            <a:off x="7773820" y="409172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BE5126-0EC3-35A9-7685-45BC9E6E2002}"/>
              </a:ext>
            </a:extLst>
          </p:cNvPr>
          <p:cNvSpPr txBox="1"/>
          <p:nvPr/>
        </p:nvSpPr>
        <p:spPr>
          <a:xfrm>
            <a:off x="7769248" y="1166512"/>
            <a:ext cx="2025217" cy="5847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Investment From Sutherland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B9FC176-8087-6530-C4AB-D0A968FC2C9D}"/>
              </a:ext>
            </a:extLst>
          </p:cNvPr>
          <p:cNvSpPr/>
          <p:nvPr/>
        </p:nvSpPr>
        <p:spPr>
          <a:xfrm>
            <a:off x="7773820" y="4803928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9057004-2A19-508E-8BF1-8DF8EDCA814A}"/>
              </a:ext>
            </a:extLst>
          </p:cNvPr>
          <p:cNvSpPr/>
          <p:nvPr/>
        </p:nvSpPr>
        <p:spPr>
          <a:xfrm>
            <a:off x="9898905" y="1047419"/>
            <a:ext cx="2020645" cy="822960"/>
          </a:xfrm>
          <a:prstGeom prst="roundRect">
            <a:avLst>
              <a:gd name="adj" fmla="val 9314"/>
            </a:avLst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600" kern="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9C32B05-D174-DE77-6420-3FFEC7B7BC4C}"/>
              </a:ext>
            </a:extLst>
          </p:cNvPr>
          <p:cNvSpPr/>
          <p:nvPr/>
        </p:nvSpPr>
        <p:spPr>
          <a:xfrm>
            <a:off x="9898905" y="198470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175889C-7016-F885-40C2-95BC301DFA59}"/>
              </a:ext>
            </a:extLst>
          </p:cNvPr>
          <p:cNvSpPr/>
          <p:nvPr/>
        </p:nvSpPr>
        <p:spPr>
          <a:xfrm>
            <a:off x="9898905" y="268704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1E4382D-5D15-590F-847E-2B4EE005D9CB}"/>
              </a:ext>
            </a:extLst>
          </p:cNvPr>
          <p:cNvSpPr/>
          <p:nvPr/>
        </p:nvSpPr>
        <p:spPr>
          <a:xfrm>
            <a:off x="9898905" y="338938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80B3A87E-61DC-B3D8-41F2-F0ACB25196CD}"/>
              </a:ext>
            </a:extLst>
          </p:cNvPr>
          <p:cNvSpPr/>
          <p:nvPr/>
        </p:nvSpPr>
        <p:spPr>
          <a:xfrm>
            <a:off x="9898905" y="4091721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7E9FA1-D7EF-D997-C132-8E1520872F20}"/>
              </a:ext>
            </a:extLst>
          </p:cNvPr>
          <p:cNvSpPr txBox="1"/>
          <p:nvPr/>
        </p:nvSpPr>
        <p:spPr>
          <a:xfrm>
            <a:off x="10313553" y="1289622"/>
            <a:ext cx="1191352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D634DF8-FB2D-D880-049A-5A17032C6A5C}"/>
              </a:ext>
            </a:extLst>
          </p:cNvPr>
          <p:cNvSpPr/>
          <p:nvPr/>
        </p:nvSpPr>
        <p:spPr>
          <a:xfrm>
            <a:off x="9898905" y="4803928"/>
            <a:ext cx="2020645" cy="630646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1D23A103-2D4A-3C69-FA2D-A67F0CE5942D}"/>
              </a:ext>
            </a:extLst>
          </p:cNvPr>
          <p:cNvSpPr txBox="1">
            <a:spLocks/>
          </p:cNvSpPr>
          <p:nvPr/>
        </p:nvSpPr>
        <p:spPr>
          <a:xfrm>
            <a:off x="3604591" y="2149250"/>
            <a:ext cx="1808301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</a:p>
        </p:txBody>
      </p:sp>
      <p:sp>
        <p:nvSpPr>
          <p:cNvPr id="50" name="Subtitle 2">
            <a:extLst>
              <a:ext uri="{FF2B5EF4-FFF2-40B4-BE49-F238E27FC236}">
                <a16:creationId xmlns:a16="http://schemas.microsoft.com/office/drawing/2014/main" id="{27676FCD-B6FB-9A3C-ACCB-A19110FE809A}"/>
              </a:ext>
            </a:extLst>
          </p:cNvPr>
          <p:cNvSpPr txBox="1">
            <a:spLocks/>
          </p:cNvSpPr>
          <p:nvPr/>
        </p:nvSpPr>
        <p:spPr>
          <a:xfrm>
            <a:off x="5750334" y="2134905"/>
            <a:ext cx="1808301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$100,000.00 / Year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5D2D9C79-CD46-93C8-1B0B-25DDB328FB13}"/>
              </a:ext>
            </a:extLst>
          </p:cNvPr>
          <p:cNvSpPr txBox="1">
            <a:spLocks/>
          </p:cNvSpPr>
          <p:nvPr/>
        </p:nvSpPr>
        <p:spPr>
          <a:xfrm>
            <a:off x="9944075" y="2161640"/>
            <a:ext cx="1975474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platform cost to Verizon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F85EDF79-9A27-A41A-90CD-B0666C3CE6E3}"/>
              </a:ext>
            </a:extLst>
          </p:cNvPr>
          <p:cNvSpPr txBox="1">
            <a:spLocks/>
          </p:cNvSpPr>
          <p:nvPr/>
        </p:nvSpPr>
        <p:spPr>
          <a:xfrm>
            <a:off x="9939693" y="2758066"/>
            <a:ext cx="1979856" cy="488595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6482 TCs migrated including maintenance</a:t>
            </a:r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F015A86D-2B2B-C458-700C-F52AD6480944}"/>
              </a:ext>
            </a:extLst>
          </p:cNvPr>
          <p:cNvSpPr txBox="1">
            <a:spLocks/>
          </p:cNvSpPr>
          <p:nvPr/>
        </p:nvSpPr>
        <p:spPr>
          <a:xfrm>
            <a:off x="3589574" y="2739600"/>
            <a:ext cx="1823318" cy="525528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 Months </a:t>
            </a:r>
          </a:p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(15 Resources)</a:t>
            </a:r>
          </a:p>
        </p:txBody>
      </p:sp>
      <p:sp>
        <p:nvSpPr>
          <p:cNvPr id="55" name="Subtitle 2">
            <a:extLst>
              <a:ext uri="{FF2B5EF4-FFF2-40B4-BE49-F238E27FC236}">
                <a16:creationId xmlns:a16="http://schemas.microsoft.com/office/drawing/2014/main" id="{7CC0F5AF-985E-FB72-40F6-6D46CB3FDC8E}"/>
              </a:ext>
            </a:extLst>
          </p:cNvPr>
          <p:cNvSpPr txBox="1">
            <a:spLocks/>
          </p:cNvSpPr>
          <p:nvPr/>
        </p:nvSpPr>
        <p:spPr>
          <a:xfrm>
            <a:off x="5714394" y="2873481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$350,000.00</a:t>
            </a:r>
          </a:p>
        </p:txBody>
      </p:sp>
      <p:sp>
        <p:nvSpPr>
          <p:cNvPr id="56" name="Subtitle 2">
            <a:extLst>
              <a:ext uri="{FF2B5EF4-FFF2-40B4-BE49-F238E27FC236}">
                <a16:creationId xmlns:a16="http://schemas.microsoft.com/office/drawing/2014/main" id="{C156FCB1-7D40-C3C1-2935-DF065642E9D7}"/>
              </a:ext>
            </a:extLst>
          </p:cNvPr>
          <p:cNvSpPr txBox="1">
            <a:spLocks/>
          </p:cNvSpPr>
          <p:nvPr/>
        </p:nvSpPr>
        <p:spPr>
          <a:xfrm>
            <a:off x="9939692" y="3439531"/>
            <a:ext cx="1979857" cy="488595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Dedicated support team for tool maintenance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8CD827FF-6042-F9BD-EDBE-881246BA8DD2}"/>
              </a:ext>
            </a:extLst>
          </p:cNvPr>
          <p:cNvSpPr txBox="1">
            <a:spLocks/>
          </p:cNvSpPr>
          <p:nvPr/>
        </p:nvSpPr>
        <p:spPr>
          <a:xfrm>
            <a:off x="3554848" y="3589672"/>
            <a:ext cx="1911633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Member Support Team</a:t>
            </a:r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989C2F65-A007-156D-D2F5-565C109AF450}"/>
              </a:ext>
            </a:extLst>
          </p:cNvPr>
          <p:cNvSpPr txBox="1">
            <a:spLocks/>
          </p:cNvSpPr>
          <p:nvPr/>
        </p:nvSpPr>
        <p:spPr>
          <a:xfrm>
            <a:off x="5725964" y="3554946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$120,000.00</a:t>
            </a:r>
          </a:p>
        </p:txBody>
      </p:sp>
      <p:sp>
        <p:nvSpPr>
          <p:cNvPr id="59" name="Subtitle 2">
            <a:extLst>
              <a:ext uri="{FF2B5EF4-FFF2-40B4-BE49-F238E27FC236}">
                <a16:creationId xmlns:a16="http://schemas.microsoft.com/office/drawing/2014/main" id="{CE6A4F5F-C4A6-844F-37B0-5E87F26B4478}"/>
              </a:ext>
            </a:extLst>
          </p:cNvPr>
          <p:cNvSpPr txBox="1">
            <a:spLocks/>
          </p:cNvSpPr>
          <p:nvPr/>
        </p:nvSpPr>
        <p:spPr>
          <a:xfrm>
            <a:off x="9966284" y="4141870"/>
            <a:ext cx="2011405" cy="488595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Product DEV team support through the year</a:t>
            </a:r>
          </a:p>
        </p:txBody>
      </p:sp>
      <p:sp>
        <p:nvSpPr>
          <p:cNvPr id="61" name="Subtitle 2">
            <a:extLst>
              <a:ext uri="{FF2B5EF4-FFF2-40B4-BE49-F238E27FC236}">
                <a16:creationId xmlns:a16="http://schemas.microsoft.com/office/drawing/2014/main" id="{07E5102F-4308-8FFD-70D1-9BB1302784B3}"/>
              </a:ext>
            </a:extLst>
          </p:cNvPr>
          <p:cNvSpPr txBox="1">
            <a:spLocks/>
          </p:cNvSpPr>
          <p:nvPr/>
        </p:nvSpPr>
        <p:spPr>
          <a:xfrm>
            <a:off x="5740986" y="4257285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$65,000.00</a:t>
            </a:r>
          </a:p>
        </p:txBody>
      </p:sp>
      <p:sp>
        <p:nvSpPr>
          <p:cNvPr id="62" name="Subtitle 2">
            <a:extLst>
              <a:ext uri="{FF2B5EF4-FFF2-40B4-BE49-F238E27FC236}">
                <a16:creationId xmlns:a16="http://schemas.microsoft.com/office/drawing/2014/main" id="{68254EDF-A084-0DC4-A8E6-56C173C6673C}"/>
              </a:ext>
            </a:extLst>
          </p:cNvPr>
          <p:cNvSpPr txBox="1">
            <a:spLocks/>
          </p:cNvSpPr>
          <p:nvPr/>
        </p:nvSpPr>
        <p:spPr>
          <a:xfrm>
            <a:off x="9997568" y="4844208"/>
            <a:ext cx="1823318" cy="488595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Co-Invested by Sutherland &amp; Verizon </a:t>
            </a:r>
          </a:p>
        </p:txBody>
      </p:sp>
      <p:sp>
        <p:nvSpPr>
          <p:cNvPr id="63" name="Subtitle 2">
            <a:extLst>
              <a:ext uri="{FF2B5EF4-FFF2-40B4-BE49-F238E27FC236}">
                <a16:creationId xmlns:a16="http://schemas.microsoft.com/office/drawing/2014/main" id="{1AC81F38-F77C-A60D-E5DD-DB96AAF1E74D}"/>
              </a:ext>
            </a:extLst>
          </p:cNvPr>
          <p:cNvSpPr txBox="1">
            <a:spLocks/>
          </p:cNvSpPr>
          <p:nvPr/>
        </p:nvSpPr>
        <p:spPr>
          <a:xfrm>
            <a:off x="3589574" y="4959624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Months</a:t>
            </a:r>
          </a:p>
        </p:txBody>
      </p:sp>
      <p:sp>
        <p:nvSpPr>
          <p:cNvPr id="1024" name="Subtitle 2">
            <a:extLst>
              <a:ext uri="{FF2B5EF4-FFF2-40B4-BE49-F238E27FC236}">
                <a16:creationId xmlns:a16="http://schemas.microsoft.com/office/drawing/2014/main" id="{80F64E70-47F3-2C8D-CD64-B60DC65F7D33}"/>
              </a:ext>
            </a:extLst>
          </p:cNvPr>
          <p:cNvSpPr txBox="1">
            <a:spLocks/>
          </p:cNvSpPr>
          <p:nvPr/>
        </p:nvSpPr>
        <p:spPr>
          <a:xfrm>
            <a:off x="5749117" y="4959623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$193,788.00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025" name="Freeform 1">
            <a:extLst>
              <a:ext uri="{FF2B5EF4-FFF2-40B4-BE49-F238E27FC236}">
                <a16:creationId xmlns:a16="http://schemas.microsoft.com/office/drawing/2014/main" id="{566C90E3-57D3-6484-E4F6-019DF6352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260" y="2096705"/>
            <a:ext cx="463191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26" name="Freeform 1">
            <a:extLst>
              <a:ext uri="{FF2B5EF4-FFF2-40B4-BE49-F238E27FC236}">
                <a16:creationId xmlns:a16="http://schemas.microsoft.com/office/drawing/2014/main" id="{8438F25E-F299-D2F9-3A73-CDC92E3F8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7841" y="2804323"/>
            <a:ext cx="463191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27" name="Freeform 1">
            <a:extLst>
              <a:ext uri="{FF2B5EF4-FFF2-40B4-BE49-F238E27FC236}">
                <a16:creationId xmlns:a16="http://schemas.microsoft.com/office/drawing/2014/main" id="{C756297E-4294-E9AD-5EAB-012970883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7840" y="3502401"/>
            <a:ext cx="463191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28" name="Subtitle 2">
            <a:extLst>
              <a:ext uri="{FF2B5EF4-FFF2-40B4-BE49-F238E27FC236}">
                <a16:creationId xmlns:a16="http://schemas.microsoft.com/office/drawing/2014/main" id="{93865D56-400A-473E-A02D-6EDD4F6E0EAF}"/>
              </a:ext>
            </a:extLst>
          </p:cNvPr>
          <p:cNvSpPr txBox="1">
            <a:spLocks/>
          </p:cNvSpPr>
          <p:nvPr/>
        </p:nvSpPr>
        <p:spPr>
          <a:xfrm>
            <a:off x="3577760" y="4278162"/>
            <a:ext cx="1911633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2160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79FF8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29" name="Freeform 1">
            <a:extLst>
              <a:ext uri="{FF2B5EF4-FFF2-40B4-BE49-F238E27FC236}">
                <a16:creationId xmlns:a16="http://schemas.microsoft.com/office/drawing/2014/main" id="{FE8A74A1-64F3-A625-A00E-F8EC409E0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7839" y="4204740"/>
            <a:ext cx="463191" cy="362852"/>
          </a:xfrm>
          <a:custGeom>
            <a:avLst/>
            <a:gdLst>
              <a:gd name="T0" fmla="*/ 1845 w 5250"/>
              <a:gd name="T1" fmla="*/ 4112 h 4113"/>
              <a:gd name="T2" fmla="*/ 205 w 5250"/>
              <a:gd name="T3" fmla="*/ 2473 h 4113"/>
              <a:gd name="T4" fmla="*/ 205 w 5250"/>
              <a:gd name="T5" fmla="*/ 2473 h 4113"/>
              <a:gd name="T6" fmla="*/ 205 w 5250"/>
              <a:gd name="T7" fmla="*/ 1730 h 4113"/>
              <a:gd name="T8" fmla="*/ 205 w 5250"/>
              <a:gd name="T9" fmla="*/ 1730 h 4113"/>
              <a:gd name="T10" fmla="*/ 948 w 5250"/>
              <a:gd name="T11" fmla="*/ 1730 h 4113"/>
              <a:gd name="T12" fmla="*/ 1849 w 5250"/>
              <a:gd name="T13" fmla="*/ 2630 h 4113"/>
              <a:gd name="T14" fmla="*/ 4302 w 5250"/>
              <a:gd name="T15" fmla="*/ 205 h 4113"/>
              <a:gd name="T16" fmla="*/ 4302 w 5250"/>
              <a:gd name="T17" fmla="*/ 205 h 4113"/>
              <a:gd name="T18" fmla="*/ 5045 w 5250"/>
              <a:gd name="T19" fmla="*/ 209 h 4113"/>
              <a:gd name="T20" fmla="*/ 5045 w 5250"/>
              <a:gd name="T21" fmla="*/ 209 h 4113"/>
              <a:gd name="T22" fmla="*/ 5041 w 5250"/>
              <a:gd name="T23" fmla="*/ 952 h 4113"/>
              <a:gd name="T24" fmla="*/ 1845 w 5250"/>
              <a:gd name="T25" fmla="*/ 4112 h 4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250" h="4113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92D05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37572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30" name="Subtitle 2">
            <a:extLst>
              <a:ext uri="{FF2B5EF4-FFF2-40B4-BE49-F238E27FC236}">
                <a16:creationId xmlns:a16="http://schemas.microsoft.com/office/drawing/2014/main" id="{74950E49-F159-B6CA-F6BF-4E76C6520970}"/>
              </a:ext>
            </a:extLst>
          </p:cNvPr>
          <p:cNvSpPr txBox="1">
            <a:spLocks/>
          </p:cNvSpPr>
          <p:nvPr/>
        </p:nvSpPr>
        <p:spPr>
          <a:xfrm>
            <a:off x="7870196" y="4959623"/>
            <a:ext cx="1823318" cy="257763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3818" rtl="0" eaLnBrk="1" fontAlgn="auto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Co-Invested</a:t>
            </a:r>
          </a:p>
        </p:txBody>
      </p:sp>
      <p:sp>
        <p:nvSpPr>
          <p:cNvPr id="1031" name="Subtitle 2">
            <a:extLst>
              <a:ext uri="{FF2B5EF4-FFF2-40B4-BE49-F238E27FC236}">
                <a16:creationId xmlns:a16="http://schemas.microsoft.com/office/drawing/2014/main" id="{5C2CB7A4-DB97-7118-272A-50BE9FB0AF7E}"/>
              </a:ext>
            </a:extLst>
          </p:cNvPr>
          <p:cNvSpPr txBox="1">
            <a:spLocks/>
          </p:cNvSpPr>
          <p:nvPr/>
        </p:nvSpPr>
        <p:spPr>
          <a:xfrm>
            <a:off x="2368916" y="5613399"/>
            <a:ext cx="5666557" cy="280846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43818" rtl="0" eaLnBrk="1" fontAlgn="ctr" latinLnBrk="0" hangingPunct="1">
              <a:lnSpc>
                <a:spcPts val="175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Total Investment Cost by Sutherland - $635,000.00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CD2C83F-DF03-9AEC-29D8-7485CC5952FB}"/>
              </a:ext>
            </a:extLst>
          </p:cNvPr>
          <p:cNvSpPr/>
          <p:nvPr/>
        </p:nvSpPr>
        <p:spPr>
          <a:xfrm rot="16200000">
            <a:off x="-286772" y="2423425"/>
            <a:ext cx="1329787" cy="458740"/>
          </a:xfrm>
          <a:prstGeom prst="roundRect">
            <a:avLst>
              <a:gd name="adj" fmla="val 9314"/>
            </a:avLst>
          </a:prstGeom>
          <a:solidFill>
            <a:srgbClr val="FFFFFF">
              <a:lumMod val="95000"/>
            </a:srgbClr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79FF8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138829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3" grpId="0" animBg="1"/>
      <p:bldP spid="24" grpId="0" animBg="1"/>
      <p:bldP spid="25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 animBg="1"/>
      <p:bldP spid="49" grpId="0"/>
      <p:bldP spid="50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1" grpId="0"/>
      <p:bldP spid="62" grpId="0"/>
      <p:bldP spid="63" grpId="0"/>
      <p:bldP spid="1024" grpId="0"/>
      <p:bldP spid="1025" grpId="0" animBg="1"/>
      <p:bldP spid="1026" grpId="0" animBg="1"/>
      <p:bldP spid="1027" grpId="0" animBg="1"/>
      <p:bldP spid="1028" grpId="0"/>
      <p:bldP spid="1029" grpId="0" animBg="1"/>
      <p:bldP spid="1030" grpId="0"/>
      <p:bldP spid="1031" grpId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BB773-6568-565E-1BC7-5973E6F9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: Rounded Corners 22">
            <a:extLst>
              <a:ext uri="{FF2B5EF4-FFF2-40B4-BE49-F238E27FC236}">
                <a16:creationId xmlns:a16="http://schemas.microsoft.com/office/drawing/2014/main" id="{3419FBE0-177B-93B5-2BEC-5F014FBA973F}"/>
              </a:ext>
            </a:extLst>
          </p:cNvPr>
          <p:cNvSpPr/>
          <p:nvPr/>
        </p:nvSpPr>
        <p:spPr>
          <a:xfrm>
            <a:off x="150934" y="574539"/>
            <a:ext cx="11768895" cy="500127"/>
          </a:xfrm>
          <a:prstGeom prst="roundRect">
            <a:avLst/>
          </a:prstGeom>
          <a:solidFill>
            <a:srgbClr val="156082"/>
          </a:solidFill>
          <a:ln w="25400" cap="flat">
            <a:solidFill>
              <a:srgbClr val="156082"/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endParaRPr lang="en-US" sz="1600" kern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B7388D77-361D-B7CC-DF54-496A4E00086E}"/>
              </a:ext>
            </a:extLst>
          </p:cNvPr>
          <p:cNvSpPr txBox="1">
            <a:spLocks/>
          </p:cNvSpPr>
          <p:nvPr/>
        </p:nvSpPr>
        <p:spPr>
          <a:xfrm>
            <a:off x="138034" y="60080"/>
            <a:ext cx="11485747" cy="5330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9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>
                <a:solidFill>
                  <a:srgbClr val="26235E"/>
                </a:solidFill>
              </a:rPr>
              <a:t>Verizon QE – What Sutherland can offer?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31F96DD-A775-1031-C6A2-9A14D72F51E5}"/>
              </a:ext>
            </a:extLst>
          </p:cNvPr>
          <p:cNvSpPr/>
          <p:nvPr/>
        </p:nvSpPr>
        <p:spPr>
          <a:xfrm>
            <a:off x="273130" y="5084985"/>
            <a:ext cx="11384092" cy="97536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C322B7F-B518-BBBC-E0C2-E24BE3B256CE}"/>
              </a:ext>
            </a:extLst>
          </p:cNvPr>
          <p:cNvSpPr/>
          <p:nvPr/>
        </p:nvSpPr>
        <p:spPr>
          <a:xfrm>
            <a:off x="273130" y="4048086"/>
            <a:ext cx="11372790" cy="943956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09585"/>
            <a:endParaRPr lang="en-US" sz="2400" kern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29F7061-19D2-F74C-C602-3C51910ED4B8}"/>
              </a:ext>
            </a:extLst>
          </p:cNvPr>
          <p:cNvSpPr/>
          <p:nvPr/>
        </p:nvSpPr>
        <p:spPr>
          <a:xfrm>
            <a:off x="273130" y="3064230"/>
            <a:ext cx="11384092" cy="91603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09585"/>
            <a:endParaRPr lang="en-US" sz="2400" kern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C8C0EA0-879F-C82F-3757-59CF855F2A81}"/>
              </a:ext>
            </a:extLst>
          </p:cNvPr>
          <p:cNvSpPr/>
          <p:nvPr/>
        </p:nvSpPr>
        <p:spPr>
          <a:xfrm>
            <a:off x="273130" y="2013153"/>
            <a:ext cx="11377268" cy="96200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09585"/>
            <a:endParaRPr lang="en-US" sz="2400" kern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3E6ADEB-3CAD-FAA0-4538-41B0573AC147}"/>
              </a:ext>
            </a:extLst>
          </p:cNvPr>
          <p:cNvCxnSpPr/>
          <p:nvPr/>
        </p:nvCxnSpPr>
        <p:spPr>
          <a:xfrm>
            <a:off x="8313504" y="1142087"/>
            <a:ext cx="0" cy="4876801"/>
          </a:xfrm>
          <a:prstGeom prst="line">
            <a:avLst/>
          </a:prstGeom>
          <a:noFill/>
          <a:ln w="12700" cap="flat" cmpd="sng" algn="ctr">
            <a:solidFill>
              <a:srgbClr val="FFFFFF">
                <a:lumMod val="65000"/>
              </a:srgbClr>
            </a:solidFill>
            <a:prstDash val="sysDash"/>
            <a:miter lim="800000"/>
          </a:ln>
          <a:effectLst/>
        </p:spPr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51600BBA-5CCA-598C-091E-4B2F2E8FB13F}"/>
              </a:ext>
            </a:extLst>
          </p:cNvPr>
          <p:cNvSpPr/>
          <p:nvPr/>
        </p:nvSpPr>
        <p:spPr bwMode="auto">
          <a:xfrm>
            <a:off x="5295528" y="1519047"/>
            <a:ext cx="3030285" cy="361633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248" tIns="95248" rIns="95248" bIns="95248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59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Visible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77CBC91-D0D1-41F1-DD92-2D93518B1029}"/>
              </a:ext>
            </a:extLst>
          </p:cNvPr>
          <p:cNvSpPr/>
          <p:nvPr/>
        </p:nvSpPr>
        <p:spPr bwMode="auto">
          <a:xfrm>
            <a:off x="2048402" y="1519047"/>
            <a:ext cx="3191652" cy="36163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248" tIns="95248" rIns="95248" bIns="95248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59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TracFone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BA0B04-284B-1C58-4374-C79FA83F8704}"/>
              </a:ext>
            </a:extLst>
          </p:cNvPr>
          <p:cNvSpPr/>
          <p:nvPr/>
        </p:nvSpPr>
        <p:spPr bwMode="auto">
          <a:xfrm>
            <a:off x="9056174" y="1519047"/>
            <a:ext cx="2589745" cy="36163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248" tIns="95248" rIns="95248" bIns="95248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59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Integrated QE Organization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19AE6E2F-769D-F16D-B609-419546EDAB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rgbClr val="000063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528" y="1525018"/>
            <a:ext cx="609017" cy="361633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A6DA5786-091D-9953-9C23-FC93BF0FD0A7}"/>
              </a:ext>
            </a:extLst>
          </p:cNvPr>
          <p:cNvSpPr/>
          <p:nvPr/>
        </p:nvSpPr>
        <p:spPr>
          <a:xfrm>
            <a:off x="2015183" y="1985105"/>
            <a:ext cx="3287379" cy="769441"/>
          </a:xfrm>
          <a:prstGeom prst="rect">
            <a:avLst/>
          </a:prstGeom>
        </p:spPr>
        <p:txBody>
          <a:bodyPr wrap="square" lIns="121920" tIns="60960" rIns="121920" bIns="60960" anchor="t">
            <a:spAutoFit/>
          </a:bodyPr>
          <a:lstStyle/>
          <a:p>
            <a:pPr marL="228594" indent="-228594" defTabSz="952379">
              <a:buFont typeface="Arial" panose="020B0604020202020204" pitchFamily="34" charset="0"/>
              <a:buChar char="•"/>
              <a:defRPr/>
            </a:pPr>
            <a:r>
              <a:rPr lang="en-US" sz="1050" b="1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Script less Automation</a:t>
            </a:r>
            <a:r>
              <a:rPr lang="en-US" sz="1050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through </a:t>
            </a:r>
            <a:r>
              <a:rPr lang="en-US" sz="1050" b="1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CloudTestr</a:t>
            </a:r>
          </a:p>
          <a:p>
            <a:pPr marL="228594" marR="0" lvl="0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80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% of regression automation coverage</a:t>
            </a:r>
          </a:p>
          <a:p>
            <a:pPr marL="228594" marR="0" lvl="0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2X speed of development </a:t>
            </a:r>
            <a:r>
              <a:rPr lang="en-US" sz="1050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compare against selenium automation</a:t>
            </a:r>
            <a:endParaRPr kumimoji="0" lang="en-US" sz="105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55A6327-B1A0-E716-BCD2-1060E7E53F48}"/>
              </a:ext>
            </a:extLst>
          </p:cNvPr>
          <p:cNvSpPr/>
          <p:nvPr/>
        </p:nvSpPr>
        <p:spPr>
          <a:xfrm>
            <a:off x="5258252" y="2016549"/>
            <a:ext cx="3233364" cy="954107"/>
          </a:xfrm>
          <a:prstGeom prst="rect">
            <a:avLst/>
          </a:prstGeom>
        </p:spPr>
        <p:txBody>
          <a:bodyPr wrap="square" lIns="121920" tIns="60960" rIns="121920" bIns="60960" anchor="t">
            <a:spAutoFit/>
          </a:bodyPr>
          <a:lstStyle/>
          <a:p>
            <a:pPr marL="228594" indent="-228594" defTabSz="952379">
              <a:buFont typeface="Arial" panose="020B0604020202020204" pitchFamily="34" charset="0"/>
              <a:buChar char="•"/>
              <a:defRPr/>
            </a:pPr>
            <a:r>
              <a:rPr lang="en-IN" sz="1050" b="1" ker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Regression Test Coverage: average of 50%-60%</a:t>
            </a:r>
          </a:p>
          <a:p>
            <a:pPr marL="228594" indent="-228594" defTabSz="952379">
              <a:buFont typeface="Arial" panose="020B0604020202020204" pitchFamily="34" charset="0"/>
              <a:buChar char="•"/>
              <a:defRPr/>
            </a:pPr>
            <a:r>
              <a:rPr lang="en-IN" sz="1050" ker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Automation using Selenium (Web), Appium (Mobile), Rest Assured (API)</a:t>
            </a:r>
          </a:p>
          <a:p>
            <a:pPr marR="0" lvl="0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044B6B8-9572-FDF9-DEFD-136E829F76F1}"/>
              </a:ext>
            </a:extLst>
          </p:cNvPr>
          <p:cNvSpPr/>
          <p:nvPr/>
        </p:nvSpPr>
        <p:spPr>
          <a:xfrm>
            <a:off x="8244105" y="1975795"/>
            <a:ext cx="3333293" cy="1092607"/>
          </a:xfrm>
          <a:prstGeom prst="rect">
            <a:avLst/>
          </a:prstGeom>
        </p:spPr>
        <p:txBody>
          <a:bodyPr wrap="square" lIns="121920" tIns="60960" rIns="121920" bIns="60960" anchor="t">
            <a:spAutoFit/>
          </a:bodyPr>
          <a:lstStyle/>
          <a:p>
            <a:pPr marL="228594" marR="0" lvl="1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Leverage unified test automation across value segment</a:t>
            </a:r>
          </a:p>
          <a:p>
            <a:pPr marL="228594" marR="0" lvl="1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Accelerated 90%+ regression automation coverage in 12 months time</a:t>
            </a:r>
          </a:p>
          <a:p>
            <a:pPr marL="228594" lvl="1" indent="-228594" defTabSz="952379">
              <a:buFont typeface="Arial" panose="020B0604020202020204" pitchFamily="34" charset="0"/>
              <a:buChar char="•"/>
              <a:defRPr/>
            </a:pPr>
            <a:r>
              <a:rPr lang="en-US" sz="1050" b="1" u="sng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Leveraging containerization ability for scalability in execution at 4x speed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D9C22F6-100F-BEDA-A98B-C55B753E0552}"/>
              </a:ext>
            </a:extLst>
          </p:cNvPr>
          <p:cNvSpPr/>
          <p:nvPr/>
        </p:nvSpPr>
        <p:spPr>
          <a:xfrm>
            <a:off x="2032474" y="3082711"/>
            <a:ext cx="328489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94" marR="0" lvl="0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Perf. Testing across environments </a:t>
            </a:r>
            <a:r>
              <a:rPr lang="en-US" sz="1050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(Integration, stage, production and mobile)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1B530C9-166C-A9E2-63EE-ECABAA418FC3}"/>
              </a:ext>
            </a:extLst>
          </p:cNvPr>
          <p:cNvSpPr/>
          <p:nvPr/>
        </p:nvSpPr>
        <p:spPr>
          <a:xfrm>
            <a:off x="5291966" y="3108298"/>
            <a:ext cx="296741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94" marR="0" lvl="0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Performance testing with 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LoadRunner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47492F1-EF88-A132-150A-600451915AAE}"/>
              </a:ext>
            </a:extLst>
          </p:cNvPr>
          <p:cNvSpPr/>
          <p:nvPr/>
        </p:nvSpPr>
        <p:spPr>
          <a:xfrm>
            <a:off x="8313504" y="3063270"/>
            <a:ext cx="341311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94" marR="0" lvl="1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Explor</a:t>
            </a:r>
            <a:r>
              <a:rPr lang="en-US" sz="105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 tool optimization for performance engineering</a:t>
            </a:r>
            <a:endParaRPr lang="en-US" sz="1050" i="0" u="none" strike="noStrike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28594" marR="0" lvl="1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 i="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Potential to Increase the coverage of performance testing for every release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70C0126-F932-8F84-59F9-CB064933C0C7}"/>
              </a:ext>
            </a:extLst>
          </p:cNvPr>
          <p:cNvSpPr/>
          <p:nvPr/>
        </p:nvSpPr>
        <p:spPr>
          <a:xfrm>
            <a:off x="2050182" y="4056637"/>
            <a:ext cx="2926429" cy="1084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94" marR="0" lvl="0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Cross functional QE team managed by </a:t>
            </a:r>
            <a:r>
              <a:rPr kumimoji="0" lang="en-US" sz="105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CoE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 optimize across multiple agile teams</a:t>
            </a:r>
          </a:p>
          <a:p>
            <a:pPr marL="228594" marR="0" lvl="0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Mobile testing with physical devices (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Headspin Lab at TracFone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</a:p>
          <a:p>
            <a:pPr marL="228594" marR="0" lvl="0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860656D-1302-C173-1AB2-663B8543D795}"/>
              </a:ext>
            </a:extLst>
          </p:cNvPr>
          <p:cNvSpPr/>
          <p:nvPr/>
        </p:nvSpPr>
        <p:spPr>
          <a:xfrm>
            <a:off x="5287870" y="3998423"/>
            <a:ext cx="313495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94" indent="-228594" defTabSz="952379">
              <a:buFont typeface="Arial" panose="020B0604020202020204" pitchFamily="34" charset="0"/>
              <a:buChar char="•"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an average</a:t>
            </a:r>
            <a:r>
              <a:rPr lang="en-US" sz="1050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every releases are supported by </a:t>
            </a:r>
            <a:r>
              <a:rPr lang="en-US" sz="1050" b="1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~both</a:t>
            </a: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manual testing 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 automation scripts</a:t>
            </a:r>
          </a:p>
          <a:p>
            <a:pPr marL="228594" indent="-228594" defTabSz="952379">
              <a:buFont typeface="Arial" panose="020B0604020202020204" pitchFamily="34" charset="0"/>
              <a:buChar char="•"/>
              <a:defRPr/>
            </a:pPr>
            <a:r>
              <a:rPr lang="en-US" sz="1050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 Agile PODs supporting E2E functional testing and 4 automation PODs </a:t>
            </a:r>
          </a:p>
          <a:p>
            <a:pPr marL="228594" indent="-228594" defTabSz="952379">
              <a:buFont typeface="Arial" panose="020B0604020202020204" pitchFamily="34" charset="0"/>
              <a:buChar char="•"/>
              <a:defRPr/>
            </a:pPr>
            <a:r>
              <a:rPr kumimoji="0" lang="en-US" sz="10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Mobile testing with Headspin cloud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2C40661-7F25-6E47-CB61-1D1DF38B7349}"/>
              </a:ext>
            </a:extLst>
          </p:cNvPr>
          <p:cNvSpPr/>
          <p:nvPr/>
        </p:nvSpPr>
        <p:spPr>
          <a:xfrm>
            <a:off x="8328310" y="4015977"/>
            <a:ext cx="338517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94" marR="0" lvl="1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Unified </a:t>
            </a:r>
            <a:r>
              <a:rPr kumimoji="0" lang="en-US" sz="1050" i="0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CoE</a:t>
            </a:r>
            <a:r>
              <a:rPr kumimoji="0" lang="en-US" sz="105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approach for optimized combined sprint planning at value segment</a:t>
            </a:r>
          </a:p>
          <a:p>
            <a:pPr marL="228594" marR="0" lvl="1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1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Extend Headspin lab for new device testing to value segment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28594" marR="0" lvl="1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 u="sng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Introduce in-sprint automation </a:t>
            </a:r>
            <a:r>
              <a:rPr lang="en-US" sz="1050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reduce functional testing load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E1E8D4D-94DF-A00C-2C47-677D648A4BCC}"/>
              </a:ext>
            </a:extLst>
          </p:cNvPr>
          <p:cNvSpPr/>
          <p:nvPr/>
        </p:nvSpPr>
        <p:spPr>
          <a:xfrm>
            <a:off x="2050182" y="5100067"/>
            <a:ext cx="3252380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94" marR="0" lvl="0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QE test automation framework seamlessly integrated with DevOps tools for CI/CD</a:t>
            </a:r>
          </a:p>
          <a:p>
            <a:pPr marL="228594" marR="0" lvl="0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Shift Left Initiatives to identify defects in the lower environment </a:t>
            </a:r>
            <a:r>
              <a:rPr lang="en-US" sz="1050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decrease the release cycle timeline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6BE8C42-ACAB-461D-3CA3-63D44AD90154}"/>
              </a:ext>
            </a:extLst>
          </p:cNvPr>
          <p:cNvSpPr/>
          <p:nvPr/>
        </p:nvSpPr>
        <p:spPr>
          <a:xfrm>
            <a:off x="5317366" y="5112547"/>
            <a:ext cx="2981332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94" indent="-228594" defTabSz="952379">
              <a:buFont typeface="Arial" panose="020B0604020202020204" pitchFamily="34" charset="0"/>
              <a:buChar char="•"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Implemented ‘Google </a:t>
            </a:r>
            <a:r>
              <a:rPr kumimoji="0" lang="en-US" sz="105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ChatBot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AI supported by UiPath</a:t>
            </a:r>
          </a:p>
          <a:p>
            <a:pPr marL="228594" indent="-228594" defTabSz="952379">
              <a:buFont typeface="Arial" panose="020B0604020202020204" pitchFamily="34" charset="0"/>
              <a:buChar char="•"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Enhanced SQA &amp; Process Maturity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95BD718-5A6C-4560-A78C-A67BD1D9DFD7}"/>
              </a:ext>
            </a:extLst>
          </p:cNvPr>
          <p:cNvSpPr/>
          <p:nvPr/>
        </p:nvSpPr>
        <p:spPr>
          <a:xfrm>
            <a:off x="8328310" y="5071400"/>
            <a:ext cx="3330180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594" marR="0" lvl="1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Unified TDD/BDD strategy across value segment</a:t>
            </a:r>
          </a:p>
          <a:p>
            <a:pPr marL="228594" marR="0" lvl="1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Unified DevOps tools &amp; integration as a future state for continuous testing</a:t>
            </a:r>
          </a:p>
          <a:p>
            <a:pPr marL="228594" marR="0" lvl="1" indent="-228594" defTabSz="95237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 u="sng" kern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 Shift-Left strategy across value segment</a:t>
            </a:r>
            <a:endParaRPr kumimoji="0" lang="en-US" sz="1050" b="1" i="0" u="sng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5E6B68D-97FB-3724-ABFC-2EFE9A04B314}"/>
              </a:ext>
            </a:extLst>
          </p:cNvPr>
          <p:cNvSpPr/>
          <p:nvPr/>
        </p:nvSpPr>
        <p:spPr>
          <a:xfrm>
            <a:off x="924379" y="2250575"/>
            <a:ext cx="109080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 Automation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3BAB6275-0568-4FC2-C641-460AE19CE43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215" y="2198255"/>
            <a:ext cx="520061" cy="483207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561BEA0D-A040-F011-E374-6AB4966CC3DF}"/>
              </a:ext>
            </a:extLst>
          </p:cNvPr>
          <p:cNvSpPr/>
          <p:nvPr/>
        </p:nvSpPr>
        <p:spPr>
          <a:xfrm>
            <a:off x="916557" y="3237134"/>
            <a:ext cx="125680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Performance Engineering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A2A1D6-5D06-502D-4D6B-F869B9CB40AC}"/>
              </a:ext>
            </a:extLst>
          </p:cNvPr>
          <p:cNvCxnSpPr/>
          <p:nvPr/>
        </p:nvCxnSpPr>
        <p:spPr>
          <a:xfrm>
            <a:off x="2049291" y="1345171"/>
            <a:ext cx="0" cy="4754881"/>
          </a:xfrm>
          <a:prstGeom prst="line">
            <a:avLst/>
          </a:prstGeom>
          <a:noFill/>
          <a:ln w="12700" cap="flat" cmpd="sng" algn="ctr">
            <a:solidFill>
              <a:srgbClr val="FFFFFF">
                <a:lumMod val="65000"/>
              </a:srgbClr>
            </a:solidFill>
            <a:prstDash val="sysDash"/>
            <a:miter lim="800000"/>
          </a:ln>
          <a:effectLst/>
        </p:spPr>
      </p:cxnSp>
      <p:pic>
        <p:nvPicPr>
          <p:cNvPr id="84" name="Picture 83">
            <a:extLst>
              <a:ext uri="{FF2B5EF4-FFF2-40B4-BE49-F238E27FC236}">
                <a16:creationId xmlns:a16="http://schemas.microsoft.com/office/drawing/2014/main" id="{BF3E4517-1F60-61BC-EC85-F77EBA23569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350" y="4274319"/>
            <a:ext cx="490843" cy="486884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47221CCD-D84D-035E-C888-E7FD4D1CA4FE}"/>
              </a:ext>
            </a:extLst>
          </p:cNvPr>
          <p:cNvSpPr/>
          <p:nvPr/>
        </p:nvSpPr>
        <p:spPr>
          <a:xfrm>
            <a:off x="891496" y="4273456"/>
            <a:ext cx="116993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Functional Testing</a:t>
            </a:r>
            <a:endParaRPr kumimoji="0" lang="en-US" sz="1100" b="0" i="0" u="none" strike="noStrike" kern="0" cap="none" spc="0" normalizeH="0" baseline="30000" noProof="0">
              <a:ln>
                <a:noFill/>
              </a:ln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78574ACE-0751-ADD4-FD05-F632110087B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787" y="3210026"/>
            <a:ext cx="515655" cy="523840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8BBDDB46-C543-6E02-B713-80CA26E9F7C9}"/>
              </a:ext>
            </a:extLst>
          </p:cNvPr>
          <p:cNvSpPr/>
          <p:nvPr/>
        </p:nvSpPr>
        <p:spPr>
          <a:xfrm>
            <a:off x="925810" y="5137947"/>
            <a:ext cx="118356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QE Validation</a:t>
            </a:r>
          </a:p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(CI/CD, Chatbot Automation, &amp; Security)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11EAB74-AF02-DE68-1CFA-0057D0EE2362}"/>
              </a:ext>
            </a:extLst>
          </p:cNvPr>
          <p:cNvCxnSpPr/>
          <p:nvPr/>
        </p:nvCxnSpPr>
        <p:spPr>
          <a:xfrm>
            <a:off x="5259142" y="1378087"/>
            <a:ext cx="0" cy="4754880"/>
          </a:xfrm>
          <a:prstGeom prst="line">
            <a:avLst/>
          </a:prstGeom>
          <a:noFill/>
          <a:ln w="12700" cap="flat" cmpd="sng" algn="ctr">
            <a:solidFill>
              <a:srgbClr val="FFFFFF">
                <a:lumMod val="65000"/>
              </a:srgbClr>
            </a:solidFill>
            <a:prstDash val="sysDash"/>
            <a:miter lim="800000"/>
          </a:ln>
          <a:effectLst/>
        </p:spPr>
      </p:cxnSp>
      <p:sp>
        <p:nvSpPr>
          <p:cNvPr id="89" name="Isosceles Triangle 81">
            <a:extLst>
              <a:ext uri="{FF2B5EF4-FFF2-40B4-BE49-F238E27FC236}">
                <a16:creationId xmlns:a16="http://schemas.microsoft.com/office/drawing/2014/main" id="{02E3ED53-E88E-DD85-7234-5ECDF8F0188B}"/>
              </a:ext>
            </a:extLst>
          </p:cNvPr>
          <p:cNvSpPr/>
          <p:nvPr/>
        </p:nvSpPr>
        <p:spPr>
          <a:xfrm rot="10800000">
            <a:off x="9678237" y="6060344"/>
            <a:ext cx="1054811" cy="397845"/>
          </a:xfrm>
          <a:prstGeom prst="triangle">
            <a:avLst>
              <a:gd name="adj" fmla="val 52819"/>
            </a:avLst>
          </a:prstGeom>
          <a:solidFill>
            <a:srgbClr val="7F6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6CC026F-2887-ABC4-A9C4-C40E0BD32728}"/>
              </a:ext>
            </a:extLst>
          </p:cNvPr>
          <p:cNvSpPr/>
          <p:nvPr/>
        </p:nvSpPr>
        <p:spPr>
          <a:xfrm>
            <a:off x="4251381" y="6466513"/>
            <a:ext cx="1874331" cy="40561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Reduced Cost 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2B960E2-3B8B-3631-82BA-EA301E98DB02}"/>
              </a:ext>
            </a:extLst>
          </p:cNvPr>
          <p:cNvSpPr/>
          <p:nvPr/>
        </p:nvSpPr>
        <p:spPr>
          <a:xfrm>
            <a:off x="8934426" y="6469434"/>
            <a:ext cx="2542437" cy="39161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Centralized Operating Model / Governance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FFCC4EF3-9B47-1AFA-5B12-26D2CCBD84A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174" y="5303937"/>
            <a:ext cx="450881" cy="513612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285DF4F5-58FF-ED16-1B06-043CD0C80F10}"/>
              </a:ext>
            </a:extLst>
          </p:cNvPr>
          <p:cNvSpPr/>
          <p:nvPr/>
        </p:nvSpPr>
        <p:spPr>
          <a:xfrm>
            <a:off x="6236288" y="6464878"/>
            <a:ext cx="2542437" cy="39161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Transform while perform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4F74562-830E-3C37-DAFC-8EA64C03D31B}"/>
              </a:ext>
            </a:extLst>
          </p:cNvPr>
          <p:cNvSpPr/>
          <p:nvPr/>
        </p:nvSpPr>
        <p:spPr>
          <a:xfrm>
            <a:off x="352254" y="6463151"/>
            <a:ext cx="1780896" cy="39227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Highest Quality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FC420E4-6026-2DBA-B2E3-2B75A80E4C4B}"/>
              </a:ext>
            </a:extLst>
          </p:cNvPr>
          <p:cNvSpPr/>
          <p:nvPr/>
        </p:nvSpPr>
        <p:spPr>
          <a:xfrm>
            <a:off x="2265113" y="6464709"/>
            <a:ext cx="1874331" cy="40561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Speed @ Test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C972E83-29F3-CEF6-52AD-DC17A42D12C3}"/>
              </a:ext>
            </a:extLst>
          </p:cNvPr>
          <p:cNvSpPr/>
          <p:nvPr/>
        </p:nvSpPr>
        <p:spPr bwMode="auto">
          <a:xfrm>
            <a:off x="2061430" y="1094293"/>
            <a:ext cx="6252073" cy="37702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248" tIns="95248" rIns="95248" bIns="95248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59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Current State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C8C789A-817E-3ABE-1963-D411592D14D0}"/>
              </a:ext>
            </a:extLst>
          </p:cNvPr>
          <p:cNvSpPr/>
          <p:nvPr/>
        </p:nvSpPr>
        <p:spPr bwMode="auto">
          <a:xfrm>
            <a:off x="8349889" y="1094293"/>
            <a:ext cx="3307334" cy="377022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248" tIns="95248" rIns="95248" bIns="95248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593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Future State Recommendations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7EF91F1-C7F7-6201-26E0-7D96CEDF3F73}"/>
              </a:ext>
            </a:extLst>
          </p:cNvPr>
          <p:cNvSpPr txBox="1"/>
          <p:nvPr/>
        </p:nvSpPr>
        <p:spPr>
          <a:xfrm>
            <a:off x="215899" y="535516"/>
            <a:ext cx="11703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457200">
              <a:defRPr/>
            </a:pPr>
            <a:r>
              <a:rPr lang="en-US" sz="1600" spc="-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 automation focused solution – Sutherland will deliver assured cost saving of 20% from overall QE spend by end 2025 of  which 10% can be re-invested in innovation and 10% will be returned as Opex/Capex savings</a:t>
            </a:r>
          </a:p>
        </p:txBody>
      </p:sp>
    </p:spTree>
    <p:extLst>
      <p:ext uri="{BB962C8B-B14F-4D97-AF65-F5344CB8AC3E}">
        <p14:creationId xmlns:p14="http://schemas.microsoft.com/office/powerpoint/2010/main" val="19231024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GRADIENT_CIRCLE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DE1B54"/>
      </a:accent1>
      <a:accent2>
        <a:srgbClr val="002060"/>
      </a:accent2>
      <a:accent3>
        <a:srgbClr val="7ECA9C"/>
      </a:accent3>
      <a:accent4>
        <a:srgbClr val="00ABB3"/>
      </a:accent4>
      <a:accent5>
        <a:srgbClr val="FFE227"/>
      </a:accent5>
      <a:accent6>
        <a:srgbClr val="1363DF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White">
  <a:themeElements>
    <a:clrScheme name="Custom 8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479FF8"/>
      </a:accent1>
      <a:accent2>
        <a:srgbClr val="DDEEFE"/>
      </a:accent2>
      <a:accent3>
        <a:srgbClr val="8E8E8E"/>
      </a:accent3>
      <a:accent4>
        <a:srgbClr val="2F2F2F"/>
      </a:accent4>
      <a:accent5>
        <a:srgbClr val="C4C4C4"/>
      </a:accent5>
      <a:accent6>
        <a:srgbClr val="479FF8"/>
      </a:accent6>
      <a:hlink>
        <a:srgbClr val="DDEEFE"/>
      </a:hlink>
      <a:folHlink>
        <a:srgbClr val="479FF8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AFE5B2CAEC1B4998A8B800537F7133" ma:contentTypeVersion="15" ma:contentTypeDescription="Create a new document." ma:contentTypeScope="" ma:versionID="895862563aa9e40abc63adebf3f4ff81">
  <xsd:schema xmlns:xsd="http://www.w3.org/2001/XMLSchema" xmlns:xs="http://www.w3.org/2001/XMLSchema" xmlns:p="http://schemas.microsoft.com/office/2006/metadata/properties" xmlns:ns2="c0613d9d-6dc8-4d7b-8c31-0ae957d05ac0" xmlns:ns3="29ace607-8003-45c8-a767-da6e44724139" targetNamespace="http://schemas.microsoft.com/office/2006/metadata/properties" ma:root="true" ma:fieldsID="4b323b57c3d37c068b61a0430615c4bd" ns2:_="" ns3:_="">
    <xsd:import namespace="c0613d9d-6dc8-4d7b-8c31-0ae957d05ac0"/>
    <xsd:import namespace="29ace607-8003-45c8-a767-da6e4472413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13d9d-6dc8-4d7b-8c31-0ae957d05a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6ebdc4ff-9e36-40b9-ba4a-e793db7e865f}" ma:internalName="TaxCatchAll" ma:showField="CatchAllData" ma:web="c0613d9d-6dc8-4d7b-8c31-0ae957d05a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ace607-8003-45c8-a767-da6e447241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d924c95-84b7-4d1c-8a87-b591b54e0c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E469D8-1A8F-4C9E-8ED0-D60D0DFEE0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5720FD-2C9C-468C-916E-93F4E9CCB584}">
  <ds:schemaRefs>
    <ds:schemaRef ds:uri="29ace607-8003-45c8-a767-da6e44724139"/>
    <ds:schemaRef ds:uri="c0613d9d-6dc8-4d7b-8c31-0ae957d05a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9336</TotalTime>
  <Words>2207</Words>
  <Application>Microsoft Office PowerPoint</Application>
  <PresentationFormat>Widescreen</PresentationFormat>
  <Paragraphs>598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Fira Sans Extra Condensed Medium</vt:lpstr>
      <vt:lpstr>Helvetica Neue</vt:lpstr>
      <vt:lpstr>Helvetica Neue Medium</vt:lpstr>
      <vt:lpstr>Lucida Grande</vt:lpstr>
      <vt:lpstr>Open Sans</vt:lpstr>
      <vt:lpstr>Roboto</vt:lpstr>
      <vt:lpstr>Trebuchet MS</vt:lpstr>
      <vt:lpstr>Wingdings</vt:lpstr>
      <vt:lpstr>Wingdings 3</vt:lpstr>
      <vt:lpstr>office theme</vt:lpstr>
      <vt:lpstr>White</vt:lpstr>
      <vt:lpstr>PowerPoint Presentation</vt:lpstr>
      <vt:lpstr>Sutherland’s E2E Digital Assurance Services Holistic Assurance Across Business &amp; Technology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Mandeep Singh Chawla</cp:lastModifiedBy>
  <cp:revision>164</cp:revision>
  <dcterms:created xsi:type="dcterms:W3CDTF">2024-10-09T09:03:31Z</dcterms:created>
  <dcterms:modified xsi:type="dcterms:W3CDTF">2025-04-15T15:00:25Z</dcterms:modified>
</cp:coreProperties>
</file>