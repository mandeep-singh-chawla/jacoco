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54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2ADE0D-C73C-4E69-8A34-D63D43916B35}" v="289" dt="2024-12-02T15:58:0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dhar S T" userId="100bc9db-d0ec-40f7-81ef-18f608a6eece" providerId="ADAL" clId="{792ADE0D-C73C-4E69-8A34-D63D43916B35}"/>
    <pc:docChg chg="undo redo custSel addSld delSld modSld sldOrd">
      <pc:chgData name="Sridhar S T" userId="100bc9db-d0ec-40f7-81ef-18f608a6eece" providerId="ADAL" clId="{792ADE0D-C73C-4E69-8A34-D63D43916B35}" dt="2024-12-02T16:01:26.760" v="1080" actId="27636"/>
      <pc:docMkLst>
        <pc:docMk/>
      </pc:docMkLst>
      <pc:sldChg chg="addSp modSp mod">
        <pc:chgData name="Sridhar S T" userId="100bc9db-d0ec-40f7-81ef-18f608a6eece" providerId="ADAL" clId="{792ADE0D-C73C-4E69-8A34-D63D43916B35}" dt="2024-12-02T15:55:46.254" v="1012" actId="20577"/>
        <pc:sldMkLst>
          <pc:docMk/>
          <pc:sldMk cId="2762935614" sldId="256"/>
        </pc:sldMkLst>
        <pc:spChg chg="add mod">
          <ac:chgData name="Sridhar S T" userId="100bc9db-d0ec-40f7-81ef-18f608a6eece" providerId="ADAL" clId="{792ADE0D-C73C-4E69-8A34-D63D43916B35}" dt="2024-12-02T14:10:07.408" v="353"/>
          <ac:spMkLst>
            <pc:docMk/>
            <pc:sldMk cId="2762935614" sldId="256"/>
            <ac:spMk id="16" creationId="{5B8A456B-273A-3ADA-DC3D-DF35B199D232}"/>
          </ac:spMkLst>
        </pc:sp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4" creationId="{E9258DEB-3616-C527-61D8-60F295245C0A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5" creationId="{32427100-3371-6BE6-0A9A-F67ACEF4E0B1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6" creationId="{759DB2C7-AC4E-62FA-C177-108BB5961653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7" creationId="{EAA0E94B-BA86-A46F-8D43-A35BBE30D5E4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8" creationId="{0A258FB7-750A-4594-AE77-6C120DF686B7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9" creationId="{FD2AC8CE-FD79-09A4-4A62-DAFEC781993D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10" creationId="{D1B8BECC-9FA9-A182-5D3C-AC4A2719A93E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11" creationId="{795A4EC1-9949-9003-332E-4CB4EE47CD65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12" creationId="{F4E9189B-0BB2-1B99-09D6-F6B8B25F2BCA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6.682" v="106"/>
          <ac:graphicFrameMkLst>
            <pc:docMk/>
            <pc:sldMk cId="2762935614" sldId="256"/>
            <ac:graphicFrameMk id="13" creationId="{20FADCAF-6A90-62F1-88CE-406299716B8D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3:04:45.922" v="110" actId="14100"/>
          <ac:graphicFrameMkLst>
            <pc:docMk/>
            <pc:sldMk cId="2762935614" sldId="256"/>
            <ac:graphicFrameMk id="14" creationId="{5A6E560E-8447-F370-34C8-C2CE3BC01B4A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5:55:46.254" v="1012" actId="20577"/>
          <ac:graphicFrameMkLst>
            <pc:docMk/>
            <pc:sldMk cId="2762935614" sldId="256"/>
            <ac:graphicFrameMk id="15" creationId="{E43B151B-C0C6-B3F6-0AE5-2B8B74E1FDE7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4:34:40.122" v="486" actId="1076"/>
          <ac:graphicFrameMkLst>
            <pc:docMk/>
            <pc:sldMk cId="2762935614" sldId="256"/>
            <ac:graphicFrameMk id="17" creationId="{0FC138C6-7CCD-74C5-0DD5-1ECF3D03B64A}"/>
          </ac:graphicFrameMkLst>
        </pc:graphicFrameChg>
      </pc:sldChg>
      <pc:sldChg chg="modSp add mod">
        <pc:chgData name="Sridhar S T" userId="100bc9db-d0ec-40f7-81ef-18f608a6eece" providerId="ADAL" clId="{792ADE0D-C73C-4E69-8A34-D63D43916B35}" dt="2024-12-02T15:56:13.682" v="1036" actId="14100"/>
        <pc:sldMkLst>
          <pc:docMk/>
          <pc:sldMk cId="3586350073" sldId="257"/>
        </pc:sldMkLst>
        <pc:graphicFrameChg chg="mod modGraphic">
          <ac:chgData name="Sridhar S T" userId="100bc9db-d0ec-40f7-81ef-18f608a6eece" providerId="ADAL" clId="{792ADE0D-C73C-4E69-8A34-D63D43916B35}" dt="2024-12-02T15:55:55.839" v="1032" actId="20577"/>
          <ac:graphicFrameMkLst>
            <pc:docMk/>
            <pc:sldMk cId="3586350073" sldId="257"/>
            <ac:graphicFrameMk id="15" creationId="{954B1353-1C1E-BF48-4F6A-B6B8E9648142}"/>
          </ac:graphicFrameMkLst>
        </pc:graphicFrameChg>
        <pc:graphicFrameChg chg="mod modGraphic">
          <ac:chgData name="Sridhar S T" userId="100bc9db-d0ec-40f7-81ef-18f608a6eece" providerId="ADAL" clId="{792ADE0D-C73C-4E69-8A34-D63D43916B35}" dt="2024-12-02T15:56:13.682" v="1036" actId="14100"/>
          <ac:graphicFrameMkLst>
            <pc:docMk/>
            <pc:sldMk cId="3586350073" sldId="257"/>
            <ac:graphicFrameMk id="17" creationId="{14125E6B-3B39-E244-891E-4C28855E48BC}"/>
          </ac:graphicFrameMkLst>
        </pc:graphicFrameChg>
      </pc:sldChg>
      <pc:sldChg chg="addSp delSp modSp new del mod">
        <pc:chgData name="Sridhar S T" userId="100bc9db-d0ec-40f7-81ef-18f608a6eece" providerId="ADAL" clId="{792ADE0D-C73C-4E69-8A34-D63D43916B35}" dt="2024-12-02T15:36:12.865" v="804" actId="2696"/>
        <pc:sldMkLst>
          <pc:docMk/>
          <pc:sldMk cId="2055896725" sldId="258"/>
        </pc:sldMkLst>
        <pc:spChg chg="del">
          <ac:chgData name="Sridhar S T" userId="100bc9db-d0ec-40f7-81ef-18f608a6eece" providerId="ADAL" clId="{792ADE0D-C73C-4E69-8A34-D63D43916B35}" dt="2024-12-02T14:55:07.119" v="505" actId="478"/>
          <ac:spMkLst>
            <pc:docMk/>
            <pc:sldMk cId="2055896725" sldId="258"/>
            <ac:spMk id="2" creationId="{C14FB4A3-9CDA-F70E-A878-0D112BBDA44E}"/>
          </ac:spMkLst>
        </pc:spChg>
        <pc:spChg chg="del">
          <ac:chgData name="Sridhar S T" userId="100bc9db-d0ec-40f7-81ef-18f608a6eece" providerId="ADAL" clId="{792ADE0D-C73C-4E69-8A34-D63D43916B35}" dt="2024-12-02T14:55:05.721" v="504" actId="478"/>
          <ac:spMkLst>
            <pc:docMk/>
            <pc:sldMk cId="2055896725" sldId="258"/>
            <ac:spMk id="3" creationId="{B4535970-EE56-A42A-D550-0675A654A481}"/>
          </ac:spMkLst>
        </pc:spChg>
        <pc:spChg chg="add del mod">
          <ac:chgData name="Sridhar S T" userId="100bc9db-d0ec-40f7-81ef-18f608a6eece" providerId="ADAL" clId="{792ADE0D-C73C-4E69-8A34-D63D43916B35}" dt="2024-12-02T14:57:23.895" v="522" actId="478"/>
          <ac:spMkLst>
            <pc:docMk/>
            <pc:sldMk cId="2055896725" sldId="258"/>
            <ac:spMk id="5" creationId="{ED3A66B0-22F3-D8DE-D965-9B97A0017AA8}"/>
          </ac:spMkLst>
        </pc:spChg>
        <pc:spChg chg="add del mod">
          <ac:chgData name="Sridhar S T" userId="100bc9db-d0ec-40f7-81ef-18f608a6eece" providerId="ADAL" clId="{792ADE0D-C73C-4E69-8A34-D63D43916B35}" dt="2024-12-02T15:05:20.906" v="585" actId="478"/>
          <ac:spMkLst>
            <pc:docMk/>
            <pc:sldMk cId="2055896725" sldId="258"/>
            <ac:spMk id="6" creationId="{F0F641FB-2A2D-68E7-4B6F-2D0DDB6D3340}"/>
          </ac:spMkLst>
        </pc:spChg>
        <pc:spChg chg="add del mod">
          <ac:chgData name="Sridhar S T" userId="100bc9db-d0ec-40f7-81ef-18f608a6eece" providerId="ADAL" clId="{792ADE0D-C73C-4E69-8A34-D63D43916B35}" dt="2024-12-02T15:05:21.937" v="586" actId="478"/>
          <ac:spMkLst>
            <pc:docMk/>
            <pc:sldMk cId="2055896725" sldId="258"/>
            <ac:spMk id="7" creationId="{5AE4339F-B000-4F2F-9E40-F4E3EB49CDE7}"/>
          </ac:spMkLst>
        </pc:spChg>
        <pc:graphicFrameChg chg="add del mod modGraphic">
          <ac:chgData name="Sridhar S T" userId="100bc9db-d0ec-40f7-81ef-18f608a6eece" providerId="ADAL" clId="{792ADE0D-C73C-4E69-8A34-D63D43916B35}" dt="2024-12-02T15:05:15.593" v="584" actId="478"/>
          <ac:graphicFrameMkLst>
            <pc:docMk/>
            <pc:sldMk cId="2055896725" sldId="258"/>
            <ac:graphicFrameMk id="4" creationId="{3599FD61-88BD-725E-22B1-DD2728DC1FF8}"/>
          </ac:graphicFrameMkLst>
        </pc:graphicFrameChg>
        <pc:graphicFrameChg chg="add del modGraphic">
          <ac:chgData name="Sridhar S T" userId="100bc9db-d0ec-40f7-81ef-18f608a6eece" providerId="ADAL" clId="{792ADE0D-C73C-4E69-8A34-D63D43916B35}" dt="2024-12-02T15:00:28.075" v="549" actId="1032"/>
          <ac:graphicFrameMkLst>
            <pc:docMk/>
            <pc:sldMk cId="2055896725" sldId="258"/>
            <ac:graphicFrameMk id="8" creationId="{D7D7AB14-C71E-E1A9-47A4-F37CB3489D52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01:26.250" v="556" actId="1032"/>
          <ac:graphicFrameMkLst>
            <pc:docMk/>
            <pc:sldMk cId="2055896725" sldId="258"/>
            <ac:graphicFrameMk id="9" creationId="{ADF37DCA-DD4B-EDC3-B614-A5407D3F0CE3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03:16.965" v="574" actId="1032"/>
          <ac:graphicFrameMkLst>
            <pc:docMk/>
            <pc:sldMk cId="2055896725" sldId="258"/>
            <ac:graphicFrameMk id="10" creationId="{C621DA4F-A5B2-50D7-90C5-7C51C4C8C56F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5:36:08.522" v="803" actId="14100"/>
          <ac:graphicFrameMkLst>
            <pc:docMk/>
            <pc:sldMk cId="2055896725" sldId="258"/>
            <ac:graphicFrameMk id="11" creationId="{1F5A3CBA-1528-1C09-B249-BFD6C91F089E}"/>
          </ac:graphicFrameMkLst>
        </pc:graphicFrameChg>
      </pc:sldChg>
      <pc:sldChg chg="addSp delSp modSp new del mod ord">
        <pc:chgData name="Sridhar S T" userId="100bc9db-d0ec-40f7-81ef-18f608a6eece" providerId="ADAL" clId="{792ADE0D-C73C-4E69-8A34-D63D43916B35}" dt="2024-12-02T15:58:18.028" v="1048" actId="47"/>
        <pc:sldMkLst>
          <pc:docMk/>
          <pc:sldMk cId="1115838047" sldId="259"/>
        </pc:sldMkLst>
        <pc:spChg chg="del">
          <ac:chgData name="Sridhar S T" userId="100bc9db-d0ec-40f7-81ef-18f608a6eece" providerId="ADAL" clId="{792ADE0D-C73C-4E69-8A34-D63D43916B35}" dt="2024-12-02T15:07:59.744" v="604" actId="478"/>
          <ac:spMkLst>
            <pc:docMk/>
            <pc:sldMk cId="1115838047" sldId="259"/>
            <ac:spMk id="2" creationId="{FC47F762-C98D-E62C-2086-335C5F0D618D}"/>
          </ac:spMkLst>
        </pc:spChg>
        <pc:spChg chg="del">
          <ac:chgData name="Sridhar S T" userId="100bc9db-d0ec-40f7-81ef-18f608a6eece" providerId="ADAL" clId="{792ADE0D-C73C-4E69-8A34-D63D43916B35}" dt="2024-12-02T15:07:57.978" v="603" actId="478"/>
          <ac:spMkLst>
            <pc:docMk/>
            <pc:sldMk cId="1115838047" sldId="259"/>
            <ac:spMk id="3" creationId="{7FA19E5E-19DB-2D3F-46D9-16F76FA2C66C}"/>
          </ac:spMkLst>
        </pc:spChg>
        <pc:spChg chg="add mod">
          <ac:chgData name="Sridhar S T" userId="100bc9db-d0ec-40f7-81ef-18f608a6eece" providerId="ADAL" clId="{792ADE0D-C73C-4E69-8A34-D63D43916B35}" dt="2024-12-02T15:39:28.457" v="860" actId="1076"/>
          <ac:spMkLst>
            <pc:docMk/>
            <pc:sldMk cId="1115838047" sldId="259"/>
            <ac:spMk id="6" creationId="{1F5E64E3-57AD-98A9-1568-965065B911E0}"/>
          </ac:spMkLst>
        </pc:spChg>
        <pc:spChg chg="add mod">
          <ac:chgData name="Sridhar S T" userId="100bc9db-d0ec-40f7-81ef-18f608a6eece" providerId="ADAL" clId="{792ADE0D-C73C-4E69-8A34-D63D43916B35}" dt="2024-12-02T15:18:29.718" v="667"/>
          <ac:spMkLst>
            <pc:docMk/>
            <pc:sldMk cId="1115838047" sldId="259"/>
            <ac:spMk id="8" creationId="{4F5879CD-42BD-435D-084B-3BB5596EB789}"/>
          </ac:spMkLst>
        </pc:spChg>
        <pc:spChg chg="add mod">
          <ac:chgData name="Sridhar S T" userId="100bc9db-d0ec-40f7-81ef-18f608a6eece" providerId="ADAL" clId="{792ADE0D-C73C-4E69-8A34-D63D43916B35}" dt="2024-12-02T15:42:45.128" v="895" actId="1076"/>
          <ac:spMkLst>
            <pc:docMk/>
            <pc:sldMk cId="1115838047" sldId="259"/>
            <ac:spMk id="15" creationId="{53BC153E-FF09-6EF1-66A0-9433D452D353}"/>
          </ac:spMkLst>
        </pc:spChg>
        <pc:spChg chg="add mod">
          <ac:chgData name="Sridhar S T" userId="100bc9db-d0ec-40f7-81ef-18f608a6eece" providerId="ADAL" clId="{792ADE0D-C73C-4E69-8A34-D63D43916B35}" dt="2024-12-02T15:42:21.667" v="891" actId="1076"/>
          <ac:spMkLst>
            <pc:docMk/>
            <pc:sldMk cId="1115838047" sldId="259"/>
            <ac:spMk id="23" creationId="{D424B538-A4F3-50C5-B316-E362F89EB4FE}"/>
          </ac:spMkLst>
        </pc:spChg>
        <pc:spChg chg="add mod">
          <ac:chgData name="Sridhar S T" userId="100bc9db-d0ec-40f7-81ef-18f608a6eece" providerId="ADAL" clId="{792ADE0D-C73C-4E69-8A34-D63D43916B35}" dt="2024-12-02T15:46:43.344" v="968" actId="1076"/>
          <ac:spMkLst>
            <pc:docMk/>
            <pc:sldMk cId="1115838047" sldId="259"/>
            <ac:spMk id="24" creationId="{CAA00A32-D9F0-DE6F-14E8-337C910D0D30}"/>
          </ac:spMkLst>
        </pc:spChg>
        <pc:spChg chg="add mod">
          <ac:chgData name="Sridhar S T" userId="100bc9db-d0ec-40f7-81ef-18f608a6eece" providerId="ADAL" clId="{792ADE0D-C73C-4E69-8A34-D63D43916B35}" dt="2024-12-02T15:42:45.128" v="895" actId="1076"/>
          <ac:spMkLst>
            <pc:docMk/>
            <pc:sldMk cId="1115838047" sldId="259"/>
            <ac:spMk id="26" creationId="{3F46F544-989A-4B38-8C01-73D2A864A622}"/>
          </ac:spMkLst>
        </pc:spChg>
        <pc:spChg chg="add mod">
          <ac:chgData name="Sridhar S T" userId="100bc9db-d0ec-40f7-81ef-18f608a6eece" providerId="ADAL" clId="{792ADE0D-C73C-4E69-8A34-D63D43916B35}" dt="2024-12-02T15:43:12.408" v="900" actId="20577"/>
          <ac:spMkLst>
            <pc:docMk/>
            <pc:sldMk cId="1115838047" sldId="259"/>
            <ac:spMk id="27" creationId="{E0F2CF35-36B4-CF58-7B34-D7EC1987D635}"/>
          </ac:spMkLst>
        </pc:spChg>
        <pc:spChg chg="add mod">
          <ac:chgData name="Sridhar S T" userId="100bc9db-d0ec-40f7-81ef-18f608a6eece" providerId="ADAL" clId="{792ADE0D-C73C-4E69-8A34-D63D43916B35}" dt="2024-12-02T15:55:33.178" v="992" actId="20577"/>
          <ac:spMkLst>
            <pc:docMk/>
            <pc:sldMk cId="1115838047" sldId="259"/>
            <ac:spMk id="28" creationId="{B768D70B-F71D-29DA-CE61-52FAF3C72AD0}"/>
          </ac:spMkLst>
        </pc:spChg>
        <pc:spChg chg="add mod">
          <ac:chgData name="Sridhar S T" userId="100bc9db-d0ec-40f7-81ef-18f608a6eece" providerId="ADAL" clId="{792ADE0D-C73C-4E69-8A34-D63D43916B35}" dt="2024-12-02T15:43:55.102" v="908" actId="20577"/>
          <ac:spMkLst>
            <pc:docMk/>
            <pc:sldMk cId="1115838047" sldId="259"/>
            <ac:spMk id="29" creationId="{99ECCFCB-E3B4-4C60-C623-F90DC3058C86}"/>
          </ac:spMkLst>
        </pc:spChg>
        <pc:spChg chg="add mod">
          <ac:chgData name="Sridhar S T" userId="100bc9db-d0ec-40f7-81ef-18f608a6eece" providerId="ADAL" clId="{792ADE0D-C73C-4E69-8A34-D63D43916B35}" dt="2024-12-02T15:44:25.073" v="909"/>
          <ac:spMkLst>
            <pc:docMk/>
            <pc:sldMk cId="1115838047" sldId="259"/>
            <ac:spMk id="37" creationId="{B75E8010-F69F-2EAD-D984-A32BAC574B4B}"/>
          </ac:spMkLst>
        </pc:spChg>
        <pc:spChg chg="add mod">
          <ac:chgData name="Sridhar S T" userId="100bc9db-d0ec-40f7-81ef-18f608a6eece" providerId="ADAL" clId="{792ADE0D-C73C-4E69-8A34-D63D43916B35}" dt="2024-12-02T15:45:30.475" v="960" actId="403"/>
          <ac:spMkLst>
            <pc:docMk/>
            <pc:sldMk cId="1115838047" sldId="259"/>
            <ac:spMk id="38" creationId="{84AD7616-B351-B699-F6B8-E9F30A427A3A}"/>
          </ac:spMkLst>
        </pc:spChg>
        <pc:graphicFrameChg chg="add mod modGraphic">
          <ac:chgData name="Sridhar S T" userId="100bc9db-d0ec-40f7-81ef-18f608a6eece" providerId="ADAL" clId="{792ADE0D-C73C-4E69-8A34-D63D43916B35}" dt="2024-12-02T15:45:42.879" v="961"/>
          <ac:graphicFrameMkLst>
            <pc:docMk/>
            <pc:sldMk cId="1115838047" sldId="259"/>
            <ac:graphicFrameMk id="4" creationId="{E78C58C9-E4C0-35E7-C551-4777E53CAEF6}"/>
          </ac:graphicFrameMkLst>
        </pc:graphicFrameChg>
        <pc:graphicFrameChg chg="add mod">
          <ac:chgData name="Sridhar S T" userId="100bc9db-d0ec-40f7-81ef-18f608a6eece" providerId="ADAL" clId="{792ADE0D-C73C-4E69-8A34-D63D43916B35}" dt="2024-12-02T15:39:28.457" v="860" actId="1076"/>
          <ac:graphicFrameMkLst>
            <pc:docMk/>
            <pc:sldMk cId="1115838047" sldId="259"/>
            <ac:graphicFrameMk id="5" creationId="{8A7C6CB4-F502-3258-A44A-A02CBA395383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18:55.780" v="671" actId="1032"/>
          <ac:graphicFrameMkLst>
            <pc:docMk/>
            <pc:sldMk cId="1115838047" sldId="259"/>
            <ac:graphicFrameMk id="7" creationId="{7A4D7C39-3E19-C76C-AA37-27B179E16811}"/>
          </ac:graphicFrameMkLst>
        </pc:graphicFrameChg>
        <pc:graphicFrameChg chg="add del modGraphic">
          <ac:chgData name="Sridhar S T" userId="100bc9db-d0ec-40f7-81ef-18f608a6eece" providerId="ADAL" clId="{792ADE0D-C73C-4E69-8A34-D63D43916B35}" dt="2024-12-02T15:20:12.216" v="673" actId="478"/>
          <ac:graphicFrameMkLst>
            <pc:docMk/>
            <pc:sldMk cId="1115838047" sldId="259"/>
            <ac:graphicFrameMk id="9" creationId="{8EB7F082-5ABF-2BBA-CF7E-0215267FAE52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25:03.529" v="688" actId="1032"/>
          <ac:graphicFrameMkLst>
            <pc:docMk/>
            <pc:sldMk cId="1115838047" sldId="259"/>
            <ac:graphicFrameMk id="10" creationId="{E3188BA4-42DD-B8DD-B755-D304AD1A6A54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26:09.642" v="691" actId="1032"/>
          <ac:graphicFrameMkLst>
            <pc:docMk/>
            <pc:sldMk cId="1115838047" sldId="259"/>
            <ac:graphicFrameMk id="11" creationId="{74279A71-24CD-4F91-2B20-4657BCB86E87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26:59.800" v="695" actId="1032"/>
          <ac:graphicFrameMkLst>
            <pc:docMk/>
            <pc:sldMk cId="1115838047" sldId="259"/>
            <ac:graphicFrameMk id="12" creationId="{1331B280-3E78-712E-3DD4-E70839258906}"/>
          </ac:graphicFrameMkLst>
        </pc:graphicFrameChg>
        <pc:graphicFrameChg chg="add del mod modGraphic">
          <ac:chgData name="Sridhar S T" userId="100bc9db-d0ec-40f7-81ef-18f608a6eece" providerId="ADAL" clId="{792ADE0D-C73C-4E69-8A34-D63D43916B35}" dt="2024-12-02T15:27:25.812" v="698" actId="1032"/>
          <ac:graphicFrameMkLst>
            <pc:docMk/>
            <pc:sldMk cId="1115838047" sldId="259"/>
            <ac:graphicFrameMk id="13" creationId="{28D8AEF1-B483-6EE8-0E21-1EBAB5124479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5:46:35.065" v="967" actId="1076"/>
          <ac:graphicFrameMkLst>
            <pc:docMk/>
            <pc:sldMk cId="1115838047" sldId="259"/>
            <ac:graphicFrameMk id="14" creationId="{024368AB-F8F5-E277-A5E1-A2BF04C4B281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5:51:19.357" v="974" actId="20577"/>
          <ac:graphicFrameMkLst>
            <pc:docMk/>
            <pc:sldMk cId="1115838047" sldId="259"/>
            <ac:graphicFrameMk id="39" creationId="{9CAC92F9-1F1F-DB75-10E1-9F80493BDA14}"/>
          </ac:graphicFrameMkLst>
        </pc:graphicFrameChg>
        <pc:cxnChg chg="add mod">
          <ac:chgData name="Sridhar S T" userId="100bc9db-d0ec-40f7-81ef-18f608a6eece" providerId="ADAL" clId="{792ADE0D-C73C-4E69-8A34-D63D43916B35}" dt="2024-12-02T15:42:05.608" v="890" actId="14100"/>
          <ac:cxnSpMkLst>
            <pc:docMk/>
            <pc:sldMk cId="1115838047" sldId="259"/>
            <ac:cxnSpMk id="17" creationId="{01F139CB-9562-ADD3-D155-B94FF2E28A45}"/>
          </ac:cxnSpMkLst>
        </pc:cxnChg>
        <pc:cxnChg chg="add mod">
          <ac:chgData name="Sridhar S T" userId="100bc9db-d0ec-40f7-81ef-18f608a6eece" providerId="ADAL" clId="{792ADE0D-C73C-4E69-8A34-D63D43916B35}" dt="2024-12-02T15:41:44.457" v="887" actId="14100"/>
          <ac:cxnSpMkLst>
            <pc:docMk/>
            <pc:sldMk cId="1115838047" sldId="259"/>
            <ac:cxnSpMk id="30" creationId="{2B7B0947-4AD7-AE6D-D86F-1C28EC0FE25E}"/>
          </ac:cxnSpMkLst>
        </pc:cxnChg>
        <pc:cxnChg chg="add mod">
          <ac:chgData name="Sridhar S T" userId="100bc9db-d0ec-40f7-81ef-18f608a6eece" providerId="ADAL" clId="{792ADE0D-C73C-4E69-8A34-D63D43916B35}" dt="2024-12-02T15:41:47.760" v="888" actId="14100"/>
          <ac:cxnSpMkLst>
            <pc:docMk/>
            <pc:sldMk cId="1115838047" sldId="259"/>
            <ac:cxnSpMk id="31" creationId="{1607CEF8-831C-A032-60DA-32881E2D3EEB}"/>
          </ac:cxnSpMkLst>
        </pc:cxnChg>
        <pc:cxnChg chg="add mod">
          <ac:chgData name="Sridhar S T" userId="100bc9db-d0ec-40f7-81ef-18f608a6eece" providerId="ADAL" clId="{792ADE0D-C73C-4E69-8A34-D63D43916B35}" dt="2024-12-02T15:41:19.937" v="885" actId="1076"/>
          <ac:cxnSpMkLst>
            <pc:docMk/>
            <pc:sldMk cId="1115838047" sldId="259"/>
            <ac:cxnSpMk id="32" creationId="{69AF5622-1619-03D2-BFE0-1ED704E0F30F}"/>
          </ac:cxnSpMkLst>
        </pc:cxnChg>
      </pc:sldChg>
      <pc:sldChg chg="addSp delSp modSp add mod ord">
        <pc:chgData name="Sridhar S T" userId="100bc9db-d0ec-40f7-81ef-18f608a6eece" providerId="ADAL" clId="{792ADE0D-C73C-4E69-8A34-D63D43916B35}" dt="2024-12-02T16:01:26.760" v="1080" actId="27636"/>
        <pc:sldMkLst>
          <pc:docMk/>
          <pc:sldMk cId="3957160380" sldId="354"/>
        </pc:sldMkLst>
        <pc:spChg chg="del">
          <ac:chgData name="Sridhar S T" userId="100bc9db-d0ec-40f7-81ef-18f608a6eece" providerId="ADAL" clId="{792ADE0D-C73C-4E69-8A34-D63D43916B35}" dt="2024-12-02T15:56:58.110" v="1040" actId="478"/>
          <ac:spMkLst>
            <pc:docMk/>
            <pc:sldMk cId="3957160380" sldId="354"/>
            <ac:spMk id="4" creationId="{419C60CC-D891-1E34-E4FC-BCC6DCF81680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5" creationId="{9227211F-326E-5331-80D6-5B39C30AE420}"/>
          </ac:spMkLst>
        </pc:spChg>
        <pc:spChg chg="del">
          <ac:chgData name="Sridhar S T" userId="100bc9db-d0ec-40f7-81ef-18f608a6eece" providerId="ADAL" clId="{792ADE0D-C73C-4E69-8A34-D63D43916B35}" dt="2024-12-02T15:56:44.953" v="1038" actId="478"/>
          <ac:spMkLst>
            <pc:docMk/>
            <pc:sldMk cId="3957160380" sldId="354"/>
            <ac:spMk id="7" creationId="{9392FC0D-C18F-30E5-20F2-A6C608835337}"/>
          </ac:spMkLst>
        </pc:spChg>
        <pc:spChg chg="del">
          <ac:chgData name="Sridhar S T" userId="100bc9db-d0ec-40f7-81ef-18f608a6eece" providerId="ADAL" clId="{792ADE0D-C73C-4E69-8A34-D63D43916B35}" dt="2024-12-02T15:56:46.675" v="1039" actId="478"/>
          <ac:spMkLst>
            <pc:docMk/>
            <pc:sldMk cId="3957160380" sldId="354"/>
            <ac:spMk id="8" creationId="{D290AFBC-6DD9-7A3F-32EE-CE5E828CDBDC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9" creationId="{1868855F-B421-BE2A-A684-081E7C91C50F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11" creationId="{1A9B85EA-F8D7-8CE5-5026-995B0CDBC5B6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12" creationId="{03527105-7690-8287-8111-0EAAFBC01F5F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13" creationId="{1BB091DB-1C5F-1AF7-BABE-4E886952D20E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14" creationId="{684F545C-E561-5C49-AD04-05BB8E883F7C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15" creationId="{F7A69087-E89F-0314-0F29-16239C7B8742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16" creationId="{0C43B0B6-2004-68FD-0BEC-19FC5FC4B7DD}"/>
          </ac:spMkLst>
        </pc:spChg>
        <pc:spChg chg="add mod">
          <ac:chgData name="Sridhar S T" userId="100bc9db-d0ec-40f7-81ef-18f608a6eece" providerId="ADAL" clId="{792ADE0D-C73C-4E69-8A34-D63D43916B35}" dt="2024-12-02T16:01:26.760" v="1080" actId="27636"/>
          <ac:spMkLst>
            <pc:docMk/>
            <pc:sldMk cId="3957160380" sldId="354"/>
            <ac:spMk id="20" creationId="{BF77F8ED-7577-4380-43AB-9EA9BFD51316}"/>
          </ac:spMkLst>
        </pc:spChg>
        <pc:spChg chg="add mod">
          <ac:chgData name="Sridhar S T" userId="100bc9db-d0ec-40f7-81ef-18f608a6eece" providerId="ADAL" clId="{792ADE0D-C73C-4E69-8A34-D63D43916B35}" dt="2024-12-02T15:56:58.647" v="1041"/>
          <ac:spMkLst>
            <pc:docMk/>
            <pc:sldMk cId="3957160380" sldId="354"/>
            <ac:spMk id="21" creationId="{4D0111CA-5BE7-A9F0-C0E9-260B0D4E2CF1}"/>
          </ac:spMkLst>
        </pc:spChg>
        <pc:graphicFrameChg chg="add mod">
          <ac:chgData name="Sridhar S T" userId="100bc9db-d0ec-40f7-81ef-18f608a6eece" providerId="ADAL" clId="{792ADE0D-C73C-4E69-8A34-D63D43916B35}" dt="2024-12-02T15:56:58.647" v="1041"/>
          <ac:graphicFrameMkLst>
            <pc:docMk/>
            <pc:sldMk cId="3957160380" sldId="354"/>
            <ac:graphicFrameMk id="2" creationId="{749542E1-96C9-8560-9EEC-A99E7ED8D9AE}"/>
          </ac:graphicFrameMkLst>
        </pc:graphicFrameChg>
        <pc:graphicFrameChg chg="add mod">
          <ac:chgData name="Sridhar S T" userId="100bc9db-d0ec-40f7-81ef-18f608a6eece" providerId="ADAL" clId="{792ADE0D-C73C-4E69-8A34-D63D43916B35}" dt="2024-12-02T15:56:58.647" v="1041"/>
          <ac:graphicFrameMkLst>
            <pc:docMk/>
            <pc:sldMk cId="3957160380" sldId="354"/>
            <ac:graphicFrameMk id="3" creationId="{5F56C290-5491-C49F-7436-A5BF8BA08CBB}"/>
          </ac:graphicFrameMkLst>
        </pc:graphicFrameChg>
        <pc:graphicFrameChg chg="add mod">
          <ac:chgData name="Sridhar S T" userId="100bc9db-d0ec-40f7-81ef-18f608a6eece" providerId="ADAL" clId="{792ADE0D-C73C-4E69-8A34-D63D43916B35}" dt="2024-12-02T15:58:02.143" v="1047" actId="20577"/>
          <ac:graphicFrameMkLst>
            <pc:docMk/>
            <pc:sldMk cId="3957160380" sldId="354"/>
            <ac:graphicFrameMk id="6" creationId="{81AC9B6B-DE82-2493-B053-0DBB7C2F3216}"/>
          </ac:graphicFrameMkLst>
        </pc:graphicFrameChg>
        <pc:graphicFrameChg chg="add mod">
          <ac:chgData name="Sridhar S T" userId="100bc9db-d0ec-40f7-81ef-18f608a6eece" providerId="ADAL" clId="{792ADE0D-C73C-4E69-8A34-D63D43916B35}" dt="2024-12-02T15:57:32.873" v="1044" actId="1076"/>
          <ac:graphicFrameMkLst>
            <pc:docMk/>
            <pc:sldMk cId="3957160380" sldId="354"/>
            <ac:graphicFrameMk id="22" creationId="{790B0E8D-C4DC-992D-4A62-4E8E6B2DB8DE}"/>
          </ac:graphicFrameMkLst>
        </pc:graphicFrameChg>
        <pc:cxnChg chg="add mod">
          <ac:chgData name="Sridhar S T" userId="100bc9db-d0ec-40f7-81ef-18f608a6eece" providerId="ADAL" clId="{792ADE0D-C73C-4E69-8A34-D63D43916B35}" dt="2024-12-02T15:56:58.647" v="1041"/>
          <ac:cxnSpMkLst>
            <pc:docMk/>
            <pc:sldMk cId="3957160380" sldId="354"/>
            <ac:cxnSpMk id="10" creationId="{1B401AE7-C7E0-8D83-B482-287039FB41BE}"/>
          </ac:cxnSpMkLst>
        </pc:cxnChg>
        <pc:cxnChg chg="add mod">
          <ac:chgData name="Sridhar S T" userId="100bc9db-d0ec-40f7-81ef-18f608a6eece" providerId="ADAL" clId="{792ADE0D-C73C-4E69-8A34-D63D43916B35}" dt="2024-12-02T15:56:58.647" v="1041"/>
          <ac:cxnSpMkLst>
            <pc:docMk/>
            <pc:sldMk cId="3957160380" sldId="354"/>
            <ac:cxnSpMk id="17" creationId="{508D578A-F43B-FA2A-267B-B23164D0B76E}"/>
          </ac:cxnSpMkLst>
        </pc:cxnChg>
        <pc:cxnChg chg="add mod">
          <ac:chgData name="Sridhar S T" userId="100bc9db-d0ec-40f7-81ef-18f608a6eece" providerId="ADAL" clId="{792ADE0D-C73C-4E69-8A34-D63D43916B35}" dt="2024-12-02T15:56:58.647" v="1041"/>
          <ac:cxnSpMkLst>
            <pc:docMk/>
            <pc:sldMk cId="3957160380" sldId="354"/>
            <ac:cxnSpMk id="18" creationId="{B7396F77-671D-4C60-BD9F-F2AD5CCB6D15}"/>
          </ac:cxnSpMkLst>
        </pc:cxnChg>
        <pc:cxnChg chg="add mod">
          <ac:chgData name="Sridhar S T" userId="100bc9db-d0ec-40f7-81ef-18f608a6eece" providerId="ADAL" clId="{792ADE0D-C73C-4E69-8A34-D63D43916B35}" dt="2024-12-02T15:56:58.647" v="1041"/>
          <ac:cxnSpMkLst>
            <pc:docMk/>
            <pc:sldMk cId="3957160380" sldId="354"/>
            <ac:cxnSpMk id="19" creationId="{5EB750AF-1C0B-E9A0-CC74-074B6939C63A}"/>
          </ac:cxnSpMkLst>
        </pc:cxnChg>
      </pc:sldChg>
      <pc:sldChg chg="addSp delSp modSp del mod">
        <pc:chgData name="Sridhar S T" userId="100bc9db-d0ec-40f7-81ef-18f608a6eece" providerId="ADAL" clId="{792ADE0D-C73C-4E69-8A34-D63D43916B35}" dt="2024-12-02T14:10:23.083" v="357" actId="47"/>
        <pc:sldMkLst>
          <pc:docMk/>
          <pc:sldMk cId="2667854820" sldId="356"/>
        </pc:sldMkLst>
        <pc:spChg chg="mod">
          <ac:chgData name="Sridhar S T" userId="100bc9db-d0ec-40f7-81ef-18f608a6eece" providerId="ADAL" clId="{792ADE0D-C73C-4E69-8A34-D63D43916B35}" dt="2024-12-02T13:00:56.826" v="9" actId="20577"/>
          <ac:spMkLst>
            <pc:docMk/>
            <pc:sldMk cId="2667854820" sldId="356"/>
            <ac:spMk id="7" creationId="{06BE23FB-932C-EB25-AD25-1CE344A23631}"/>
          </ac:spMkLst>
        </pc:spChg>
        <pc:spChg chg="del mod">
          <ac:chgData name="Sridhar S T" userId="100bc9db-d0ec-40f7-81ef-18f608a6eece" providerId="ADAL" clId="{792ADE0D-C73C-4E69-8A34-D63D43916B35}" dt="2024-12-02T13:41:37.936" v="235" actId="478"/>
          <ac:spMkLst>
            <pc:docMk/>
            <pc:sldMk cId="2667854820" sldId="356"/>
            <ac:spMk id="9" creationId="{E9B27FD7-8FA8-1CA6-4FF2-C5AD7392EED7}"/>
          </ac:spMkLst>
        </pc:spChg>
        <pc:graphicFrameChg chg="del mod">
          <ac:chgData name="Sridhar S T" userId="100bc9db-d0ec-40f7-81ef-18f608a6eece" providerId="ADAL" clId="{792ADE0D-C73C-4E69-8A34-D63D43916B35}" dt="2024-12-02T13:04:00.707" v="97" actId="478"/>
          <ac:graphicFrameMkLst>
            <pc:docMk/>
            <pc:sldMk cId="2667854820" sldId="356"/>
            <ac:graphicFrameMk id="2" creationId="{5AB73EAF-7741-1096-4CD5-15D8162A6773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3:43:02.010" v="255" actId="6549"/>
          <ac:graphicFrameMkLst>
            <pc:docMk/>
            <pc:sldMk cId="2667854820" sldId="356"/>
            <ac:graphicFrameMk id="10" creationId="{1672E3D3-A733-2DE5-7478-0DCF8E402F7D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1" creationId="{7568B26D-4EAB-4C95-3265-9CABEEAD334C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2" creationId="{52FE4B68-F56E-511D-1C6C-F5C17FED7AF1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3" creationId="{591D5554-8F04-70BA-A4B9-5C88342031FF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4" creationId="{1B4241D3-8785-0614-F5B5-4B9BE2FED8B9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5" creationId="{1A2D6D07-0F44-0ED0-C3BE-25E307EE1AA5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6" creationId="{6ECE9BAF-B5D4-1BDB-418A-597CDC18FD8F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7" creationId="{613884EF-217D-181D-DADB-1E80AAC27B97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8" creationId="{6B0BFBEC-336D-596A-4F51-B46FE37F8503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17.788" v="99"/>
          <ac:graphicFrameMkLst>
            <pc:docMk/>
            <pc:sldMk cId="2667854820" sldId="356"/>
            <ac:graphicFrameMk id="19" creationId="{41908720-FE89-DEEB-6D82-940889FCB78B}"/>
          </ac:graphicFrameMkLst>
        </pc:graphicFrameChg>
        <pc:graphicFrameChg chg="add mod modGraphic">
          <ac:chgData name="Sridhar S T" userId="100bc9db-d0ec-40f7-81ef-18f608a6eece" providerId="ADAL" clId="{792ADE0D-C73C-4E69-8A34-D63D43916B35}" dt="2024-12-02T13:04:32.497" v="103" actId="14100"/>
          <ac:graphicFrameMkLst>
            <pc:docMk/>
            <pc:sldMk cId="2667854820" sldId="356"/>
            <ac:graphicFrameMk id="20" creationId="{750C9034-145B-C999-B3A0-7E11D5C61B10}"/>
          </ac:graphicFrameMkLst>
        </pc:graphicFrameChg>
        <pc:graphicFrameChg chg="add mod">
          <ac:chgData name="Sridhar S T" userId="100bc9db-d0ec-40f7-81ef-18f608a6eece" providerId="ADAL" clId="{792ADE0D-C73C-4E69-8A34-D63D43916B35}" dt="2024-12-02T13:04:33.521" v="105" actId="1076"/>
          <ac:graphicFrameMkLst>
            <pc:docMk/>
            <pc:sldMk cId="2667854820" sldId="356"/>
            <ac:graphicFrameMk id="21" creationId="{D9C7E4D0-1A2E-0D07-D662-881345B47D7F}"/>
          </ac:graphicFrameMkLst>
        </pc:graphicFrameChg>
      </pc:sldChg>
      <pc:sldMasterChg chg="delSldLayout">
        <pc:chgData name="Sridhar S T" userId="100bc9db-d0ec-40f7-81ef-18f608a6eece" providerId="ADAL" clId="{792ADE0D-C73C-4E69-8A34-D63D43916B35}" dt="2024-12-02T14:10:23.083" v="357" actId="47"/>
        <pc:sldMasterMkLst>
          <pc:docMk/>
          <pc:sldMasterMk cId="2440576600" sldId="2147483648"/>
        </pc:sldMasterMkLst>
        <pc:sldLayoutChg chg="del">
          <pc:chgData name="Sridhar S T" userId="100bc9db-d0ec-40f7-81ef-18f608a6eece" providerId="ADAL" clId="{792ADE0D-C73C-4E69-8A34-D63D43916B35}" dt="2024-12-02T14:10:23.083" v="357" actId="47"/>
          <pc:sldLayoutMkLst>
            <pc:docMk/>
            <pc:sldMasterMk cId="2440576600" sldId="2147483648"/>
            <pc:sldLayoutMk cId="3127978834" sldId="214748366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2549F0-8409-4622-AD8B-404E0A3A9C59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B1C40F-192C-4EB4-BC15-A3CD471ED96F}">
      <dgm:prSet phldrT="[Text]"/>
      <dgm:spPr/>
      <dgm:t>
        <a:bodyPr/>
        <a:lstStyle/>
        <a:p>
          <a:r>
            <a:rPr lang="en-US" b="0" i="0" u="none" dirty="0"/>
            <a:t>POC Initiation and Goal Setting</a:t>
          </a:r>
          <a:endParaRPr lang="en-US" dirty="0"/>
        </a:p>
      </dgm:t>
    </dgm:pt>
    <dgm:pt modelId="{8DE2C337-EC70-46B7-9683-734377EADB19}" type="parTrans" cxnId="{2E0DC050-44AB-4519-857F-9E39D4C019EF}">
      <dgm:prSet/>
      <dgm:spPr/>
      <dgm:t>
        <a:bodyPr/>
        <a:lstStyle/>
        <a:p>
          <a:endParaRPr lang="en-US"/>
        </a:p>
      </dgm:t>
    </dgm:pt>
    <dgm:pt modelId="{2AF1198A-42A5-43B5-A2FF-E96BB73EF9A2}" type="sibTrans" cxnId="{2E0DC050-44AB-4519-857F-9E39D4C019EF}">
      <dgm:prSet/>
      <dgm:spPr/>
      <dgm:t>
        <a:bodyPr/>
        <a:lstStyle/>
        <a:p>
          <a:endParaRPr lang="en-US"/>
        </a:p>
      </dgm:t>
    </dgm:pt>
    <dgm:pt modelId="{58D9C93B-F683-40B9-8E8F-2895119CE577}">
      <dgm:prSet phldrT="[Text]"/>
      <dgm:spPr/>
      <dgm:t>
        <a:bodyPr/>
        <a:lstStyle/>
        <a:p>
          <a:r>
            <a:rPr lang="en-US" b="0" i="0" u="none" dirty="0"/>
            <a:t>POC Success &amp; Transition to Full-Scale Implementation</a:t>
          </a:r>
          <a:endParaRPr lang="en-US" dirty="0"/>
        </a:p>
      </dgm:t>
    </dgm:pt>
    <dgm:pt modelId="{3BE28F13-4B01-475B-902B-B5F4E4755308}" type="parTrans" cxnId="{D681F7DC-D0F9-439D-95F2-45DE87F36E0C}">
      <dgm:prSet/>
      <dgm:spPr/>
      <dgm:t>
        <a:bodyPr/>
        <a:lstStyle/>
        <a:p>
          <a:endParaRPr lang="en-US"/>
        </a:p>
      </dgm:t>
    </dgm:pt>
    <dgm:pt modelId="{BE776A23-1270-4B20-A517-9AE196E59C0A}" type="sibTrans" cxnId="{D681F7DC-D0F9-439D-95F2-45DE87F36E0C}">
      <dgm:prSet/>
      <dgm:spPr/>
      <dgm:t>
        <a:bodyPr/>
        <a:lstStyle/>
        <a:p>
          <a:endParaRPr lang="en-US"/>
        </a:p>
      </dgm:t>
    </dgm:pt>
    <dgm:pt modelId="{DC5FAA56-EE57-4E1E-B7AC-FEE364144070}">
      <dgm:prSet phldrT="[Text]"/>
      <dgm:spPr/>
      <dgm:t>
        <a:bodyPr/>
        <a:lstStyle/>
        <a:p>
          <a:r>
            <a:rPr lang="en-US" b="0" i="0" u="none" dirty="0"/>
            <a:t>Baseline Establishment</a:t>
          </a:r>
          <a:endParaRPr lang="en-US" dirty="0"/>
        </a:p>
      </dgm:t>
    </dgm:pt>
    <dgm:pt modelId="{B91A3369-0CEF-47CB-8660-A1F3F73BC5DF}" type="parTrans" cxnId="{F37BA86B-07A9-4EA5-9531-2F120C5AFEA1}">
      <dgm:prSet/>
      <dgm:spPr/>
      <dgm:t>
        <a:bodyPr/>
        <a:lstStyle/>
        <a:p>
          <a:endParaRPr lang="en-US"/>
        </a:p>
      </dgm:t>
    </dgm:pt>
    <dgm:pt modelId="{1645A1C6-F8A1-4DF1-9274-F9B3F006696C}" type="sibTrans" cxnId="{F37BA86B-07A9-4EA5-9531-2F120C5AFEA1}">
      <dgm:prSet/>
      <dgm:spPr/>
      <dgm:t>
        <a:bodyPr/>
        <a:lstStyle/>
        <a:p>
          <a:endParaRPr lang="en-US"/>
        </a:p>
      </dgm:t>
    </dgm:pt>
    <dgm:pt modelId="{2DB47254-5746-4A56-B9E5-DC69ADA5DEC0}" type="pres">
      <dgm:prSet presAssocID="{372549F0-8409-4622-AD8B-404E0A3A9C59}" presName="rootnode" presStyleCnt="0">
        <dgm:presLayoutVars>
          <dgm:chMax/>
          <dgm:chPref/>
          <dgm:dir/>
          <dgm:animLvl val="lvl"/>
        </dgm:presLayoutVars>
      </dgm:prSet>
      <dgm:spPr/>
    </dgm:pt>
    <dgm:pt modelId="{D993B854-C7D6-47E7-B155-343945778999}" type="pres">
      <dgm:prSet presAssocID="{32B1C40F-192C-4EB4-BC15-A3CD471ED96F}" presName="composite" presStyleCnt="0"/>
      <dgm:spPr/>
    </dgm:pt>
    <dgm:pt modelId="{9556DBCC-AA84-4257-B668-98B751093805}" type="pres">
      <dgm:prSet presAssocID="{32B1C40F-192C-4EB4-BC15-A3CD471ED96F}" presName="LShape" presStyleLbl="alignNode1" presStyleIdx="0" presStyleCnt="5"/>
      <dgm:spPr/>
    </dgm:pt>
    <dgm:pt modelId="{0D336BB4-A3F0-48DD-A692-E3F857041B16}" type="pres">
      <dgm:prSet presAssocID="{32B1C40F-192C-4EB4-BC15-A3CD471ED96F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5E1B976C-CC04-4E85-968D-B3BDB4EE62E9}" type="pres">
      <dgm:prSet presAssocID="{32B1C40F-192C-4EB4-BC15-A3CD471ED96F}" presName="Triangle" presStyleLbl="alignNode1" presStyleIdx="1" presStyleCnt="5"/>
      <dgm:spPr/>
    </dgm:pt>
    <dgm:pt modelId="{C3ABF758-F3BA-41C3-9118-047E04909B99}" type="pres">
      <dgm:prSet presAssocID="{2AF1198A-42A5-43B5-A2FF-E96BB73EF9A2}" presName="sibTrans" presStyleCnt="0"/>
      <dgm:spPr/>
    </dgm:pt>
    <dgm:pt modelId="{8F51C78E-C742-426C-9164-68B82F00A2C9}" type="pres">
      <dgm:prSet presAssocID="{2AF1198A-42A5-43B5-A2FF-E96BB73EF9A2}" presName="space" presStyleCnt="0"/>
      <dgm:spPr/>
    </dgm:pt>
    <dgm:pt modelId="{DDEA5F4A-0EFF-442D-924F-6C2AFFEFDC1D}" type="pres">
      <dgm:prSet presAssocID="{58D9C93B-F683-40B9-8E8F-2895119CE577}" presName="composite" presStyleCnt="0"/>
      <dgm:spPr/>
    </dgm:pt>
    <dgm:pt modelId="{0FA8A0E4-8AB2-4E59-9F2F-7C2FD01AED80}" type="pres">
      <dgm:prSet presAssocID="{58D9C93B-F683-40B9-8E8F-2895119CE577}" presName="LShape" presStyleLbl="alignNode1" presStyleIdx="2" presStyleCnt="5"/>
      <dgm:spPr>
        <a:solidFill>
          <a:srgbClr val="FFC000"/>
        </a:solidFill>
        <a:ln>
          <a:solidFill>
            <a:srgbClr val="FFC000"/>
          </a:solidFill>
        </a:ln>
      </dgm:spPr>
    </dgm:pt>
    <dgm:pt modelId="{18ED0BD6-6773-44C0-A28C-02412C1990C9}" type="pres">
      <dgm:prSet presAssocID="{58D9C93B-F683-40B9-8E8F-2895119CE577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334BD2FB-79FD-4E55-9903-2BE00DBC70EC}" type="pres">
      <dgm:prSet presAssocID="{58D9C93B-F683-40B9-8E8F-2895119CE577}" presName="Triangle" presStyleLbl="alignNode1" presStyleIdx="3" presStyleCnt="5"/>
      <dgm:spPr>
        <a:solidFill>
          <a:srgbClr val="FFC000"/>
        </a:solidFill>
        <a:ln>
          <a:solidFill>
            <a:srgbClr val="FFC000"/>
          </a:solidFill>
        </a:ln>
      </dgm:spPr>
    </dgm:pt>
    <dgm:pt modelId="{ACEBFDED-A8E3-4F69-B8E6-32FDAFD66B7F}" type="pres">
      <dgm:prSet presAssocID="{BE776A23-1270-4B20-A517-9AE196E59C0A}" presName="sibTrans" presStyleCnt="0"/>
      <dgm:spPr/>
    </dgm:pt>
    <dgm:pt modelId="{94A7A215-DE12-461A-87CE-9952E9D5FB2A}" type="pres">
      <dgm:prSet presAssocID="{BE776A23-1270-4B20-A517-9AE196E59C0A}" presName="space" presStyleCnt="0"/>
      <dgm:spPr/>
    </dgm:pt>
    <dgm:pt modelId="{02C3DDCE-4D9A-46F7-AC5B-186D85A200A9}" type="pres">
      <dgm:prSet presAssocID="{DC5FAA56-EE57-4E1E-B7AC-FEE364144070}" presName="composite" presStyleCnt="0"/>
      <dgm:spPr/>
    </dgm:pt>
    <dgm:pt modelId="{0A5AE855-A011-4D4C-8B3B-E878C93B4AF8}" type="pres">
      <dgm:prSet presAssocID="{DC5FAA56-EE57-4E1E-B7AC-FEE364144070}" presName="LShape" presStyleLbl="alignNode1" presStyleIdx="4" presStyleCnt="5"/>
      <dgm:spPr>
        <a:solidFill>
          <a:srgbClr val="00B050"/>
        </a:solidFill>
        <a:ln>
          <a:solidFill>
            <a:srgbClr val="00B050"/>
          </a:solidFill>
        </a:ln>
      </dgm:spPr>
    </dgm:pt>
    <dgm:pt modelId="{C9D9516E-558C-4854-8988-067E335425DE}" type="pres">
      <dgm:prSet presAssocID="{DC5FAA56-EE57-4E1E-B7AC-FEE364144070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DBC4124-8174-46EE-A128-BF305336B4CC}" type="presOf" srcId="{372549F0-8409-4622-AD8B-404E0A3A9C59}" destId="{2DB47254-5746-4A56-B9E5-DC69ADA5DEC0}" srcOrd="0" destOrd="0" presId="urn:microsoft.com/office/officeart/2009/3/layout/StepUpProcess"/>
    <dgm:cxn modelId="{4834882A-BBD4-40E1-A7D4-60ED5EDDA75B}" type="presOf" srcId="{32B1C40F-192C-4EB4-BC15-A3CD471ED96F}" destId="{0D336BB4-A3F0-48DD-A692-E3F857041B16}" srcOrd="0" destOrd="0" presId="urn:microsoft.com/office/officeart/2009/3/layout/StepUpProcess"/>
    <dgm:cxn modelId="{F37BA86B-07A9-4EA5-9531-2F120C5AFEA1}" srcId="{372549F0-8409-4622-AD8B-404E0A3A9C59}" destId="{DC5FAA56-EE57-4E1E-B7AC-FEE364144070}" srcOrd="2" destOrd="0" parTransId="{B91A3369-0CEF-47CB-8660-A1F3F73BC5DF}" sibTransId="{1645A1C6-F8A1-4DF1-9274-F9B3F006696C}"/>
    <dgm:cxn modelId="{43B2A770-0B6A-4AF7-B84B-32FFECBC8135}" type="presOf" srcId="{DC5FAA56-EE57-4E1E-B7AC-FEE364144070}" destId="{C9D9516E-558C-4854-8988-067E335425DE}" srcOrd="0" destOrd="0" presId="urn:microsoft.com/office/officeart/2009/3/layout/StepUpProcess"/>
    <dgm:cxn modelId="{2E0DC050-44AB-4519-857F-9E39D4C019EF}" srcId="{372549F0-8409-4622-AD8B-404E0A3A9C59}" destId="{32B1C40F-192C-4EB4-BC15-A3CD471ED96F}" srcOrd="0" destOrd="0" parTransId="{8DE2C337-EC70-46B7-9683-734377EADB19}" sibTransId="{2AF1198A-42A5-43B5-A2FF-E96BB73EF9A2}"/>
    <dgm:cxn modelId="{D2197FB5-515F-4725-A4F9-FA12FEAB13A5}" type="presOf" srcId="{58D9C93B-F683-40B9-8E8F-2895119CE577}" destId="{18ED0BD6-6773-44C0-A28C-02412C1990C9}" srcOrd="0" destOrd="0" presId="urn:microsoft.com/office/officeart/2009/3/layout/StepUpProcess"/>
    <dgm:cxn modelId="{D681F7DC-D0F9-439D-95F2-45DE87F36E0C}" srcId="{372549F0-8409-4622-AD8B-404E0A3A9C59}" destId="{58D9C93B-F683-40B9-8E8F-2895119CE577}" srcOrd="1" destOrd="0" parTransId="{3BE28F13-4B01-475B-902B-B5F4E4755308}" sibTransId="{BE776A23-1270-4B20-A517-9AE196E59C0A}"/>
    <dgm:cxn modelId="{C8F7D37E-9A3C-410B-85FB-C2420F2AD335}" type="presParOf" srcId="{2DB47254-5746-4A56-B9E5-DC69ADA5DEC0}" destId="{D993B854-C7D6-47E7-B155-343945778999}" srcOrd="0" destOrd="0" presId="urn:microsoft.com/office/officeart/2009/3/layout/StepUpProcess"/>
    <dgm:cxn modelId="{0EFA84B2-57A6-4488-B451-B684E28FF520}" type="presParOf" srcId="{D993B854-C7D6-47E7-B155-343945778999}" destId="{9556DBCC-AA84-4257-B668-98B751093805}" srcOrd="0" destOrd="0" presId="urn:microsoft.com/office/officeart/2009/3/layout/StepUpProcess"/>
    <dgm:cxn modelId="{5FA53147-C912-469F-BCC9-7CA9652D0996}" type="presParOf" srcId="{D993B854-C7D6-47E7-B155-343945778999}" destId="{0D336BB4-A3F0-48DD-A692-E3F857041B16}" srcOrd="1" destOrd="0" presId="urn:microsoft.com/office/officeart/2009/3/layout/StepUpProcess"/>
    <dgm:cxn modelId="{2F901DC8-0F93-4C45-8BCA-1A2160CBFEF2}" type="presParOf" srcId="{D993B854-C7D6-47E7-B155-343945778999}" destId="{5E1B976C-CC04-4E85-968D-B3BDB4EE62E9}" srcOrd="2" destOrd="0" presId="urn:microsoft.com/office/officeart/2009/3/layout/StepUpProcess"/>
    <dgm:cxn modelId="{8AFC5F0E-5A80-485D-B5B0-53E3450E1997}" type="presParOf" srcId="{2DB47254-5746-4A56-B9E5-DC69ADA5DEC0}" destId="{C3ABF758-F3BA-41C3-9118-047E04909B99}" srcOrd="1" destOrd="0" presId="urn:microsoft.com/office/officeart/2009/3/layout/StepUpProcess"/>
    <dgm:cxn modelId="{18FFF64B-5986-4711-9A69-FA3095CAEA46}" type="presParOf" srcId="{C3ABF758-F3BA-41C3-9118-047E04909B99}" destId="{8F51C78E-C742-426C-9164-68B82F00A2C9}" srcOrd="0" destOrd="0" presId="urn:microsoft.com/office/officeart/2009/3/layout/StepUpProcess"/>
    <dgm:cxn modelId="{6119A453-AB0A-42CD-80E6-D0AE9D4EC167}" type="presParOf" srcId="{2DB47254-5746-4A56-B9E5-DC69ADA5DEC0}" destId="{DDEA5F4A-0EFF-442D-924F-6C2AFFEFDC1D}" srcOrd="2" destOrd="0" presId="urn:microsoft.com/office/officeart/2009/3/layout/StepUpProcess"/>
    <dgm:cxn modelId="{164F6F02-2923-4D0A-9DBC-1290041C5C95}" type="presParOf" srcId="{DDEA5F4A-0EFF-442D-924F-6C2AFFEFDC1D}" destId="{0FA8A0E4-8AB2-4E59-9F2F-7C2FD01AED80}" srcOrd="0" destOrd="0" presId="urn:microsoft.com/office/officeart/2009/3/layout/StepUpProcess"/>
    <dgm:cxn modelId="{D30402B5-9CD4-40EB-81E1-1FD0D48293A2}" type="presParOf" srcId="{DDEA5F4A-0EFF-442D-924F-6C2AFFEFDC1D}" destId="{18ED0BD6-6773-44C0-A28C-02412C1990C9}" srcOrd="1" destOrd="0" presId="urn:microsoft.com/office/officeart/2009/3/layout/StepUpProcess"/>
    <dgm:cxn modelId="{C787FB89-2B09-4847-925A-5D655335812C}" type="presParOf" srcId="{DDEA5F4A-0EFF-442D-924F-6C2AFFEFDC1D}" destId="{334BD2FB-79FD-4E55-9903-2BE00DBC70EC}" srcOrd="2" destOrd="0" presId="urn:microsoft.com/office/officeart/2009/3/layout/StepUpProcess"/>
    <dgm:cxn modelId="{18EEB142-4069-4297-A9B2-8A1C301A1C68}" type="presParOf" srcId="{2DB47254-5746-4A56-B9E5-DC69ADA5DEC0}" destId="{ACEBFDED-A8E3-4F69-B8E6-32FDAFD66B7F}" srcOrd="3" destOrd="0" presId="urn:microsoft.com/office/officeart/2009/3/layout/StepUpProcess"/>
    <dgm:cxn modelId="{C70AE179-7478-4DE1-AA97-A969F6D9A6A3}" type="presParOf" srcId="{ACEBFDED-A8E3-4F69-B8E6-32FDAFD66B7F}" destId="{94A7A215-DE12-461A-87CE-9952E9D5FB2A}" srcOrd="0" destOrd="0" presId="urn:microsoft.com/office/officeart/2009/3/layout/StepUpProcess"/>
    <dgm:cxn modelId="{2D9424DC-34EF-424A-A130-5D4BD1283D2F}" type="presParOf" srcId="{2DB47254-5746-4A56-B9E5-DC69ADA5DEC0}" destId="{02C3DDCE-4D9A-46F7-AC5B-186D85A200A9}" srcOrd="4" destOrd="0" presId="urn:microsoft.com/office/officeart/2009/3/layout/StepUpProcess"/>
    <dgm:cxn modelId="{435EEC50-4B21-4B0A-B3E7-A9275C532382}" type="presParOf" srcId="{02C3DDCE-4D9A-46F7-AC5B-186D85A200A9}" destId="{0A5AE855-A011-4D4C-8B3B-E878C93B4AF8}" srcOrd="0" destOrd="0" presId="urn:microsoft.com/office/officeart/2009/3/layout/StepUpProcess"/>
    <dgm:cxn modelId="{267FC030-230D-4D95-848E-6E5FC7AB49EF}" type="presParOf" srcId="{02C3DDCE-4D9A-46F7-AC5B-186D85A200A9}" destId="{C9D9516E-558C-4854-8988-067E335425D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2549F0-8409-4622-AD8B-404E0A3A9C59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B1C40F-192C-4EB4-BC15-A3CD471ED96F}">
      <dgm:prSet phldrT="[Text]" custT="1"/>
      <dgm:spPr/>
      <dgm:t>
        <a:bodyPr/>
        <a:lstStyle/>
        <a:p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Customized Reports</a:t>
          </a:r>
        </a:p>
      </dgm:t>
    </dgm:pt>
    <dgm:pt modelId="{8DE2C337-EC70-46B7-9683-734377EADB19}" type="parTrans" cxnId="{2E0DC050-44AB-4519-857F-9E39D4C019EF}">
      <dgm:prSet/>
      <dgm:spPr/>
      <dgm:t>
        <a:bodyPr/>
        <a:lstStyle/>
        <a:p>
          <a:endParaRPr lang="en-US"/>
        </a:p>
      </dgm:t>
    </dgm:pt>
    <dgm:pt modelId="{2AF1198A-42A5-43B5-A2FF-E96BB73EF9A2}" type="sibTrans" cxnId="{2E0DC050-44AB-4519-857F-9E39D4C019EF}">
      <dgm:prSet/>
      <dgm:spPr/>
      <dgm:t>
        <a:bodyPr/>
        <a:lstStyle/>
        <a:p>
          <a:endParaRPr lang="en-US"/>
        </a:p>
      </dgm:t>
    </dgm:pt>
    <dgm:pt modelId="{58D9C93B-F683-40B9-8E8F-2895119CE577}">
      <dgm:prSet phldrT="[Text]" custT="1"/>
      <dgm:spPr/>
      <dgm:t>
        <a:bodyPr/>
        <a:lstStyle/>
        <a:p>
          <a:r>
            <a:rPr lang="it-IT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Integration into CI/CD Pipeline</a:t>
          </a:r>
          <a:endParaRPr lang="en-US" sz="1100" b="0" i="0" u="none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3BE28F13-4B01-475B-902B-B5F4E4755308}" type="parTrans" cxnId="{D681F7DC-D0F9-439D-95F2-45DE87F36E0C}">
      <dgm:prSet/>
      <dgm:spPr/>
      <dgm:t>
        <a:bodyPr/>
        <a:lstStyle/>
        <a:p>
          <a:endParaRPr lang="en-US"/>
        </a:p>
      </dgm:t>
    </dgm:pt>
    <dgm:pt modelId="{BE776A23-1270-4B20-A517-9AE196E59C0A}" type="sibTrans" cxnId="{D681F7DC-D0F9-439D-95F2-45DE87F36E0C}">
      <dgm:prSet/>
      <dgm:spPr/>
      <dgm:t>
        <a:bodyPr/>
        <a:lstStyle/>
        <a:p>
          <a:endParaRPr lang="en-US"/>
        </a:p>
      </dgm:t>
    </dgm:pt>
    <dgm:pt modelId="{DC5FAA56-EE57-4E1E-B7AC-FEE364144070}">
      <dgm:prSet phldrT="[Text]" custT="1"/>
      <dgm:spPr/>
      <dgm:t>
        <a:bodyPr/>
        <a:lstStyle/>
        <a:p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Thresholds for Quality Gates</a:t>
          </a:r>
        </a:p>
      </dgm:t>
    </dgm:pt>
    <dgm:pt modelId="{B91A3369-0CEF-47CB-8660-A1F3F73BC5DF}" type="parTrans" cxnId="{F37BA86B-07A9-4EA5-9531-2F120C5AFEA1}">
      <dgm:prSet/>
      <dgm:spPr/>
      <dgm:t>
        <a:bodyPr/>
        <a:lstStyle/>
        <a:p>
          <a:endParaRPr lang="en-US"/>
        </a:p>
      </dgm:t>
    </dgm:pt>
    <dgm:pt modelId="{1645A1C6-F8A1-4DF1-9274-F9B3F006696C}" type="sibTrans" cxnId="{F37BA86B-07A9-4EA5-9531-2F120C5AFEA1}">
      <dgm:prSet/>
      <dgm:spPr/>
      <dgm:t>
        <a:bodyPr/>
        <a:lstStyle/>
        <a:p>
          <a:endParaRPr lang="en-US"/>
        </a:p>
      </dgm:t>
    </dgm:pt>
    <dgm:pt modelId="{2DB47254-5746-4A56-B9E5-DC69ADA5DEC0}" type="pres">
      <dgm:prSet presAssocID="{372549F0-8409-4622-AD8B-404E0A3A9C59}" presName="rootnode" presStyleCnt="0">
        <dgm:presLayoutVars>
          <dgm:chMax/>
          <dgm:chPref/>
          <dgm:dir/>
          <dgm:animLvl val="lvl"/>
        </dgm:presLayoutVars>
      </dgm:prSet>
      <dgm:spPr/>
    </dgm:pt>
    <dgm:pt modelId="{D993B854-C7D6-47E7-B155-343945778999}" type="pres">
      <dgm:prSet presAssocID="{32B1C40F-192C-4EB4-BC15-A3CD471ED96F}" presName="composite" presStyleCnt="0"/>
      <dgm:spPr/>
    </dgm:pt>
    <dgm:pt modelId="{9556DBCC-AA84-4257-B668-98B751093805}" type="pres">
      <dgm:prSet presAssocID="{32B1C40F-192C-4EB4-BC15-A3CD471ED96F}" presName="LShape" presStyleLbl="alignNode1" presStyleIdx="0" presStyleCnt="5"/>
      <dgm:spPr>
        <a:solidFill>
          <a:srgbClr val="002060"/>
        </a:solidFill>
        <a:ln>
          <a:solidFill>
            <a:srgbClr val="002060"/>
          </a:solidFill>
        </a:ln>
      </dgm:spPr>
    </dgm:pt>
    <dgm:pt modelId="{0D336BB4-A3F0-48DD-A692-E3F857041B16}" type="pres">
      <dgm:prSet presAssocID="{32B1C40F-192C-4EB4-BC15-A3CD471ED96F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5E1B976C-CC04-4E85-968D-B3BDB4EE62E9}" type="pres">
      <dgm:prSet presAssocID="{32B1C40F-192C-4EB4-BC15-A3CD471ED96F}" presName="Triangle" presStyleLbl="alignNode1" presStyleIdx="1" presStyleCnt="5"/>
      <dgm:spPr>
        <a:solidFill>
          <a:srgbClr val="002060"/>
        </a:solidFill>
        <a:ln>
          <a:solidFill>
            <a:srgbClr val="002060"/>
          </a:solidFill>
        </a:ln>
      </dgm:spPr>
    </dgm:pt>
    <dgm:pt modelId="{C3ABF758-F3BA-41C3-9118-047E04909B99}" type="pres">
      <dgm:prSet presAssocID="{2AF1198A-42A5-43B5-A2FF-E96BB73EF9A2}" presName="sibTrans" presStyleCnt="0"/>
      <dgm:spPr/>
    </dgm:pt>
    <dgm:pt modelId="{8F51C78E-C742-426C-9164-68B82F00A2C9}" type="pres">
      <dgm:prSet presAssocID="{2AF1198A-42A5-43B5-A2FF-E96BB73EF9A2}" presName="space" presStyleCnt="0"/>
      <dgm:spPr/>
    </dgm:pt>
    <dgm:pt modelId="{DDEA5F4A-0EFF-442D-924F-6C2AFFEFDC1D}" type="pres">
      <dgm:prSet presAssocID="{58D9C93B-F683-40B9-8E8F-2895119CE577}" presName="composite" presStyleCnt="0"/>
      <dgm:spPr/>
    </dgm:pt>
    <dgm:pt modelId="{0FA8A0E4-8AB2-4E59-9F2F-7C2FD01AED80}" type="pres">
      <dgm:prSet presAssocID="{58D9C93B-F683-40B9-8E8F-2895119CE577}" presName="LShape" presStyleLbl="alignNode1" presStyleIdx="2" presStyleCnt="5"/>
      <dgm:spPr>
        <a:solidFill>
          <a:schemeClr val="accent2"/>
        </a:solidFill>
        <a:ln>
          <a:solidFill>
            <a:schemeClr val="accent2"/>
          </a:solidFill>
        </a:ln>
      </dgm:spPr>
    </dgm:pt>
    <dgm:pt modelId="{18ED0BD6-6773-44C0-A28C-02412C1990C9}" type="pres">
      <dgm:prSet presAssocID="{58D9C93B-F683-40B9-8E8F-2895119CE577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334BD2FB-79FD-4E55-9903-2BE00DBC70EC}" type="pres">
      <dgm:prSet presAssocID="{58D9C93B-F683-40B9-8E8F-2895119CE577}" presName="Triangle" presStyleLbl="alignNode1" presStyleIdx="3" presStyleCnt="5"/>
      <dgm:spPr>
        <a:solidFill>
          <a:schemeClr val="accent2"/>
        </a:solidFill>
        <a:ln>
          <a:solidFill>
            <a:schemeClr val="accent2"/>
          </a:solidFill>
        </a:ln>
      </dgm:spPr>
    </dgm:pt>
    <dgm:pt modelId="{ACEBFDED-A8E3-4F69-B8E6-32FDAFD66B7F}" type="pres">
      <dgm:prSet presAssocID="{BE776A23-1270-4B20-A517-9AE196E59C0A}" presName="sibTrans" presStyleCnt="0"/>
      <dgm:spPr/>
    </dgm:pt>
    <dgm:pt modelId="{94A7A215-DE12-461A-87CE-9952E9D5FB2A}" type="pres">
      <dgm:prSet presAssocID="{BE776A23-1270-4B20-A517-9AE196E59C0A}" presName="space" presStyleCnt="0"/>
      <dgm:spPr/>
    </dgm:pt>
    <dgm:pt modelId="{02C3DDCE-4D9A-46F7-AC5B-186D85A200A9}" type="pres">
      <dgm:prSet presAssocID="{DC5FAA56-EE57-4E1E-B7AC-FEE364144070}" presName="composite" presStyleCnt="0"/>
      <dgm:spPr/>
    </dgm:pt>
    <dgm:pt modelId="{0A5AE855-A011-4D4C-8B3B-E878C93B4AF8}" type="pres">
      <dgm:prSet presAssocID="{DC5FAA56-EE57-4E1E-B7AC-FEE364144070}" presName="LShape" presStyleLbl="alignNode1" presStyleIdx="4" presStyleCnt="5"/>
      <dgm:spPr>
        <a:solidFill>
          <a:schemeClr val="accent4"/>
        </a:solidFill>
        <a:ln>
          <a:solidFill>
            <a:schemeClr val="accent4"/>
          </a:solidFill>
        </a:ln>
      </dgm:spPr>
    </dgm:pt>
    <dgm:pt modelId="{C9D9516E-558C-4854-8988-067E335425DE}" type="pres">
      <dgm:prSet presAssocID="{DC5FAA56-EE57-4E1E-B7AC-FEE364144070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DBC4124-8174-46EE-A128-BF305336B4CC}" type="presOf" srcId="{372549F0-8409-4622-AD8B-404E0A3A9C59}" destId="{2DB47254-5746-4A56-B9E5-DC69ADA5DEC0}" srcOrd="0" destOrd="0" presId="urn:microsoft.com/office/officeart/2009/3/layout/StepUpProcess"/>
    <dgm:cxn modelId="{4834882A-BBD4-40E1-A7D4-60ED5EDDA75B}" type="presOf" srcId="{32B1C40F-192C-4EB4-BC15-A3CD471ED96F}" destId="{0D336BB4-A3F0-48DD-A692-E3F857041B16}" srcOrd="0" destOrd="0" presId="urn:microsoft.com/office/officeart/2009/3/layout/StepUpProcess"/>
    <dgm:cxn modelId="{F37BA86B-07A9-4EA5-9531-2F120C5AFEA1}" srcId="{372549F0-8409-4622-AD8B-404E0A3A9C59}" destId="{DC5FAA56-EE57-4E1E-B7AC-FEE364144070}" srcOrd="2" destOrd="0" parTransId="{B91A3369-0CEF-47CB-8660-A1F3F73BC5DF}" sibTransId="{1645A1C6-F8A1-4DF1-9274-F9B3F006696C}"/>
    <dgm:cxn modelId="{43B2A770-0B6A-4AF7-B84B-32FFECBC8135}" type="presOf" srcId="{DC5FAA56-EE57-4E1E-B7AC-FEE364144070}" destId="{C9D9516E-558C-4854-8988-067E335425DE}" srcOrd="0" destOrd="0" presId="urn:microsoft.com/office/officeart/2009/3/layout/StepUpProcess"/>
    <dgm:cxn modelId="{2E0DC050-44AB-4519-857F-9E39D4C019EF}" srcId="{372549F0-8409-4622-AD8B-404E0A3A9C59}" destId="{32B1C40F-192C-4EB4-BC15-A3CD471ED96F}" srcOrd="0" destOrd="0" parTransId="{8DE2C337-EC70-46B7-9683-734377EADB19}" sibTransId="{2AF1198A-42A5-43B5-A2FF-E96BB73EF9A2}"/>
    <dgm:cxn modelId="{D2197FB5-515F-4725-A4F9-FA12FEAB13A5}" type="presOf" srcId="{58D9C93B-F683-40B9-8E8F-2895119CE577}" destId="{18ED0BD6-6773-44C0-A28C-02412C1990C9}" srcOrd="0" destOrd="0" presId="urn:microsoft.com/office/officeart/2009/3/layout/StepUpProcess"/>
    <dgm:cxn modelId="{D681F7DC-D0F9-439D-95F2-45DE87F36E0C}" srcId="{372549F0-8409-4622-AD8B-404E0A3A9C59}" destId="{58D9C93B-F683-40B9-8E8F-2895119CE577}" srcOrd="1" destOrd="0" parTransId="{3BE28F13-4B01-475B-902B-B5F4E4755308}" sibTransId="{BE776A23-1270-4B20-A517-9AE196E59C0A}"/>
    <dgm:cxn modelId="{C8F7D37E-9A3C-410B-85FB-C2420F2AD335}" type="presParOf" srcId="{2DB47254-5746-4A56-B9E5-DC69ADA5DEC0}" destId="{D993B854-C7D6-47E7-B155-343945778999}" srcOrd="0" destOrd="0" presId="urn:microsoft.com/office/officeart/2009/3/layout/StepUpProcess"/>
    <dgm:cxn modelId="{0EFA84B2-57A6-4488-B451-B684E28FF520}" type="presParOf" srcId="{D993B854-C7D6-47E7-B155-343945778999}" destId="{9556DBCC-AA84-4257-B668-98B751093805}" srcOrd="0" destOrd="0" presId="urn:microsoft.com/office/officeart/2009/3/layout/StepUpProcess"/>
    <dgm:cxn modelId="{5FA53147-C912-469F-BCC9-7CA9652D0996}" type="presParOf" srcId="{D993B854-C7D6-47E7-B155-343945778999}" destId="{0D336BB4-A3F0-48DD-A692-E3F857041B16}" srcOrd="1" destOrd="0" presId="urn:microsoft.com/office/officeart/2009/3/layout/StepUpProcess"/>
    <dgm:cxn modelId="{2F901DC8-0F93-4C45-8BCA-1A2160CBFEF2}" type="presParOf" srcId="{D993B854-C7D6-47E7-B155-343945778999}" destId="{5E1B976C-CC04-4E85-968D-B3BDB4EE62E9}" srcOrd="2" destOrd="0" presId="urn:microsoft.com/office/officeart/2009/3/layout/StepUpProcess"/>
    <dgm:cxn modelId="{8AFC5F0E-5A80-485D-B5B0-53E3450E1997}" type="presParOf" srcId="{2DB47254-5746-4A56-B9E5-DC69ADA5DEC0}" destId="{C3ABF758-F3BA-41C3-9118-047E04909B99}" srcOrd="1" destOrd="0" presId="urn:microsoft.com/office/officeart/2009/3/layout/StepUpProcess"/>
    <dgm:cxn modelId="{18FFF64B-5986-4711-9A69-FA3095CAEA46}" type="presParOf" srcId="{C3ABF758-F3BA-41C3-9118-047E04909B99}" destId="{8F51C78E-C742-426C-9164-68B82F00A2C9}" srcOrd="0" destOrd="0" presId="urn:microsoft.com/office/officeart/2009/3/layout/StepUpProcess"/>
    <dgm:cxn modelId="{6119A453-AB0A-42CD-80E6-D0AE9D4EC167}" type="presParOf" srcId="{2DB47254-5746-4A56-B9E5-DC69ADA5DEC0}" destId="{DDEA5F4A-0EFF-442D-924F-6C2AFFEFDC1D}" srcOrd="2" destOrd="0" presId="urn:microsoft.com/office/officeart/2009/3/layout/StepUpProcess"/>
    <dgm:cxn modelId="{164F6F02-2923-4D0A-9DBC-1290041C5C95}" type="presParOf" srcId="{DDEA5F4A-0EFF-442D-924F-6C2AFFEFDC1D}" destId="{0FA8A0E4-8AB2-4E59-9F2F-7C2FD01AED80}" srcOrd="0" destOrd="0" presId="urn:microsoft.com/office/officeart/2009/3/layout/StepUpProcess"/>
    <dgm:cxn modelId="{D30402B5-9CD4-40EB-81E1-1FD0D48293A2}" type="presParOf" srcId="{DDEA5F4A-0EFF-442D-924F-6C2AFFEFDC1D}" destId="{18ED0BD6-6773-44C0-A28C-02412C1990C9}" srcOrd="1" destOrd="0" presId="urn:microsoft.com/office/officeart/2009/3/layout/StepUpProcess"/>
    <dgm:cxn modelId="{C787FB89-2B09-4847-925A-5D655335812C}" type="presParOf" srcId="{DDEA5F4A-0EFF-442D-924F-6C2AFFEFDC1D}" destId="{334BD2FB-79FD-4E55-9903-2BE00DBC70EC}" srcOrd="2" destOrd="0" presId="urn:microsoft.com/office/officeart/2009/3/layout/StepUpProcess"/>
    <dgm:cxn modelId="{18EEB142-4069-4297-A9B2-8A1C301A1C68}" type="presParOf" srcId="{2DB47254-5746-4A56-B9E5-DC69ADA5DEC0}" destId="{ACEBFDED-A8E3-4F69-B8E6-32FDAFD66B7F}" srcOrd="3" destOrd="0" presId="urn:microsoft.com/office/officeart/2009/3/layout/StepUpProcess"/>
    <dgm:cxn modelId="{C70AE179-7478-4DE1-AA97-A969F6D9A6A3}" type="presParOf" srcId="{ACEBFDED-A8E3-4F69-B8E6-32FDAFD66B7F}" destId="{94A7A215-DE12-461A-87CE-9952E9D5FB2A}" srcOrd="0" destOrd="0" presId="urn:microsoft.com/office/officeart/2009/3/layout/StepUpProcess"/>
    <dgm:cxn modelId="{2D9424DC-34EF-424A-A130-5D4BD1283D2F}" type="presParOf" srcId="{2DB47254-5746-4A56-B9E5-DC69ADA5DEC0}" destId="{02C3DDCE-4D9A-46F7-AC5B-186D85A200A9}" srcOrd="4" destOrd="0" presId="urn:microsoft.com/office/officeart/2009/3/layout/StepUpProcess"/>
    <dgm:cxn modelId="{435EEC50-4B21-4B0A-B3E7-A9275C532382}" type="presParOf" srcId="{02C3DDCE-4D9A-46F7-AC5B-186D85A200A9}" destId="{0A5AE855-A011-4D4C-8B3B-E878C93B4AF8}" srcOrd="0" destOrd="0" presId="urn:microsoft.com/office/officeart/2009/3/layout/StepUpProcess"/>
    <dgm:cxn modelId="{267FC030-230D-4D95-848E-6E5FC7AB49EF}" type="presParOf" srcId="{02C3DDCE-4D9A-46F7-AC5B-186D85A200A9}" destId="{C9D9516E-558C-4854-8988-067E335425D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D0BB63-621F-49BE-8B83-322F54A1DD9A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FE7A91-CE47-4D03-9DC3-3A12918ADA47}">
      <dgm:prSet phldrT="[Text]"/>
      <dgm:spPr>
        <a:solidFill>
          <a:srgbClr val="92D050"/>
        </a:solidFill>
        <a:ln>
          <a:solidFill>
            <a:srgbClr val="92D050"/>
          </a:solidFill>
        </a:ln>
      </dgm:spPr>
      <dgm:t>
        <a:bodyPr/>
        <a:lstStyle/>
        <a:p>
          <a:endParaRPr lang="en-US" dirty="0"/>
        </a:p>
      </dgm:t>
    </dgm:pt>
    <dgm:pt modelId="{667C222A-8F5D-4CA0-8B45-FEB308C059AE}" type="parTrans" cxnId="{001A8E12-0BA7-4CAB-9166-EF024F452EB4}">
      <dgm:prSet/>
      <dgm:spPr/>
      <dgm:t>
        <a:bodyPr/>
        <a:lstStyle/>
        <a:p>
          <a:endParaRPr lang="en-US"/>
        </a:p>
      </dgm:t>
    </dgm:pt>
    <dgm:pt modelId="{1ECFF617-1739-45F1-B659-50CDAB51ECA0}" type="sibTrans" cxnId="{001A8E12-0BA7-4CAB-9166-EF024F452EB4}">
      <dgm:prSet/>
      <dgm:spPr/>
      <dgm:t>
        <a:bodyPr/>
        <a:lstStyle/>
        <a:p>
          <a:endParaRPr lang="en-US"/>
        </a:p>
      </dgm:t>
    </dgm:pt>
    <dgm:pt modelId="{86678215-FF08-4EC8-8C84-94F3703CBF29}">
      <dgm:prSet phldrT="[Text]" custT="1"/>
      <dgm:spPr>
        <a:ln w="3175"/>
      </dgm:spPr>
      <dgm:t>
        <a:bodyPr/>
        <a:lstStyle/>
        <a:p>
          <a:pPr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Coverage Improvement &amp; Gap Identification</a:t>
          </a:r>
        </a:p>
      </dgm:t>
    </dgm:pt>
    <dgm:pt modelId="{ED787412-76FD-4A36-855F-33C2F578D372}" type="parTrans" cxnId="{15642136-8593-4773-B642-597042A7B0BA}">
      <dgm:prSet/>
      <dgm:spPr/>
      <dgm:t>
        <a:bodyPr/>
        <a:lstStyle/>
        <a:p>
          <a:endParaRPr lang="en-US"/>
        </a:p>
      </dgm:t>
    </dgm:pt>
    <dgm:pt modelId="{712D2330-7555-434D-B402-A044CEADBB02}" type="sibTrans" cxnId="{15642136-8593-4773-B642-597042A7B0BA}">
      <dgm:prSet/>
      <dgm:spPr/>
      <dgm:t>
        <a:bodyPr/>
        <a:lstStyle/>
        <a:p>
          <a:endParaRPr lang="en-US"/>
        </a:p>
      </dgm:t>
    </dgm:pt>
    <dgm:pt modelId="{62B39665-CE45-418F-8BAC-2C8EAC200290}">
      <dgm:prSet phldrT="[Text]" custT="1"/>
      <dgm:spPr>
        <a:ln w="3175"/>
      </dgm:spPr>
      <dgm:t>
        <a:bodyPr/>
        <a:lstStyle/>
        <a:p>
          <a:pPr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Tracking Coverage Trends Over Time</a:t>
          </a:r>
        </a:p>
      </dgm:t>
    </dgm:pt>
    <dgm:pt modelId="{99A0D74C-BB71-46CE-8DB4-24DA6541F0C8}" type="parTrans" cxnId="{B90D98BD-2FE0-4F3E-B11B-45FF0C2BD075}">
      <dgm:prSet/>
      <dgm:spPr/>
      <dgm:t>
        <a:bodyPr/>
        <a:lstStyle/>
        <a:p>
          <a:endParaRPr lang="en-US"/>
        </a:p>
      </dgm:t>
    </dgm:pt>
    <dgm:pt modelId="{0BC74FCD-B424-4796-8F3F-023D8565B995}" type="sibTrans" cxnId="{B90D98BD-2FE0-4F3E-B11B-45FF0C2BD075}">
      <dgm:prSet/>
      <dgm:spPr/>
      <dgm:t>
        <a:bodyPr/>
        <a:lstStyle/>
        <a:p>
          <a:endParaRPr lang="en-US"/>
        </a:p>
      </dgm:t>
    </dgm:pt>
    <dgm:pt modelId="{C1487623-D6EF-4DC9-A26B-B4D9F56DBBA0}">
      <dgm:prSet phldrT="[Text]" custT="1"/>
      <dgm:spPr>
        <a:ln w="3175"/>
      </dgm:spPr>
      <dgm:t>
        <a:bodyPr/>
        <a:lstStyle/>
        <a:p>
          <a:pPr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Cross-Service Coverage Reporting</a:t>
          </a:r>
        </a:p>
      </dgm:t>
    </dgm:pt>
    <dgm:pt modelId="{88AA33B8-D6A3-4E9A-9F81-6E4FD7225031}" type="parTrans" cxnId="{36859BB4-088D-4849-8D2B-5546DF5E5152}">
      <dgm:prSet/>
      <dgm:spPr/>
      <dgm:t>
        <a:bodyPr/>
        <a:lstStyle/>
        <a:p>
          <a:endParaRPr lang="en-US"/>
        </a:p>
      </dgm:t>
    </dgm:pt>
    <dgm:pt modelId="{747AE6A8-66B2-4275-A41E-E0547DAE5772}" type="sibTrans" cxnId="{36859BB4-088D-4849-8D2B-5546DF5E5152}">
      <dgm:prSet/>
      <dgm:spPr/>
      <dgm:t>
        <a:bodyPr/>
        <a:lstStyle/>
        <a:p>
          <a:endParaRPr lang="en-US"/>
        </a:p>
      </dgm:t>
    </dgm:pt>
    <dgm:pt modelId="{E8582F29-9E0D-4343-B9D4-69A9C6F34F09}">
      <dgm:prSet custT="1"/>
      <dgm:spPr>
        <a:ln w="3175"/>
      </dgm:spPr>
      <dgm:t>
        <a:bodyPr/>
        <a:lstStyle/>
        <a:p>
          <a:pPr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Engaging Stakeholders with Insights</a:t>
          </a:r>
        </a:p>
      </dgm:t>
    </dgm:pt>
    <dgm:pt modelId="{DF64ECE9-3F73-4CB7-B4EC-18113026F324}" type="parTrans" cxnId="{440ACCEA-C0CE-4BBE-BAAC-42FA34D535B3}">
      <dgm:prSet/>
      <dgm:spPr/>
      <dgm:t>
        <a:bodyPr/>
        <a:lstStyle/>
        <a:p>
          <a:endParaRPr lang="en-US"/>
        </a:p>
      </dgm:t>
    </dgm:pt>
    <dgm:pt modelId="{40081D23-DE8C-43DF-9C89-0B29B2361FDF}" type="sibTrans" cxnId="{440ACCEA-C0CE-4BBE-BAAC-42FA34D535B3}">
      <dgm:prSet/>
      <dgm:spPr/>
      <dgm:t>
        <a:bodyPr/>
        <a:lstStyle/>
        <a:p>
          <a:endParaRPr lang="en-US"/>
        </a:p>
      </dgm:t>
    </dgm:pt>
    <dgm:pt modelId="{0C5E62AA-C159-4A2C-BF47-B8BCBE7E802F}">
      <dgm:prSet phldrT="[Text]"/>
      <dgm:spPr>
        <a:solidFill>
          <a:srgbClr val="0070C0"/>
        </a:solidFill>
        <a:ln>
          <a:solidFill>
            <a:srgbClr val="0070C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9D5A1D2B-2E95-4294-8645-B0B471B7776F}" type="sibTrans" cxnId="{456381CA-42B7-4FC2-9298-59B9BA2C91F3}">
      <dgm:prSet/>
      <dgm:spPr/>
      <dgm:t>
        <a:bodyPr/>
        <a:lstStyle/>
        <a:p>
          <a:endParaRPr lang="en-US"/>
        </a:p>
      </dgm:t>
    </dgm:pt>
    <dgm:pt modelId="{179BD689-6E37-4DA8-AD8C-3C17A3B4C367}" type="parTrans" cxnId="{456381CA-42B7-4FC2-9298-59B9BA2C91F3}">
      <dgm:prSet/>
      <dgm:spPr/>
      <dgm:t>
        <a:bodyPr/>
        <a:lstStyle/>
        <a:p>
          <a:endParaRPr lang="en-US"/>
        </a:p>
      </dgm:t>
    </dgm:pt>
    <dgm:pt modelId="{2F057300-BFF2-4B8C-BA97-5010C7EE3D10}">
      <dgm:prSet phldrT="[Text]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EACEA77-E0BA-4AB8-888E-4E7E507AD2FB}" type="sibTrans" cxnId="{CABED894-AD8D-4AF9-856B-48B9AAAB7404}">
      <dgm:prSet/>
      <dgm:spPr/>
      <dgm:t>
        <a:bodyPr/>
        <a:lstStyle/>
        <a:p>
          <a:endParaRPr lang="en-US"/>
        </a:p>
      </dgm:t>
    </dgm:pt>
    <dgm:pt modelId="{9E993A3F-236D-4C6E-A8B8-26D2A387C42B}" type="parTrans" cxnId="{CABED894-AD8D-4AF9-856B-48B9AAAB7404}">
      <dgm:prSet/>
      <dgm:spPr/>
      <dgm:t>
        <a:bodyPr/>
        <a:lstStyle/>
        <a:p>
          <a:endParaRPr lang="en-US"/>
        </a:p>
      </dgm:t>
    </dgm:pt>
    <dgm:pt modelId="{0B92D837-8A68-4E55-9CAF-C3460BC44D5A}">
      <dgm:prSet phldrT="[Text]"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72765720-B13D-4737-ADE7-68CEAA3106C1}" type="sibTrans" cxnId="{D6043557-E1FA-4D90-AEE2-08861159F573}">
      <dgm:prSet/>
      <dgm:spPr/>
      <dgm:t>
        <a:bodyPr/>
        <a:lstStyle/>
        <a:p>
          <a:endParaRPr lang="en-US"/>
        </a:p>
      </dgm:t>
    </dgm:pt>
    <dgm:pt modelId="{537AA993-8455-4B34-A5A4-A270C829B541}" type="parTrans" cxnId="{D6043557-E1FA-4D90-AEE2-08861159F573}">
      <dgm:prSet/>
      <dgm:spPr/>
      <dgm:t>
        <a:bodyPr/>
        <a:lstStyle/>
        <a:p>
          <a:endParaRPr lang="en-US"/>
        </a:p>
      </dgm:t>
    </dgm:pt>
    <dgm:pt modelId="{9EFE6A66-17DB-4CB7-B45F-7EBEE49EDC5A}" type="pres">
      <dgm:prSet presAssocID="{BFD0BB63-621F-49BE-8B83-322F54A1DD9A}" presName="linearFlow" presStyleCnt="0">
        <dgm:presLayoutVars>
          <dgm:dir/>
          <dgm:animLvl val="lvl"/>
          <dgm:resizeHandles val="exact"/>
        </dgm:presLayoutVars>
      </dgm:prSet>
      <dgm:spPr/>
    </dgm:pt>
    <dgm:pt modelId="{A808DB0B-8EDE-4DA4-939B-01531AA2C0A0}" type="pres">
      <dgm:prSet presAssocID="{34FE7A91-CE47-4D03-9DC3-3A12918ADA47}" presName="composite" presStyleCnt="0"/>
      <dgm:spPr/>
    </dgm:pt>
    <dgm:pt modelId="{D1860F8B-4564-412D-BC2E-C0B5CC368363}" type="pres">
      <dgm:prSet presAssocID="{34FE7A91-CE47-4D03-9DC3-3A12918ADA47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F4B0263-7BE2-489B-B591-B6900B046DCD}" type="pres">
      <dgm:prSet presAssocID="{34FE7A91-CE47-4D03-9DC3-3A12918ADA47}" presName="descendantText" presStyleLbl="alignAcc1" presStyleIdx="0" presStyleCnt="4">
        <dgm:presLayoutVars>
          <dgm:bulletEnabled val="1"/>
        </dgm:presLayoutVars>
      </dgm:prSet>
      <dgm:spPr/>
    </dgm:pt>
    <dgm:pt modelId="{5D5666C9-2AEA-4379-94C8-0C7807DE113A}" type="pres">
      <dgm:prSet presAssocID="{1ECFF617-1739-45F1-B659-50CDAB51ECA0}" presName="sp" presStyleCnt="0"/>
      <dgm:spPr/>
    </dgm:pt>
    <dgm:pt modelId="{11D898AF-79BA-4C56-91EA-05B87F6147DD}" type="pres">
      <dgm:prSet presAssocID="{0B92D837-8A68-4E55-9CAF-C3460BC44D5A}" presName="composite" presStyleCnt="0"/>
      <dgm:spPr/>
    </dgm:pt>
    <dgm:pt modelId="{179B860B-4223-42DE-83D2-03DA0EE619B0}" type="pres">
      <dgm:prSet presAssocID="{0B92D837-8A68-4E55-9CAF-C3460BC44D5A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409CE92C-993B-4E38-A0D8-E36921CFF71B}" type="pres">
      <dgm:prSet presAssocID="{0B92D837-8A68-4E55-9CAF-C3460BC44D5A}" presName="descendantText" presStyleLbl="alignAcc1" presStyleIdx="1" presStyleCnt="4">
        <dgm:presLayoutVars>
          <dgm:bulletEnabled val="1"/>
        </dgm:presLayoutVars>
      </dgm:prSet>
      <dgm:spPr/>
    </dgm:pt>
    <dgm:pt modelId="{65A8FB99-4FA1-4884-B323-BEAF1FBDFC2D}" type="pres">
      <dgm:prSet presAssocID="{72765720-B13D-4737-ADE7-68CEAA3106C1}" presName="sp" presStyleCnt="0"/>
      <dgm:spPr/>
    </dgm:pt>
    <dgm:pt modelId="{C3085CA3-9258-41D2-826A-88AD07724F88}" type="pres">
      <dgm:prSet presAssocID="{2F057300-BFF2-4B8C-BA97-5010C7EE3D10}" presName="composite" presStyleCnt="0"/>
      <dgm:spPr/>
    </dgm:pt>
    <dgm:pt modelId="{19F76427-40F9-42E9-A953-1A4E08C38E69}" type="pres">
      <dgm:prSet presAssocID="{2F057300-BFF2-4B8C-BA97-5010C7EE3D1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E172197B-DE26-4D8E-B558-586308A82090}" type="pres">
      <dgm:prSet presAssocID="{2F057300-BFF2-4B8C-BA97-5010C7EE3D10}" presName="descendantText" presStyleLbl="alignAcc1" presStyleIdx="2" presStyleCnt="4">
        <dgm:presLayoutVars>
          <dgm:bulletEnabled val="1"/>
        </dgm:presLayoutVars>
      </dgm:prSet>
      <dgm:spPr/>
    </dgm:pt>
    <dgm:pt modelId="{80B45F9C-9637-45E8-AD31-63CF02F36C6B}" type="pres">
      <dgm:prSet presAssocID="{CEACEA77-E0BA-4AB8-888E-4E7E507AD2FB}" presName="sp" presStyleCnt="0"/>
      <dgm:spPr/>
    </dgm:pt>
    <dgm:pt modelId="{0AAA3EB6-98EE-49D1-9486-AB4CDE9289D3}" type="pres">
      <dgm:prSet presAssocID="{0C5E62AA-C159-4A2C-BF47-B8BCBE7E802F}" presName="composite" presStyleCnt="0"/>
      <dgm:spPr/>
    </dgm:pt>
    <dgm:pt modelId="{959EAD23-5EF6-4EDB-8A41-0B30572259BE}" type="pres">
      <dgm:prSet presAssocID="{0C5E62AA-C159-4A2C-BF47-B8BCBE7E802F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53ECC2A-169D-48A0-9D26-24A8B4501782}" type="pres">
      <dgm:prSet presAssocID="{0C5E62AA-C159-4A2C-BF47-B8BCBE7E802F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53F8E700-41E7-4DB6-B84F-55DC9C8DC46B}" type="presOf" srcId="{62B39665-CE45-418F-8BAC-2C8EAC200290}" destId="{409CE92C-993B-4E38-A0D8-E36921CFF71B}" srcOrd="0" destOrd="0" presId="urn:microsoft.com/office/officeart/2005/8/layout/chevron2"/>
    <dgm:cxn modelId="{001A8E12-0BA7-4CAB-9166-EF024F452EB4}" srcId="{BFD0BB63-621F-49BE-8B83-322F54A1DD9A}" destId="{34FE7A91-CE47-4D03-9DC3-3A12918ADA47}" srcOrd="0" destOrd="0" parTransId="{667C222A-8F5D-4CA0-8B45-FEB308C059AE}" sibTransId="{1ECFF617-1739-45F1-B659-50CDAB51ECA0}"/>
    <dgm:cxn modelId="{1CDCA027-954A-4245-91C6-050391D11505}" type="presOf" srcId="{34FE7A91-CE47-4D03-9DC3-3A12918ADA47}" destId="{D1860F8B-4564-412D-BC2E-C0B5CC368363}" srcOrd="0" destOrd="0" presId="urn:microsoft.com/office/officeart/2005/8/layout/chevron2"/>
    <dgm:cxn modelId="{39FD982A-7807-4FA2-9829-C8BED2770A62}" type="presOf" srcId="{BFD0BB63-621F-49BE-8B83-322F54A1DD9A}" destId="{9EFE6A66-17DB-4CB7-B45F-7EBEE49EDC5A}" srcOrd="0" destOrd="0" presId="urn:microsoft.com/office/officeart/2005/8/layout/chevron2"/>
    <dgm:cxn modelId="{7B19B02D-A4EF-4248-9DA7-185029FDB960}" type="presOf" srcId="{C1487623-D6EF-4DC9-A26B-B4D9F56DBBA0}" destId="{E172197B-DE26-4D8E-B558-586308A82090}" srcOrd="0" destOrd="0" presId="urn:microsoft.com/office/officeart/2005/8/layout/chevron2"/>
    <dgm:cxn modelId="{F639C82E-2293-41DF-A50D-87D9E871125E}" type="presOf" srcId="{0C5E62AA-C159-4A2C-BF47-B8BCBE7E802F}" destId="{959EAD23-5EF6-4EDB-8A41-0B30572259BE}" srcOrd="0" destOrd="0" presId="urn:microsoft.com/office/officeart/2005/8/layout/chevron2"/>
    <dgm:cxn modelId="{15642136-8593-4773-B642-597042A7B0BA}" srcId="{34FE7A91-CE47-4D03-9DC3-3A12918ADA47}" destId="{86678215-FF08-4EC8-8C84-94F3703CBF29}" srcOrd="0" destOrd="0" parTransId="{ED787412-76FD-4A36-855F-33C2F578D372}" sibTransId="{712D2330-7555-434D-B402-A044CEADBB02}"/>
    <dgm:cxn modelId="{F3996F44-4359-4516-ABD4-E11BA8A49ADE}" type="presOf" srcId="{2F057300-BFF2-4B8C-BA97-5010C7EE3D10}" destId="{19F76427-40F9-42E9-A953-1A4E08C38E69}" srcOrd="0" destOrd="0" presId="urn:microsoft.com/office/officeart/2005/8/layout/chevron2"/>
    <dgm:cxn modelId="{8944BD4E-3B6A-457C-9F70-17025F5349E1}" type="presOf" srcId="{E8582F29-9E0D-4343-B9D4-69A9C6F34F09}" destId="{D53ECC2A-169D-48A0-9D26-24A8B4501782}" srcOrd="0" destOrd="0" presId="urn:microsoft.com/office/officeart/2005/8/layout/chevron2"/>
    <dgm:cxn modelId="{D6043557-E1FA-4D90-AEE2-08861159F573}" srcId="{BFD0BB63-621F-49BE-8B83-322F54A1DD9A}" destId="{0B92D837-8A68-4E55-9CAF-C3460BC44D5A}" srcOrd="1" destOrd="0" parTransId="{537AA993-8455-4B34-A5A4-A270C829B541}" sibTransId="{72765720-B13D-4737-ADE7-68CEAA3106C1}"/>
    <dgm:cxn modelId="{CABED894-AD8D-4AF9-856B-48B9AAAB7404}" srcId="{BFD0BB63-621F-49BE-8B83-322F54A1DD9A}" destId="{2F057300-BFF2-4B8C-BA97-5010C7EE3D10}" srcOrd="2" destOrd="0" parTransId="{9E993A3F-236D-4C6E-A8B8-26D2A387C42B}" sibTransId="{CEACEA77-E0BA-4AB8-888E-4E7E507AD2FB}"/>
    <dgm:cxn modelId="{36859BB4-088D-4849-8D2B-5546DF5E5152}" srcId="{2F057300-BFF2-4B8C-BA97-5010C7EE3D10}" destId="{C1487623-D6EF-4DC9-A26B-B4D9F56DBBA0}" srcOrd="0" destOrd="0" parTransId="{88AA33B8-D6A3-4E9A-9F81-6E4FD7225031}" sibTransId="{747AE6A8-66B2-4275-A41E-E0547DAE5772}"/>
    <dgm:cxn modelId="{A01451BC-48E7-45A4-9B36-B928920F0726}" type="presOf" srcId="{0B92D837-8A68-4E55-9CAF-C3460BC44D5A}" destId="{179B860B-4223-42DE-83D2-03DA0EE619B0}" srcOrd="0" destOrd="0" presId="urn:microsoft.com/office/officeart/2005/8/layout/chevron2"/>
    <dgm:cxn modelId="{B90D98BD-2FE0-4F3E-B11B-45FF0C2BD075}" srcId="{0B92D837-8A68-4E55-9CAF-C3460BC44D5A}" destId="{62B39665-CE45-418F-8BAC-2C8EAC200290}" srcOrd="0" destOrd="0" parTransId="{99A0D74C-BB71-46CE-8DB4-24DA6541F0C8}" sibTransId="{0BC74FCD-B424-4796-8F3F-023D8565B995}"/>
    <dgm:cxn modelId="{456381CA-42B7-4FC2-9298-59B9BA2C91F3}" srcId="{BFD0BB63-621F-49BE-8B83-322F54A1DD9A}" destId="{0C5E62AA-C159-4A2C-BF47-B8BCBE7E802F}" srcOrd="3" destOrd="0" parTransId="{179BD689-6E37-4DA8-AD8C-3C17A3B4C367}" sibTransId="{9D5A1D2B-2E95-4294-8645-B0B471B7776F}"/>
    <dgm:cxn modelId="{440ACCEA-C0CE-4BBE-BAAC-42FA34D535B3}" srcId="{0C5E62AA-C159-4A2C-BF47-B8BCBE7E802F}" destId="{E8582F29-9E0D-4343-B9D4-69A9C6F34F09}" srcOrd="0" destOrd="0" parTransId="{DF64ECE9-3F73-4CB7-B4EC-18113026F324}" sibTransId="{40081D23-DE8C-43DF-9C89-0B29B2361FDF}"/>
    <dgm:cxn modelId="{334C06F7-9495-4A22-83DC-5F3DAC129F9D}" type="presOf" srcId="{86678215-FF08-4EC8-8C84-94F3703CBF29}" destId="{8F4B0263-7BE2-489B-B591-B6900B046DCD}" srcOrd="0" destOrd="0" presId="urn:microsoft.com/office/officeart/2005/8/layout/chevron2"/>
    <dgm:cxn modelId="{B284F9D8-6B33-4154-9039-1F635275F6DB}" type="presParOf" srcId="{9EFE6A66-17DB-4CB7-B45F-7EBEE49EDC5A}" destId="{A808DB0B-8EDE-4DA4-939B-01531AA2C0A0}" srcOrd="0" destOrd="0" presId="urn:microsoft.com/office/officeart/2005/8/layout/chevron2"/>
    <dgm:cxn modelId="{02C36C63-596A-40E6-BCE3-7B9FF57853BE}" type="presParOf" srcId="{A808DB0B-8EDE-4DA4-939B-01531AA2C0A0}" destId="{D1860F8B-4564-412D-BC2E-C0B5CC368363}" srcOrd="0" destOrd="0" presId="urn:microsoft.com/office/officeart/2005/8/layout/chevron2"/>
    <dgm:cxn modelId="{68EEE7E5-9733-4CC7-8A83-B8ABF6F8AA02}" type="presParOf" srcId="{A808DB0B-8EDE-4DA4-939B-01531AA2C0A0}" destId="{8F4B0263-7BE2-489B-B591-B6900B046DCD}" srcOrd="1" destOrd="0" presId="urn:microsoft.com/office/officeart/2005/8/layout/chevron2"/>
    <dgm:cxn modelId="{E530BE65-A539-403D-BEF6-A53889947170}" type="presParOf" srcId="{9EFE6A66-17DB-4CB7-B45F-7EBEE49EDC5A}" destId="{5D5666C9-2AEA-4379-94C8-0C7807DE113A}" srcOrd="1" destOrd="0" presId="urn:microsoft.com/office/officeart/2005/8/layout/chevron2"/>
    <dgm:cxn modelId="{7F6656C3-3597-42E5-8E23-AC63504B47A8}" type="presParOf" srcId="{9EFE6A66-17DB-4CB7-B45F-7EBEE49EDC5A}" destId="{11D898AF-79BA-4C56-91EA-05B87F6147DD}" srcOrd="2" destOrd="0" presId="urn:microsoft.com/office/officeart/2005/8/layout/chevron2"/>
    <dgm:cxn modelId="{DD59A31F-3903-4024-900B-064A7C112C62}" type="presParOf" srcId="{11D898AF-79BA-4C56-91EA-05B87F6147DD}" destId="{179B860B-4223-42DE-83D2-03DA0EE619B0}" srcOrd="0" destOrd="0" presId="urn:microsoft.com/office/officeart/2005/8/layout/chevron2"/>
    <dgm:cxn modelId="{99C2054E-BEFD-4E28-8C48-180C0E96E1EE}" type="presParOf" srcId="{11D898AF-79BA-4C56-91EA-05B87F6147DD}" destId="{409CE92C-993B-4E38-A0D8-E36921CFF71B}" srcOrd="1" destOrd="0" presId="urn:microsoft.com/office/officeart/2005/8/layout/chevron2"/>
    <dgm:cxn modelId="{35D92D64-7540-47A1-8445-AEB6C78CABAB}" type="presParOf" srcId="{9EFE6A66-17DB-4CB7-B45F-7EBEE49EDC5A}" destId="{65A8FB99-4FA1-4884-B323-BEAF1FBDFC2D}" srcOrd="3" destOrd="0" presId="urn:microsoft.com/office/officeart/2005/8/layout/chevron2"/>
    <dgm:cxn modelId="{82B09F60-E97E-49B2-8237-39D5C824ABA2}" type="presParOf" srcId="{9EFE6A66-17DB-4CB7-B45F-7EBEE49EDC5A}" destId="{C3085CA3-9258-41D2-826A-88AD07724F88}" srcOrd="4" destOrd="0" presId="urn:microsoft.com/office/officeart/2005/8/layout/chevron2"/>
    <dgm:cxn modelId="{83C48F4C-537D-4AB6-B577-11DF308B25E3}" type="presParOf" srcId="{C3085CA3-9258-41D2-826A-88AD07724F88}" destId="{19F76427-40F9-42E9-A953-1A4E08C38E69}" srcOrd="0" destOrd="0" presId="urn:microsoft.com/office/officeart/2005/8/layout/chevron2"/>
    <dgm:cxn modelId="{0D7B8855-BEAA-4B8B-AE2F-2ED24FF72DD3}" type="presParOf" srcId="{C3085CA3-9258-41D2-826A-88AD07724F88}" destId="{E172197B-DE26-4D8E-B558-586308A82090}" srcOrd="1" destOrd="0" presId="urn:microsoft.com/office/officeart/2005/8/layout/chevron2"/>
    <dgm:cxn modelId="{FC901D0C-5659-49C8-BEDF-D9F29F787E2A}" type="presParOf" srcId="{9EFE6A66-17DB-4CB7-B45F-7EBEE49EDC5A}" destId="{80B45F9C-9637-45E8-AD31-63CF02F36C6B}" srcOrd="5" destOrd="0" presId="urn:microsoft.com/office/officeart/2005/8/layout/chevron2"/>
    <dgm:cxn modelId="{DE6A0635-0B6D-4030-862F-F5D682617677}" type="presParOf" srcId="{9EFE6A66-17DB-4CB7-B45F-7EBEE49EDC5A}" destId="{0AAA3EB6-98EE-49D1-9486-AB4CDE9289D3}" srcOrd="6" destOrd="0" presId="urn:microsoft.com/office/officeart/2005/8/layout/chevron2"/>
    <dgm:cxn modelId="{6D0D715B-0814-4E01-ADCA-D9DDE4EE7DC3}" type="presParOf" srcId="{0AAA3EB6-98EE-49D1-9486-AB4CDE9289D3}" destId="{959EAD23-5EF6-4EDB-8A41-0B30572259BE}" srcOrd="0" destOrd="0" presId="urn:microsoft.com/office/officeart/2005/8/layout/chevron2"/>
    <dgm:cxn modelId="{72B29CEF-0054-409D-9C51-B2289CB9C28B}" type="presParOf" srcId="{0AAA3EB6-98EE-49D1-9486-AB4CDE9289D3}" destId="{D53ECC2A-169D-48A0-9D26-24A8B450178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6DBCC-AA84-4257-B668-98B751093805}">
      <dsp:nvSpPr>
        <dsp:cNvPr id="0" name=""/>
        <dsp:cNvSpPr/>
      </dsp:nvSpPr>
      <dsp:spPr>
        <a:xfrm rot="5400000">
          <a:off x="236988" y="1564972"/>
          <a:ext cx="707860" cy="1177864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36BB4-A3F0-48DD-A692-E3F857041B16}">
      <dsp:nvSpPr>
        <dsp:cNvPr id="0" name=""/>
        <dsp:cNvSpPr/>
      </dsp:nvSpPr>
      <dsp:spPr>
        <a:xfrm>
          <a:off x="118828" y="1916900"/>
          <a:ext cx="1063382" cy="932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dirty="0"/>
            <a:t>POC Initiation and Goal Setting</a:t>
          </a:r>
          <a:endParaRPr lang="en-US" sz="1100" kern="1200" dirty="0"/>
        </a:p>
      </dsp:txBody>
      <dsp:txXfrm>
        <a:off x="118828" y="1916900"/>
        <a:ext cx="1063382" cy="932117"/>
      </dsp:txXfrm>
    </dsp:sp>
    <dsp:sp modelId="{5E1B976C-CC04-4E85-968D-B3BDB4EE62E9}">
      <dsp:nvSpPr>
        <dsp:cNvPr id="0" name=""/>
        <dsp:cNvSpPr/>
      </dsp:nvSpPr>
      <dsp:spPr>
        <a:xfrm>
          <a:off x="981573" y="1478256"/>
          <a:ext cx="200638" cy="200638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8A0E4-8AB2-4E59-9F2F-7C2FD01AED80}">
      <dsp:nvSpPr>
        <dsp:cNvPr id="0" name=""/>
        <dsp:cNvSpPr/>
      </dsp:nvSpPr>
      <dsp:spPr>
        <a:xfrm rot="5400000">
          <a:off x="1538776" y="1242843"/>
          <a:ext cx="707860" cy="1177864"/>
        </a:xfrm>
        <a:prstGeom prst="corner">
          <a:avLst>
            <a:gd name="adj1" fmla="val 16120"/>
            <a:gd name="adj2" fmla="val 16110"/>
          </a:avLst>
        </a:prstGeom>
        <a:solidFill>
          <a:srgbClr val="FFC000"/>
        </a:solidFill>
        <a:ln w="1905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D0BD6-6773-44C0-A28C-02412C1990C9}">
      <dsp:nvSpPr>
        <dsp:cNvPr id="0" name=""/>
        <dsp:cNvSpPr/>
      </dsp:nvSpPr>
      <dsp:spPr>
        <a:xfrm>
          <a:off x="1420617" y="1594771"/>
          <a:ext cx="1063382" cy="932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dirty="0"/>
            <a:t>POC Success &amp; Transition to Full-Scale Implementation</a:t>
          </a:r>
          <a:endParaRPr lang="en-US" sz="1100" kern="1200" dirty="0"/>
        </a:p>
      </dsp:txBody>
      <dsp:txXfrm>
        <a:off x="1420617" y="1594771"/>
        <a:ext cx="1063382" cy="932117"/>
      </dsp:txXfrm>
    </dsp:sp>
    <dsp:sp modelId="{334BD2FB-79FD-4E55-9903-2BE00DBC70EC}">
      <dsp:nvSpPr>
        <dsp:cNvPr id="0" name=""/>
        <dsp:cNvSpPr/>
      </dsp:nvSpPr>
      <dsp:spPr>
        <a:xfrm>
          <a:off x="2283361" y="1156127"/>
          <a:ext cx="200638" cy="200638"/>
        </a:xfrm>
        <a:prstGeom prst="triangle">
          <a:avLst>
            <a:gd name="adj" fmla="val 100000"/>
          </a:avLst>
        </a:prstGeom>
        <a:solidFill>
          <a:srgbClr val="FFC000"/>
        </a:solidFill>
        <a:ln w="1905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AE855-A011-4D4C-8B3B-E878C93B4AF8}">
      <dsp:nvSpPr>
        <dsp:cNvPr id="0" name=""/>
        <dsp:cNvSpPr/>
      </dsp:nvSpPr>
      <dsp:spPr>
        <a:xfrm rot="5400000">
          <a:off x="2840565" y="920714"/>
          <a:ext cx="707860" cy="1177864"/>
        </a:xfrm>
        <a:prstGeom prst="corner">
          <a:avLst>
            <a:gd name="adj1" fmla="val 16120"/>
            <a:gd name="adj2" fmla="val 16110"/>
          </a:avLst>
        </a:prstGeom>
        <a:solidFill>
          <a:srgbClr val="00B050"/>
        </a:solidFill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9516E-558C-4854-8988-067E335425DE}">
      <dsp:nvSpPr>
        <dsp:cNvPr id="0" name=""/>
        <dsp:cNvSpPr/>
      </dsp:nvSpPr>
      <dsp:spPr>
        <a:xfrm>
          <a:off x="2722405" y="1272642"/>
          <a:ext cx="1063382" cy="932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dirty="0"/>
            <a:t>Baseline Establishment</a:t>
          </a:r>
          <a:endParaRPr lang="en-US" sz="1100" kern="1200" dirty="0"/>
        </a:p>
      </dsp:txBody>
      <dsp:txXfrm>
        <a:off x="2722405" y="1272642"/>
        <a:ext cx="1063382" cy="9321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6DBCC-AA84-4257-B668-98B751093805}">
      <dsp:nvSpPr>
        <dsp:cNvPr id="0" name=""/>
        <dsp:cNvSpPr/>
      </dsp:nvSpPr>
      <dsp:spPr>
        <a:xfrm rot="5400000">
          <a:off x="236988" y="1564972"/>
          <a:ext cx="707860" cy="1177864"/>
        </a:xfrm>
        <a:prstGeom prst="corner">
          <a:avLst>
            <a:gd name="adj1" fmla="val 16120"/>
            <a:gd name="adj2" fmla="val 16110"/>
          </a:avLst>
        </a:prstGeom>
        <a:solidFill>
          <a:srgbClr val="002060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36BB4-A3F0-48DD-A692-E3F857041B16}">
      <dsp:nvSpPr>
        <dsp:cNvPr id="0" name=""/>
        <dsp:cNvSpPr/>
      </dsp:nvSpPr>
      <dsp:spPr>
        <a:xfrm>
          <a:off x="118828" y="1916900"/>
          <a:ext cx="1063382" cy="932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Customized Reports</a:t>
          </a:r>
        </a:p>
      </dsp:txBody>
      <dsp:txXfrm>
        <a:off x="118828" y="1916900"/>
        <a:ext cx="1063382" cy="932117"/>
      </dsp:txXfrm>
    </dsp:sp>
    <dsp:sp modelId="{5E1B976C-CC04-4E85-968D-B3BDB4EE62E9}">
      <dsp:nvSpPr>
        <dsp:cNvPr id="0" name=""/>
        <dsp:cNvSpPr/>
      </dsp:nvSpPr>
      <dsp:spPr>
        <a:xfrm>
          <a:off x="981573" y="1478256"/>
          <a:ext cx="200638" cy="200638"/>
        </a:xfrm>
        <a:prstGeom prst="triangle">
          <a:avLst>
            <a:gd name="adj" fmla="val 100000"/>
          </a:avLst>
        </a:prstGeom>
        <a:solidFill>
          <a:srgbClr val="002060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8A0E4-8AB2-4E59-9F2F-7C2FD01AED80}">
      <dsp:nvSpPr>
        <dsp:cNvPr id="0" name=""/>
        <dsp:cNvSpPr/>
      </dsp:nvSpPr>
      <dsp:spPr>
        <a:xfrm rot="5400000">
          <a:off x="1538776" y="1242843"/>
          <a:ext cx="707860" cy="1177864"/>
        </a:xfrm>
        <a:prstGeom prst="corner">
          <a:avLst>
            <a:gd name="adj1" fmla="val 16120"/>
            <a:gd name="adj2" fmla="val 16110"/>
          </a:avLst>
        </a:prstGeom>
        <a:solidFill>
          <a:schemeClr val="accent2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D0BD6-6773-44C0-A28C-02412C1990C9}">
      <dsp:nvSpPr>
        <dsp:cNvPr id="0" name=""/>
        <dsp:cNvSpPr/>
      </dsp:nvSpPr>
      <dsp:spPr>
        <a:xfrm>
          <a:off x="1420617" y="1594771"/>
          <a:ext cx="1063382" cy="932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Integration into CI/CD Pipeline</a:t>
          </a:r>
          <a:endParaRPr lang="en-US" sz="1100" b="0" i="0" u="none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1420617" y="1594771"/>
        <a:ext cx="1063382" cy="932117"/>
      </dsp:txXfrm>
    </dsp:sp>
    <dsp:sp modelId="{334BD2FB-79FD-4E55-9903-2BE00DBC70EC}">
      <dsp:nvSpPr>
        <dsp:cNvPr id="0" name=""/>
        <dsp:cNvSpPr/>
      </dsp:nvSpPr>
      <dsp:spPr>
        <a:xfrm>
          <a:off x="2283361" y="1156127"/>
          <a:ext cx="200638" cy="200638"/>
        </a:xfrm>
        <a:prstGeom prst="triangle">
          <a:avLst>
            <a:gd name="adj" fmla="val 100000"/>
          </a:avLst>
        </a:prstGeom>
        <a:solidFill>
          <a:schemeClr val="accent2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AE855-A011-4D4C-8B3B-E878C93B4AF8}">
      <dsp:nvSpPr>
        <dsp:cNvPr id="0" name=""/>
        <dsp:cNvSpPr/>
      </dsp:nvSpPr>
      <dsp:spPr>
        <a:xfrm rot="5400000">
          <a:off x="2840565" y="920714"/>
          <a:ext cx="707860" cy="1177864"/>
        </a:xfrm>
        <a:prstGeom prst="corner">
          <a:avLst>
            <a:gd name="adj1" fmla="val 16120"/>
            <a:gd name="adj2" fmla="val 16110"/>
          </a:avLst>
        </a:prstGeom>
        <a:solidFill>
          <a:schemeClr val="accent4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9516E-558C-4854-8988-067E335425DE}">
      <dsp:nvSpPr>
        <dsp:cNvPr id="0" name=""/>
        <dsp:cNvSpPr/>
      </dsp:nvSpPr>
      <dsp:spPr>
        <a:xfrm>
          <a:off x="2722405" y="1272642"/>
          <a:ext cx="1063382" cy="932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Thresholds for Quality Gates</a:t>
          </a:r>
        </a:p>
      </dsp:txBody>
      <dsp:txXfrm>
        <a:off x="2722405" y="1272642"/>
        <a:ext cx="1063382" cy="9321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60F8B-4564-412D-BC2E-C0B5CC368363}">
      <dsp:nvSpPr>
        <dsp:cNvPr id="0" name=""/>
        <dsp:cNvSpPr/>
      </dsp:nvSpPr>
      <dsp:spPr>
        <a:xfrm rot="5400000">
          <a:off x="-116116" y="117270"/>
          <a:ext cx="774107" cy="541875"/>
        </a:xfrm>
        <a:prstGeom prst="chevron">
          <a:avLst/>
        </a:prstGeom>
        <a:solidFill>
          <a:srgbClr val="92D050"/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-5400000">
        <a:off x="1" y="272092"/>
        <a:ext cx="541875" cy="232232"/>
      </dsp:txXfrm>
    </dsp:sp>
    <dsp:sp modelId="{8F4B0263-7BE2-489B-B591-B6900B046DCD}">
      <dsp:nvSpPr>
        <dsp:cNvPr id="0" name=""/>
        <dsp:cNvSpPr/>
      </dsp:nvSpPr>
      <dsp:spPr>
        <a:xfrm rot="5400000">
          <a:off x="1687999" y="-1144969"/>
          <a:ext cx="503170" cy="27954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Coverage Improvement &amp; Gap Identification</a:t>
          </a:r>
        </a:p>
      </dsp:txBody>
      <dsp:txXfrm rot="-5400000">
        <a:off x="541876" y="25717"/>
        <a:ext cx="2770855" cy="454044"/>
      </dsp:txXfrm>
    </dsp:sp>
    <dsp:sp modelId="{179B860B-4223-42DE-83D2-03DA0EE619B0}">
      <dsp:nvSpPr>
        <dsp:cNvPr id="0" name=""/>
        <dsp:cNvSpPr/>
      </dsp:nvSpPr>
      <dsp:spPr>
        <a:xfrm rot="5400000">
          <a:off x="-116116" y="733395"/>
          <a:ext cx="774107" cy="541875"/>
        </a:xfrm>
        <a:prstGeom prst="chevron">
          <a:avLst/>
        </a:prstGeom>
        <a:solidFill>
          <a:srgbClr val="00B050"/>
        </a:solidFill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</a:t>
          </a:r>
        </a:p>
      </dsp:txBody>
      <dsp:txXfrm rot="-5400000">
        <a:off x="1" y="888217"/>
        <a:ext cx="541875" cy="232232"/>
      </dsp:txXfrm>
    </dsp:sp>
    <dsp:sp modelId="{409CE92C-993B-4E38-A0D8-E36921CFF71B}">
      <dsp:nvSpPr>
        <dsp:cNvPr id="0" name=""/>
        <dsp:cNvSpPr/>
      </dsp:nvSpPr>
      <dsp:spPr>
        <a:xfrm rot="5400000">
          <a:off x="1687999" y="-528845"/>
          <a:ext cx="503170" cy="27954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Tracking Coverage Trends Over Time</a:t>
          </a:r>
        </a:p>
      </dsp:txBody>
      <dsp:txXfrm rot="-5400000">
        <a:off x="541876" y="641841"/>
        <a:ext cx="2770855" cy="454044"/>
      </dsp:txXfrm>
    </dsp:sp>
    <dsp:sp modelId="{19F76427-40F9-42E9-A953-1A4E08C38E69}">
      <dsp:nvSpPr>
        <dsp:cNvPr id="0" name=""/>
        <dsp:cNvSpPr/>
      </dsp:nvSpPr>
      <dsp:spPr>
        <a:xfrm rot="5400000">
          <a:off x="-116116" y="1349519"/>
          <a:ext cx="774107" cy="541875"/>
        </a:xfrm>
        <a:prstGeom prst="chevron">
          <a:avLst/>
        </a:prstGeom>
        <a:solidFill>
          <a:srgbClr val="00B0F0"/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</a:t>
          </a:r>
        </a:p>
      </dsp:txBody>
      <dsp:txXfrm rot="-5400000">
        <a:off x="1" y="1504341"/>
        <a:ext cx="541875" cy="232232"/>
      </dsp:txXfrm>
    </dsp:sp>
    <dsp:sp modelId="{E172197B-DE26-4D8E-B558-586308A82090}">
      <dsp:nvSpPr>
        <dsp:cNvPr id="0" name=""/>
        <dsp:cNvSpPr/>
      </dsp:nvSpPr>
      <dsp:spPr>
        <a:xfrm rot="5400000">
          <a:off x="1687999" y="87279"/>
          <a:ext cx="503170" cy="27954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Cross-Service Coverage Reporting</a:t>
          </a:r>
        </a:p>
      </dsp:txBody>
      <dsp:txXfrm rot="-5400000">
        <a:off x="541876" y="1257966"/>
        <a:ext cx="2770855" cy="454044"/>
      </dsp:txXfrm>
    </dsp:sp>
    <dsp:sp modelId="{959EAD23-5EF6-4EDB-8A41-0B30572259BE}">
      <dsp:nvSpPr>
        <dsp:cNvPr id="0" name=""/>
        <dsp:cNvSpPr/>
      </dsp:nvSpPr>
      <dsp:spPr>
        <a:xfrm rot="5400000">
          <a:off x="-116116" y="1965643"/>
          <a:ext cx="774107" cy="541875"/>
        </a:xfrm>
        <a:prstGeom prst="chevron">
          <a:avLst/>
        </a:prstGeom>
        <a:solidFill>
          <a:srgbClr val="0070C0"/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</a:t>
          </a:r>
        </a:p>
      </dsp:txBody>
      <dsp:txXfrm rot="-5400000">
        <a:off x="1" y="2120465"/>
        <a:ext cx="541875" cy="232232"/>
      </dsp:txXfrm>
    </dsp:sp>
    <dsp:sp modelId="{D53ECC2A-169D-48A0-9D26-24A8B4501782}">
      <dsp:nvSpPr>
        <dsp:cNvPr id="0" name=""/>
        <dsp:cNvSpPr/>
      </dsp:nvSpPr>
      <dsp:spPr>
        <a:xfrm rot="5400000">
          <a:off x="1687999" y="703403"/>
          <a:ext cx="503170" cy="27954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u="none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Engaging Stakeholders with Insights</a:t>
          </a:r>
        </a:p>
      </dsp:txBody>
      <dsp:txXfrm rot="-5400000">
        <a:off x="541876" y="1874090"/>
        <a:ext cx="2770855" cy="454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11215-BB4A-4B00-986E-A28C9B88817F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7B8FD-4183-4BDD-8476-9372E4E08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24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Add: Platform &amp; SI Selection as 4/30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5500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7F5B-7754-12DC-C49F-E9AC620C2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D5859-CCB2-C873-5DC7-E2F45AA72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66867-DDC9-FFFA-CAF1-EBF2B745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932C-562E-E433-9218-ED555A35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E3957-4C64-4A7E-1038-14DC5ADA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2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7759-1C31-D5E2-7355-E65F7175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D7EF9-517E-5D81-E3B5-5AE0F57E2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64AC-17FB-9CA3-9EC6-72A9CA73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45E2F-0A2F-8E24-E838-20333F7D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0F5CB-CD5C-6B9D-BDF9-245DA10D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8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8CED-06E1-6639-94FC-49AAEC52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57445-E4DE-DC57-FC87-3B91F6352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970A6-39E8-1D3A-8200-416A368B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6120-99EC-E34D-D762-F3F83D77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89FDD-EDF2-602F-319C-4E491641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1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F7D8-3581-8BE0-46F7-D0F066EE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700E-16B1-8E86-9665-A33AAA3F2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13922-2A44-C281-BF77-83749864D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BA70C-59A0-5C5D-6F10-49556271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DBE70-2081-711B-D3CD-AF625167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EA007-9D06-C0D1-DFD4-F56DDA0C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2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7C5F-E175-3812-D634-0A8590E3C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66AE2-8A41-8BCF-EB27-996BA7417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14839-7C88-6624-B476-06E3E4E85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C364C8-6FFA-E984-69CC-736B2F654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8A6C4-C213-EC78-69AE-3ACF46985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3B071C-8338-30E3-2352-27117BC1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511A0-DDA1-01AB-B7E9-2F9AF979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13B58-4388-FB3A-F8D1-BA4D6B2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3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5817-695A-D1E1-D65E-5C2E6B2C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E0EFF-39DB-0AD1-DAFE-A9753B5A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AE6BB-A0D5-8D8C-B317-0FFA4BF6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975C4-1F60-3025-8FCE-EFC9F0A4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5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0BF74-7982-8E9E-9877-0083CA4A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527EF-442E-3761-49D6-3D752418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54897-7C6B-BD6B-2C6C-C74042A4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7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3D95-7D87-0661-6477-79AD02E7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19A6B-5ADB-8E1B-43F6-9403A3280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B4745-2C63-0842-F22C-BA2F00C12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541E9-A178-0A14-3EF1-6531601F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4CB4E-57B1-F3B7-6F45-CD402EAB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ED8FD-B42D-A24C-523B-6DB7CC08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F3E0-0241-AD8D-7347-FB73E51F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8D620-2157-21B7-B4D0-0083DE493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6DFAC-0156-D434-F554-98A17BB7A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EB840-8932-8F70-60E2-EB0EFD44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06191-3A7E-CD5A-9979-396E74DB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11713-0A9D-D8B2-3944-B0B3A39B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6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BCDE-06A1-042E-2B6E-1638FE6F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F3CB-86D0-1528-C69D-B1B3C5AB4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CFFD5-530A-FB2D-225A-245B0B5D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9AB4-DFE2-7D1F-6122-2B343487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77EBF-9ED5-B0DE-FD6F-EF8C45D7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3D31C-B629-9F2B-D67F-2AC152099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04D61-5F79-E659-F678-1EF5B92DA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564C7-8372-4F9A-E7CD-46915AD2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D1559-582F-2396-6252-B11F9B79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5C173-7B7C-73AC-F50A-1CD11141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79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295700"/>
            <a:ext cx="11485746" cy="942309"/>
          </a:xfrm>
        </p:spPr>
        <p:txBody>
          <a:bodyPr anchor="t">
            <a:normAutofit/>
          </a:bodyPr>
          <a:lstStyle>
            <a:lvl1pPr algn="l">
              <a:defRPr sz="1925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BC37DB-0D1C-91B3-963F-43C103CE29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169" y="934701"/>
            <a:ext cx="11485562" cy="306389"/>
          </a:xfrm>
        </p:spPr>
        <p:txBody>
          <a:bodyPr anchor="ctr">
            <a:noAutofit/>
          </a:bodyPr>
          <a:lstStyle>
            <a:lvl1pPr marL="0" indent="0" algn="l">
              <a:buNone/>
              <a:defRPr sz="1433" b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D3C9B1-AF19-6394-CDC5-AF94371DF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E38FC-EB4B-2885-C2AA-B23E01DF28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2" y="6233777"/>
            <a:ext cx="366617" cy="373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729FE-372F-9353-E418-F2700652A2BE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77973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ACBB2-8847-055E-CB92-F62ED9F1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0E207-726B-7664-C71F-4CBE9727C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40BB0-48FD-1BF9-BBE4-F11FD2666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BD36A-53C7-4139-B03E-2F95BAB37CD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2B9-5096-ABBC-BA25-A6F282E11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67535-2390-9B13-FF77-C2F409E60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BF50C-2C85-4B54-9F38-3882527FF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7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49542E1-96C9-8560-9EEC-A99E7ED8D9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72062"/>
              </p:ext>
            </p:extLst>
          </p:nvPr>
        </p:nvGraphicFramePr>
        <p:xfrm>
          <a:off x="660400" y="2374064"/>
          <a:ext cx="3787775" cy="4004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56C290-5491-C49F-7436-A5BF8BA08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058626"/>
              </p:ext>
            </p:extLst>
          </p:nvPr>
        </p:nvGraphicFramePr>
        <p:xfrm>
          <a:off x="4556125" y="1426633"/>
          <a:ext cx="3787775" cy="4004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227211F-326E-5331-80D6-5B39C30AE420}"/>
              </a:ext>
            </a:extLst>
          </p:cNvPr>
          <p:cNvSpPr/>
          <p:nvPr/>
        </p:nvSpPr>
        <p:spPr>
          <a:xfrm>
            <a:off x="4247537" y="3228362"/>
            <a:ext cx="200638" cy="200638"/>
          </a:xfrm>
          <a:prstGeom prst="triangle">
            <a:avLst>
              <a:gd name="adj" fmla="val 10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AC9B6B-DE82-2493-B053-0DBB7C2F32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708133"/>
              </p:ext>
            </p:extLst>
          </p:nvPr>
        </p:nvGraphicFramePr>
        <p:xfrm>
          <a:off x="8533787" y="1163934"/>
          <a:ext cx="3337294" cy="2624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868855F-B421-BE2A-A684-081E7C91C50F}"/>
              </a:ext>
            </a:extLst>
          </p:cNvPr>
          <p:cNvSpPr/>
          <p:nvPr/>
        </p:nvSpPr>
        <p:spPr>
          <a:xfrm>
            <a:off x="8219462" y="2272770"/>
            <a:ext cx="200638" cy="200638"/>
          </a:xfrm>
          <a:prstGeom prst="triangle">
            <a:avLst>
              <a:gd name="adj" fmla="val 10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401AE7-C7E0-8D83-B482-287039FB41BE}"/>
              </a:ext>
            </a:extLst>
          </p:cNvPr>
          <p:cNvCxnSpPr>
            <a:cxnSpLocks/>
          </p:cNvCxnSpPr>
          <p:nvPr/>
        </p:nvCxnSpPr>
        <p:spPr>
          <a:xfrm>
            <a:off x="3209925" y="2093312"/>
            <a:ext cx="0" cy="1402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9B85EA-F8D7-8CE5-5026-995B0CDBC5B6}"/>
              </a:ext>
            </a:extLst>
          </p:cNvPr>
          <p:cNvSpPr txBox="1"/>
          <p:nvPr/>
        </p:nvSpPr>
        <p:spPr>
          <a:xfrm>
            <a:off x="2626701" y="3017038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27105-7690-8287-8111-0EAAFBC01F5F}"/>
              </a:ext>
            </a:extLst>
          </p:cNvPr>
          <p:cNvSpPr txBox="1"/>
          <p:nvPr/>
        </p:nvSpPr>
        <p:spPr>
          <a:xfrm>
            <a:off x="9163049" y="763824"/>
            <a:ext cx="149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Continuous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091DB-1C5F-1AF7-BABE-4E886952D20E}"/>
              </a:ext>
            </a:extLst>
          </p:cNvPr>
          <p:cNvSpPr txBox="1"/>
          <p:nvPr/>
        </p:nvSpPr>
        <p:spPr>
          <a:xfrm>
            <a:off x="2800347" y="1760004"/>
            <a:ext cx="1193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06-DEC-24 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4F545C-E561-5C49-AD04-05BB8E883F7C}"/>
              </a:ext>
            </a:extLst>
          </p:cNvPr>
          <p:cNvSpPr txBox="1"/>
          <p:nvPr/>
        </p:nvSpPr>
        <p:spPr>
          <a:xfrm>
            <a:off x="4146547" y="1760004"/>
            <a:ext cx="1193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ptos Narrow" panose="020B0004020202020204" pitchFamily="34" charset="0"/>
              </a:rPr>
              <a:t>12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-DEC-24 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69087-E89F-0314-0F29-16239C7B8742}"/>
              </a:ext>
            </a:extLst>
          </p:cNvPr>
          <p:cNvSpPr txBox="1"/>
          <p:nvPr/>
        </p:nvSpPr>
        <p:spPr>
          <a:xfrm>
            <a:off x="5400673" y="1757916"/>
            <a:ext cx="1193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20-DEC-24 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3B0B6-2004-68FD-0BEC-19FC5FC4B7DD}"/>
              </a:ext>
            </a:extLst>
          </p:cNvPr>
          <p:cNvSpPr txBox="1"/>
          <p:nvPr/>
        </p:nvSpPr>
        <p:spPr>
          <a:xfrm>
            <a:off x="6686547" y="1757916"/>
            <a:ext cx="1193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ptos Narrow" panose="020B0004020202020204" pitchFamily="34" charset="0"/>
              </a:rPr>
              <a:t>27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-DEC-24 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8D578A-F43B-FA2A-267B-B23164D0B76E}"/>
              </a:ext>
            </a:extLst>
          </p:cNvPr>
          <p:cNvCxnSpPr>
            <a:cxnSpLocks/>
          </p:cNvCxnSpPr>
          <p:nvPr/>
        </p:nvCxnSpPr>
        <p:spPr>
          <a:xfrm>
            <a:off x="4508499" y="2127387"/>
            <a:ext cx="0" cy="1100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396F77-671D-4C60-BD9F-F2AD5CCB6D15}"/>
              </a:ext>
            </a:extLst>
          </p:cNvPr>
          <p:cNvCxnSpPr>
            <a:cxnSpLocks/>
          </p:cNvCxnSpPr>
          <p:nvPr/>
        </p:nvCxnSpPr>
        <p:spPr>
          <a:xfrm>
            <a:off x="5810250" y="2127387"/>
            <a:ext cx="0" cy="773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B750AF-1C0B-E9A0-CC74-074B6939C63A}"/>
              </a:ext>
            </a:extLst>
          </p:cNvPr>
          <p:cNvCxnSpPr>
            <a:cxnSpLocks/>
          </p:cNvCxnSpPr>
          <p:nvPr/>
        </p:nvCxnSpPr>
        <p:spPr>
          <a:xfrm>
            <a:off x="7115175" y="2093312"/>
            <a:ext cx="0" cy="488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itle 3">
            <a:extLst>
              <a:ext uri="{FF2B5EF4-FFF2-40B4-BE49-F238E27FC236}">
                <a16:creationId xmlns:a16="http://schemas.microsoft.com/office/drawing/2014/main" id="{BF77F8ED-7577-4380-43AB-9EA9BFD51316}"/>
              </a:ext>
            </a:extLst>
          </p:cNvPr>
          <p:cNvSpPr txBox="1">
            <a:spLocks/>
          </p:cNvSpPr>
          <p:nvPr/>
        </p:nvSpPr>
        <p:spPr>
          <a:xfrm>
            <a:off x="320919" y="130420"/>
            <a:ext cx="6794256" cy="5330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Micro Services – Code Coverage by </a:t>
            </a:r>
            <a:r>
              <a:rPr lang="en-US" sz="2800" dirty="0" err="1">
                <a:solidFill>
                  <a:srgbClr val="26235E"/>
                </a:solidFill>
              </a:rPr>
              <a:t>JaCoCo</a:t>
            </a:r>
            <a:r>
              <a:rPr lang="en-US" sz="2800">
                <a:solidFill>
                  <a:srgbClr val="26235E"/>
                </a:solidFill>
              </a:rPr>
              <a:t> </a:t>
            </a:r>
            <a:endParaRPr lang="en-US" sz="2800" dirty="0">
              <a:solidFill>
                <a:srgbClr val="26235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0111CA-5BE7-A9F0-C0E9-260B0D4E2CF1}"/>
              </a:ext>
            </a:extLst>
          </p:cNvPr>
          <p:cNvSpPr txBox="1"/>
          <p:nvPr/>
        </p:nvSpPr>
        <p:spPr>
          <a:xfrm>
            <a:off x="320919" y="763824"/>
            <a:ext cx="473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Milestones accomplished and plan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90B0E8D-C4DC-992D-4A62-4E8E6B2DB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424028"/>
              </p:ext>
            </p:extLst>
          </p:nvPr>
        </p:nvGraphicFramePr>
        <p:xfrm>
          <a:off x="5924856" y="3847121"/>
          <a:ext cx="5962042" cy="2199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83025">
                  <a:extLst>
                    <a:ext uri="{9D8B030D-6E8A-4147-A177-3AD203B41FA5}">
                      <a16:colId xmlns:a16="http://schemas.microsoft.com/office/drawing/2014/main" val="3190602228"/>
                    </a:ext>
                  </a:extLst>
                </a:gridCol>
                <a:gridCol w="4379017">
                  <a:extLst>
                    <a:ext uri="{9D8B030D-6E8A-4147-A177-3AD203B41FA5}">
                      <a16:colId xmlns:a16="http://schemas.microsoft.com/office/drawing/2014/main" val="3171612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8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Risk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higher-quality code with better test coverage, minimizing the risk of production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09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Operational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Automating the reporting within CI/CD pipelines reduces manual oversight and accelerates development cycles.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22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Strategic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Provides data-driven insights that inform decisions on resource allocation, testing efforts, and overall software quality.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92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POC success paves the way for scaling code coverage practices across the organization’s entire microservices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67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16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43B151B-C0C6-B3F6-0AE5-2B8B74E1F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013756"/>
              </p:ext>
            </p:extLst>
          </p:nvPr>
        </p:nvGraphicFramePr>
        <p:xfrm>
          <a:off x="4210051" y="1101629"/>
          <a:ext cx="7772401" cy="4951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6752">
                  <a:extLst>
                    <a:ext uri="{9D8B030D-6E8A-4147-A177-3AD203B41FA5}">
                      <a16:colId xmlns:a16="http://schemas.microsoft.com/office/drawing/2014/main" val="1089744185"/>
                    </a:ext>
                  </a:extLst>
                </a:gridCol>
                <a:gridCol w="2154199">
                  <a:extLst>
                    <a:ext uri="{9D8B030D-6E8A-4147-A177-3AD203B41FA5}">
                      <a16:colId xmlns:a16="http://schemas.microsoft.com/office/drawing/2014/main" val="2447883641"/>
                    </a:ext>
                  </a:extLst>
                </a:gridCol>
                <a:gridCol w="2451882">
                  <a:extLst>
                    <a:ext uri="{9D8B030D-6E8A-4147-A177-3AD203B41FA5}">
                      <a16:colId xmlns:a16="http://schemas.microsoft.com/office/drawing/2014/main" val="4242992461"/>
                    </a:ext>
                  </a:extLst>
                </a:gridCol>
                <a:gridCol w="738711">
                  <a:extLst>
                    <a:ext uri="{9D8B030D-6E8A-4147-A177-3AD203B41FA5}">
                      <a16:colId xmlns:a16="http://schemas.microsoft.com/office/drawing/2014/main" val="3798545581"/>
                    </a:ext>
                  </a:extLst>
                </a:gridCol>
                <a:gridCol w="790857">
                  <a:extLst>
                    <a:ext uri="{9D8B030D-6E8A-4147-A177-3AD203B41FA5}">
                      <a16:colId xmlns:a16="http://schemas.microsoft.com/office/drawing/2014/main" val="3206871851"/>
                    </a:ext>
                  </a:extLst>
                </a:gridCol>
              </a:tblGrid>
              <a:tr h="227493">
                <a:tc>
                  <a:txBody>
                    <a:bodyPr/>
                    <a:lstStyle/>
                    <a:p>
                      <a:pPr marL="72000" lvl="0" algn="ctr" fontAlgn="ctr"/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Milestone</a:t>
                      </a:r>
                    </a:p>
                  </a:txBody>
                  <a:tcPr marL="5060" marR="5060" marT="506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lvl="0" algn="ctr" fontAlgn="ctr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Goal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5060" marR="5060" marT="506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lvl="0" algn="ctr" fontAlgn="ctr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Strategic Impact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5060" marR="5060" marT="506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5060" marR="5060" marT="506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ETA</a:t>
                      </a:r>
                    </a:p>
                  </a:txBody>
                  <a:tcPr marL="5060" marR="5060" marT="506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8962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POC Initiation and Goal Setting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Defined clear objectives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Laid the foundation for improving software reliability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Complete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3469989637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POC Success &amp; Transition to Full-Scale Implementation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Demonstrated the effectiveness of code coverage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Scaled test coverage efforts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In-Progress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1392305013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Coverage Baseline Establishment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Generated initial coverage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Provided transparency into the current state of coverage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3780149277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Customized Reports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Customized code coverage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Enabled precise tracking of test coverage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952077434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Test Coverage Improvement &amp; Gap Identification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Identified areas with insufficient test coverage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Improved risk management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4224890968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Tracking Coverage Trends Over Time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Developed a system to track coverage changes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Supported proactive code quality management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997308916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Cross-Service Coverage Reporting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Created a unified view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Delivered strategic insights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222984310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Engaging Stakeholders with Coverage Insights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Delivered detailed coverage reports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Promoted collaboration and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3623541096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it-IT" sz="1050" u="none" strike="noStrike" dirty="0">
                          <a:effectLst/>
                        </a:rPr>
                        <a:t>Integration into CI/CD Pipeline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Integrated code coverage into CI/CD systems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 accountability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838432974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Thresholds for Quality Gates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Established automated quality gates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Ensured only high-quality, well-tested code.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1644126721"/>
                  </a:ext>
                </a:extLst>
              </a:tr>
            </a:tbl>
          </a:graphicData>
        </a:graphic>
      </p:graphicFrame>
      <p:sp>
        <p:nvSpPr>
          <p:cNvPr id="16" name="Title 3">
            <a:extLst>
              <a:ext uri="{FF2B5EF4-FFF2-40B4-BE49-F238E27FC236}">
                <a16:creationId xmlns:a16="http://schemas.microsoft.com/office/drawing/2014/main" id="{5B8A456B-273A-3ADA-DC3D-DF35B199D232}"/>
              </a:ext>
            </a:extLst>
          </p:cNvPr>
          <p:cNvSpPr txBox="1">
            <a:spLocks/>
          </p:cNvSpPr>
          <p:nvPr/>
        </p:nvSpPr>
        <p:spPr>
          <a:xfrm>
            <a:off x="320919" y="130420"/>
            <a:ext cx="5775082" cy="533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Micro Services - Code Coverage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FC138C6-7CCD-74C5-0DD5-1ECF3D03B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925276"/>
              </p:ext>
            </p:extLst>
          </p:nvPr>
        </p:nvGraphicFramePr>
        <p:xfrm>
          <a:off x="320919" y="1107883"/>
          <a:ext cx="3683000" cy="3296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3190602228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171612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8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Risk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higher-quality code with better test coverage, minimizing the risk of production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09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Operational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Automating the reporting within CI/CD pipelines reduces manual oversight and accelerates development cycles.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22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Strategic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Provides data-driven insights that inform decisions on resource allocation, testing efforts, and overall software quality.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92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POC success paves the way for scaling code coverage practices across the organization’s entire microservices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67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93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6135-50E7-62A3-A1D5-568378185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54B1353-1C1E-BF48-4F6A-B6B8E9648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574005"/>
              </p:ext>
            </p:extLst>
          </p:nvPr>
        </p:nvGraphicFramePr>
        <p:xfrm>
          <a:off x="4210049" y="663479"/>
          <a:ext cx="7772401" cy="68607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6752">
                  <a:extLst>
                    <a:ext uri="{9D8B030D-6E8A-4147-A177-3AD203B41FA5}">
                      <a16:colId xmlns:a16="http://schemas.microsoft.com/office/drawing/2014/main" val="1089744185"/>
                    </a:ext>
                  </a:extLst>
                </a:gridCol>
                <a:gridCol w="2154199">
                  <a:extLst>
                    <a:ext uri="{9D8B030D-6E8A-4147-A177-3AD203B41FA5}">
                      <a16:colId xmlns:a16="http://schemas.microsoft.com/office/drawing/2014/main" val="2447883641"/>
                    </a:ext>
                  </a:extLst>
                </a:gridCol>
                <a:gridCol w="2451882">
                  <a:extLst>
                    <a:ext uri="{9D8B030D-6E8A-4147-A177-3AD203B41FA5}">
                      <a16:colId xmlns:a16="http://schemas.microsoft.com/office/drawing/2014/main" val="4242992461"/>
                    </a:ext>
                  </a:extLst>
                </a:gridCol>
                <a:gridCol w="738711">
                  <a:extLst>
                    <a:ext uri="{9D8B030D-6E8A-4147-A177-3AD203B41FA5}">
                      <a16:colId xmlns:a16="http://schemas.microsoft.com/office/drawing/2014/main" val="3798545581"/>
                    </a:ext>
                  </a:extLst>
                </a:gridCol>
                <a:gridCol w="790857">
                  <a:extLst>
                    <a:ext uri="{9D8B030D-6E8A-4147-A177-3AD203B41FA5}">
                      <a16:colId xmlns:a16="http://schemas.microsoft.com/office/drawing/2014/main" val="3206871851"/>
                    </a:ext>
                  </a:extLst>
                </a:gridCol>
              </a:tblGrid>
              <a:tr h="227493">
                <a:tc>
                  <a:txBody>
                    <a:bodyPr/>
                    <a:lstStyle/>
                    <a:p>
                      <a:pPr marL="72000" lvl="0" algn="ctr" fontAlgn="ctr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Milestone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5060" marR="5060" marT="506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72000" lvl="0" algn="ctr" fontAlgn="ctr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Accomplishment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5060" marR="5060" marT="506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72000" lvl="0" algn="ctr" fontAlgn="ctr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Strategic Impact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5060" marR="5060" marT="506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5060" marR="5060" marT="506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ETA</a:t>
                      </a:r>
                    </a:p>
                  </a:txBody>
                  <a:tcPr marL="5060" marR="5060" marT="506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8962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POC Initiation and Goal Setting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Defined clear objectives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tracking code coverage and enhancing overall code quality.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Laid the foundation for improving software reliability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by reducing risk and aligning testing goals with the organization’s broader objectives.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Complete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3469989637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POC Success &amp; Transition to Full-Scale Implementation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Demonstrated the effectiveness of code coverage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outlined a plan to extend it across all microservices.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Scaled test coverage efforts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 elevate software quality across all services, ensuring consistency and reliability.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In-Progress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06-DEC-24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1392305013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Coverage Baseline Establishment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Generated initial coverage reports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all microservices, establishing baseline metrics to guide improvements.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Provided transparency into the current state of coverage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helping to identify areas of high and low quality, and enabling data-driven decisions.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12-DEC-24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3780149277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Customized Reports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Customized code coverage reports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each microservice (HTML/XML) to highlight line, branch, and method coverage.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Enabled precise tracking of test coverage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individual services, supporting targeted improvements where needed.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952077434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Test Coverage Improvement &amp; Gap Identification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Identified areas with insufficient test coverage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implemented strategies to increase coverage where needed.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Improved risk management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by addressing critical areas and minimizing untested code in production, reducing exposure to potential issues.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4224890968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Tracking Coverage Trends Over Time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Developed a system to track coverage changes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across releases over time, ensuring consistent monitoring.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Supported proactive code quality management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ensuring ongoing improvements and sustained coverage to maintain high standards.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997308916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Cross-Service Coverage Reporting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Created a unified view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of code coverage across all microservices for better visibility and oversight.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Delivered strategic insights to the CIO level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offering a comprehensive view of system health and quality, aiding resource allocation and prioritization.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222984310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Engaging Stakeholders with Coverage Insights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Delivered detailed coverage reports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 key stakeholders (DevOps, QA, Management), fostering transparency and data-driven decision-making.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Promoted collaboration and accountability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across teams, driving a unified approach to improving software quality.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Continuous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3623541096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it-IT" sz="1050" u="none" strike="noStrike" dirty="0">
                          <a:effectLst/>
                        </a:rPr>
                        <a:t>Integration into CI/CD Pipeline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Integrated code coverage into CI/CD systems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(Jenkins, GitLab CI) for automated report generation, streamlining the process.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 automation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accelerated feedback loops, reducing manual testing overhead and increasing operational efficiency.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2838432974"/>
                  </a:ext>
                </a:extLst>
              </a:tr>
              <a:tr h="454985">
                <a:tc>
                  <a:txBody>
                    <a:bodyPr/>
                    <a:lstStyle/>
                    <a:p>
                      <a:pPr marL="72000" lvl="0" algn="l" fontAlgn="ctr"/>
                      <a:r>
                        <a:rPr lang="en-US" sz="1050" u="none" strike="noStrike" dirty="0">
                          <a:effectLst/>
                        </a:rPr>
                        <a:t>Thresholds for Quality Gates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Established automated quality gates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(e.g., 80% line coverage) within CI/CD pipelines to enforce high standards and reduce defects.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Ensured only high-quality, well-tested code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progresses through the development pipeline, minimizing defects in production and improving overall system stability.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Yet to Start</a:t>
                      </a:r>
                    </a:p>
                  </a:txBody>
                  <a:tcPr marL="5060" marR="5060" marT="5060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27-DEC-24</a:t>
                      </a:r>
                    </a:p>
                  </a:txBody>
                  <a:tcPr marL="5060" marR="5060" marT="5060" marB="0" anchor="ctr"/>
                </a:tc>
                <a:extLst>
                  <a:ext uri="{0D108BD9-81ED-4DB2-BD59-A6C34878D82A}">
                    <a16:rowId xmlns:a16="http://schemas.microsoft.com/office/drawing/2014/main" val="1644126721"/>
                  </a:ext>
                </a:extLst>
              </a:tr>
            </a:tbl>
          </a:graphicData>
        </a:graphic>
      </p:graphicFrame>
      <p:sp>
        <p:nvSpPr>
          <p:cNvPr id="16" name="Title 3">
            <a:extLst>
              <a:ext uri="{FF2B5EF4-FFF2-40B4-BE49-F238E27FC236}">
                <a16:creationId xmlns:a16="http://schemas.microsoft.com/office/drawing/2014/main" id="{11518563-42D5-D74D-2165-DBD1B31ACDF2}"/>
              </a:ext>
            </a:extLst>
          </p:cNvPr>
          <p:cNvSpPr txBox="1">
            <a:spLocks/>
          </p:cNvSpPr>
          <p:nvPr/>
        </p:nvSpPr>
        <p:spPr>
          <a:xfrm>
            <a:off x="320919" y="130420"/>
            <a:ext cx="5775082" cy="533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Micro Services - Code Coverage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4125E6B-3B39-E244-891E-4C28855E4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28406"/>
              </p:ext>
            </p:extLst>
          </p:nvPr>
        </p:nvGraphicFramePr>
        <p:xfrm>
          <a:off x="412749" y="663479"/>
          <a:ext cx="3654425" cy="3479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70312">
                  <a:extLst>
                    <a:ext uri="{9D8B030D-6E8A-4147-A177-3AD203B41FA5}">
                      <a16:colId xmlns:a16="http://schemas.microsoft.com/office/drawing/2014/main" val="3190602228"/>
                    </a:ext>
                  </a:extLst>
                </a:gridCol>
                <a:gridCol w="2684113">
                  <a:extLst>
                    <a:ext uri="{9D8B030D-6E8A-4147-A177-3AD203B41FA5}">
                      <a16:colId xmlns:a16="http://schemas.microsoft.com/office/drawing/2014/main" val="3171612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8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Risk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higher-quality code with better test coverage, minimizing the risk of production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09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Operational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Automating the reporting within CI/CD pipelines reduces manual oversight and accelerates development cycles.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22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Strategic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Provides data-driven insights that inform decisions on resource allocation, testing efforts, and overall software quality.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92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POC success paves the way for scaling code coverage practices across the organization’s entire microservices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67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35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930</Words>
  <Application>Microsoft Office PowerPoint</Application>
  <PresentationFormat>Widescreen</PresentationFormat>
  <Paragraphs>153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Sutherland Global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S T</dc:creator>
  <cp:lastModifiedBy>Sridhar S T</cp:lastModifiedBy>
  <cp:revision>1</cp:revision>
  <dcterms:created xsi:type="dcterms:W3CDTF">2024-12-02T12:52:01Z</dcterms:created>
  <dcterms:modified xsi:type="dcterms:W3CDTF">2024-12-02T16:01:28Z</dcterms:modified>
</cp:coreProperties>
</file>